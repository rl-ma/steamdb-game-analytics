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7.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8.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6d0f003-664f-9f24-f8f7-25e2141314ad}">
          <p14:sldIdLst>
            <p14:sldId id="256"/>
          </p14:sldIdLst>
        </p14:section>
        <p14:section name="Frame the problem" id="{765eef08-9baa-6d12-8e30-49c2b1ac36c4}">
          <p14:sldIdLst>
            <p14:sldId id="257"/>
            <p14:sldId id="258"/>
          </p14:sldIdLst>
        </p14:section>
        <p14:section name="Explore the data" id="{319ccf7f-4669-a23c-1de2-0b7f96deb333}">
          <p14:sldIdLst>
            <p14:sldId id="259"/>
            <p14:sldId id="260"/>
            <p14:sldId id="261"/>
            <p14:sldId id="262"/>
            <p14:sldId id="263"/>
          </p14:sldIdLst>
        </p14:section>
        <p14:section name="Prepare the data" id="{111e8551-551b-88ce-63df-2ce9581cae66}">
          <p14:sldIdLst>
            <p14:sldId id="264"/>
          </p14:sldIdLst>
        </p14:section>
        <p14:section name="Measure, compare and fine-tune" id="{239e2a08-ee86-2743-d366-27a30a244785}">
          <p14:sldIdLst>
            <p14:sldId id="265"/>
            <p14:sldId id="266"/>
            <p14:sldId id="267"/>
          </p14:sldIdLst>
        </p14:section>
        <p14:section name="Assumptions and limitations" id="{a6f6eab0-bad4-f812-be3a-7661e38d946e}">
          <p14:sldIdLst>
            <p14:sldId id="268"/>
          </p14:sldIdLst>
        </p14:section>
        <p14:section name="Conclusion" id="{5e988941-34c5-3d02-395e-9a875be9c93d}">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C7D5E0"/>
                </a:solidFill>
                <a:latin typeface="+mn-lt"/>
              </a:defRPr>
            </a:pPr>
            <a:r>
              <a:rPr sz="1300" b="0" i="0" u="none" strike="noStrike">
                <a:solidFill>
                  <a:srgbClr val="C7D5E0"/>
                </a:solidFill>
                <a:latin typeface="+mn-lt"/>
              </a:rPr>
              <a:t>Games remaining after each filter</a:t>
            </a:r>
          </a:p>
        </c:rich>
      </c:tx>
      <c:layout/>
      <c:overlay val="0"/>
    </c:title>
    <c:autoTitleDeleted val="0"/>
    <c:plotArea>
      <c:layout/>
      <c:barChart>
        <c:barDir val="bar"/>
        <c:grouping val="clustered"/>
        <c:varyColors val="0"/>
        <c:ser>
          <c:idx val="0"/>
          <c:order val="0"/>
          <c:tx>
            <c:strRef>
              <c:f>Sheet1!$B$1</c:f>
              <c:strCache>
                <c:ptCount val="1"/>
                <c:pt idx="0">
                  <c:v>Games remaining</c:v>
                </c:pt>
              </c:strCache>
            </c:strRef>
          </c:tx>
          <c:spPr>
            <a:solidFill>
              <a:srgbClr val="3B8FC9"/>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Sheet1!$A$2:$A$7</c:f>
              <c:multiLvlStrCache>
                <c:ptCount val="6"/>
                <c:lvl>
                  <c:pt idx="0">
                    <c:v>Not an idle / clicker game</c:v>
                  </c:pt>
                  <c:pt idx="1">
                    <c:v>Is a game (not software)</c:v>
                  </c:pt>
                  <c:pt idx="2">
                    <c:v>A hit: 500+ reviews</c:v>
                  </c:pt>
                  <c:pt idx="3">
                    <c:v>Complete store page</c:v>
                  </c:pt>
                  <c:pt idx="4">
                    <c:v>Released 2019–2023</c:v>
                  </c:pt>
                  <c:pt idx="5">
                    <c:v>All games on Steam</c:v>
                  </c:pt>
                </c:lvl>
              </c:multiLvlStrCache>
            </c:multiLvlStrRef>
          </c:cat>
          <c:val>
            <c:numRef>
              <c:f>Sheet1!$B$2:$B$7</c:f>
              <c:numCache>
                <c:formatCode>General</c:formatCode>
                <c:ptCount val="6"/>
                <c:pt idx="0">
                  <c:v>4117</c:v>
                </c:pt>
                <c:pt idx="1">
                  <c:v>4242</c:v>
                </c:pt>
                <c:pt idx="2">
                  <c:v>4261</c:v>
                </c:pt>
                <c:pt idx="3">
                  <c:v>50865</c:v>
                </c:pt>
                <c:pt idx="4">
                  <c:v>53994</c:v>
                </c:pt>
                <c:pt idx="5">
                  <c:v>124146</c:v>
                </c:pt>
              </c:numCache>
            </c:numRef>
          </c:val>
        </c:ser>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C7D5E0"/>
                </a:solidFill>
                <a:latin typeface="+mn-lt"/>
              </a:defRPr>
            </a:pPr>
            <a:endParaRPr lang="en-US"/>
          </a:p>
        </c:txPr>
        <c:crossAx val="2094734552"/>
        <c:crosses val="autoZero"/>
        <c:auto val="1"/>
        <c:lblAlgn val="ctr"/>
        <c:noMultiLvlLbl val="1"/>
      </c:catAx>
      <c:valAx>
        <c:axId val="2094734552"/>
        <c:scaling>
          <c:orientation val="minMax"/>
          <c:max val="15000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C7D5E0"/>
                </a:solidFill>
                <a:latin typeface="+mn-lt"/>
              </a:defRPr>
            </a:pPr>
            <a:endParaRPr lang="en-US"/>
          </a:p>
        </c:txPr>
        <c:crossAx val="2094734554"/>
        <c:crosses val="autoZero"/>
        <c:crossBetween val="between"/>
      </c:valAx>
      <c:spPr>
        <a:solidFill>
          <a:srgbClr val="1B2838"/>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Not lasting</c:v>
                </c:pt>
              </c:strCache>
            </c:strRef>
          </c:tx>
          <c:spPr>
            <a:solidFill>
              <a:srgbClr val="56687A"/>
            </a:solidFill>
            <a:ln>
              <a:noFill/>
            </a:ln>
            <a:effectLst/>
          </c:spPr>
          <c:marker>
            <c:symbol val="circle"/>
            <c:size val="4"/>
            <c:spPr>
              <a:solidFill>
                <a:srgbClr val="56687A"/>
              </a:solidFill>
              <a:ln w="9525" cap="flat">
                <a:solidFill>
                  <a:srgbClr val="56687A"/>
                </a:solidFill>
                <a:prstDash val="solid"/>
                <a:round/>
              </a:ln>
              <a:effectLst/>
            </c:spPr>
          </c:marker>
          <c:xVal>
            <c:numRef>
              <c:f>Sheet1!$A$2:$A$3363</c:f>
              <c:numCache>
                <c:formatCode>General</c:formatCode>
                <c:ptCount val="3362"/>
                <c:pt idx="0">
                  <c:v>708</c:v>
                </c:pt>
                <c:pt idx="1">
                  <c:v>570</c:v>
                </c:pt>
                <c:pt idx="2">
                  <c:v>508</c:v>
                </c:pt>
                <c:pt idx="3">
                  <c:v>754</c:v>
                </c:pt>
                <c:pt idx="4">
                  <c:v>1854</c:v>
                </c:pt>
                <c:pt idx="5">
                  <c:v>6536</c:v>
                </c:pt>
                <c:pt idx="6">
                  <c:v>961</c:v>
                </c:pt>
                <c:pt idx="7">
                  <c:v>4099</c:v>
                </c:pt>
                <c:pt idx="8">
                  <c:v>844</c:v>
                </c:pt>
                <c:pt idx="9">
                  <c:v>2340</c:v>
                </c:pt>
                <c:pt idx="10">
                  <c:v>1245</c:v>
                </c:pt>
                <c:pt idx="11">
                  <c:v>2879</c:v>
                </c:pt>
                <c:pt idx="12">
                  <c:v>903</c:v>
                </c:pt>
                <c:pt idx="13">
                  <c:v>43681</c:v>
                </c:pt>
                <c:pt idx="14">
                  <c:v>24480</c:v>
                </c:pt>
                <c:pt idx="15">
                  <c:v>9202</c:v>
                </c:pt>
                <c:pt idx="16">
                  <c:v>2242</c:v>
                </c:pt>
                <c:pt idx="17">
                  <c:v>47205</c:v>
                </c:pt>
                <c:pt idx="18">
                  <c:v>2125</c:v>
                </c:pt>
                <c:pt idx="19">
                  <c:v>2154</c:v>
                </c:pt>
                <c:pt idx="20">
                  <c:v>502</c:v>
                </c:pt>
                <c:pt idx="21">
                  <c:v>1681</c:v>
                </c:pt>
                <c:pt idx="22">
                  <c:v>1649</c:v>
                </c:pt>
                <c:pt idx="23">
                  <c:v>1143</c:v>
                </c:pt>
                <c:pt idx="24">
                  <c:v>7127</c:v>
                </c:pt>
                <c:pt idx="25">
                  <c:v>3187</c:v>
                </c:pt>
                <c:pt idx="26">
                  <c:v>2161</c:v>
                </c:pt>
                <c:pt idx="27">
                  <c:v>7446</c:v>
                </c:pt>
                <c:pt idx="28">
                  <c:v>5428</c:v>
                </c:pt>
                <c:pt idx="29">
                  <c:v>1736</c:v>
                </c:pt>
                <c:pt idx="30">
                  <c:v>1884</c:v>
                </c:pt>
                <c:pt idx="31">
                  <c:v>2074</c:v>
                </c:pt>
                <c:pt idx="32">
                  <c:v>1118</c:v>
                </c:pt>
                <c:pt idx="33">
                  <c:v>797</c:v>
                </c:pt>
                <c:pt idx="34">
                  <c:v>4886</c:v>
                </c:pt>
                <c:pt idx="35">
                  <c:v>1942</c:v>
                </c:pt>
                <c:pt idx="36">
                  <c:v>4399</c:v>
                </c:pt>
                <c:pt idx="37">
                  <c:v>57318</c:v>
                </c:pt>
                <c:pt idx="38">
                  <c:v>218383</c:v>
                </c:pt>
                <c:pt idx="39">
                  <c:v>1020</c:v>
                </c:pt>
                <c:pt idx="40">
                  <c:v>948</c:v>
                </c:pt>
                <c:pt idx="41">
                  <c:v>3528</c:v>
                </c:pt>
                <c:pt idx="42">
                  <c:v>1256</c:v>
                </c:pt>
                <c:pt idx="43">
                  <c:v>3244</c:v>
                </c:pt>
                <c:pt idx="44">
                  <c:v>4016</c:v>
                </c:pt>
                <c:pt idx="45">
                  <c:v>581</c:v>
                </c:pt>
                <c:pt idx="46">
                  <c:v>1662</c:v>
                </c:pt>
                <c:pt idx="47">
                  <c:v>3185</c:v>
                </c:pt>
                <c:pt idx="48">
                  <c:v>921</c:v>
                </c:pt>
                <c:pt idx="49">
                  <c:v>809</c:v>
                </c:pt>
                <c:pt idx="50">
                  <c:v>995</c:v>
                </c:pt>
                <c:pt idx="51">
                  <c:v>4546</c:v>
                </c:pt>
                <c:pt idx="52">
                  <c:v>20679</c:v>
                </c:pt>
                <c:pt idx="53">
                  <c:v>4175</c:v>
                </c:pt>
                <c:pt idx="54">
                  <c:v>1744</c:v>
                </c:pt>
                <c:pt idx="55">
                  <c:v>660</c:v>
                </c:pt>
                <c:pt idx="56">
                  <c:v>507</c:v>
                </c:pt>
                <c:pt idx="57">
                  <c:v>822</c:v>
                </c:pt>
                <c:pt idx="58">
                  <c:v>71163</c:v>
                </c:pt>
                <c:pt idx="59">
                  <c:v>6680</c:v>
                </c:pt>
                <c:pt idx="60">
                  <c:v>1254</c:v>
                </c:pt>
                <c:pt idx="61">
                  <c:v>2857</c:v>
                </c:pt>
                <c:pt idx="62">
                  <c:v>892</c:v>
                </c:pt>
                <c:pt idx="63">
                  <c:v>6606</c:v>
                </c:pt>
                <c:pt idx="64">
                  <c:v>1980</c:v>
                </c:pt>
                <c:pt idx="65">
                  <c:v>2593</c:v>
                </c:pt>
                <c:pt idx="66">
                  <c:v>751</c:v>
                </c:pt>
                <c:pt idx="67">
                  <c:v>671</c:v>
                </c:pt>
                <c:pt idx="68">
                  <c:v>553</c:v>
                </c:pt>
                <c:pt idx="69">
                  <c:v>4454</c:v>
                </c:pt>
                <c:pt idx="70">
                  <c:v>519</c:v>
                </c:pt>
                <c:pt idx="71">
                  <c:v>2889</c:v>
                </c:pt>
                <c:pt idx="72">
                  <c:v>938</c:v>
                </c:pt>
                <c:pt idx="73">
                  <c:v>698</c:v>
                </c:pt>
                <c:pt idx="74">
                  <c:v>2392</c:v>
                </c:pt>
                <c:pt idx="75">
                  <c:v>49754</c:v>
                </c:pt>
                <c:pt idx="76">
                  <c:v>1275</c:v>
                </c:pt>
                <c:pt idx="77">
                  <c:v>1376</c:v>
                </c:pt>
                <c:pt idx="78">
                  <c:v>608</c:v>
                </c:pt>
                <c:pt idx="79">
                  <c:v>3604</c:v>
                </c:pt>
                <c:pt idx="80">
                  <c:v>3410</c:v>
                </c:pt>
                <c:pt idx="81">
                  <c:v>2599</c:v>
                </c:pt>
                <c:pt idx="82">
                  <c:v>605</c:v>
                </c:pt>
                <c:pt idx="83">
                  <c:v>1106</c:v>
                </c:pt>
                <c:pt idx="84">
                  <c:v>542</c:v>
                </c:pt>
                <c:pt idx="85">
                  <c:v>1105</c:v>
                </c:pt>
                <c:pt idx="86">
                  <c:v>2440</c:v>
                </c:pt>
                <c:pt idx="87">
                  <c:v>20791</c:v>
                </c:pt>
                <c:pt idx="88">
                  <c:v>1114</c:v>
                </c:pt>
                <c:pt idx="89">
                  <c:v>2269</c:v>
                </c:pt>
                <c:pt idx="90">
                  <c:v>6215</c:v>
                </c:pt>
                <c:pt idx="91">
                  <c:v>1994</c:v>
                </c:pt>
                <c:pt idx="92">
                  <c:v>32728</c:v>
                </c:pt>
                <c:pt idx="93">
                  <c:v>4218</c:v>
                </c:pt>
                <c:pt idx="94">
                  <c:v>732</c:v>
                </c:pt>
                <c:pt idx="95">
                  <c:v>4147</c:v>
                </c:pt>
                <c:pt idx="96">
                  <c:v>103228</c:v>
                </c:pt>
                <c:pt idx="97">
                  <c:v>5903</c:v>
                </c:pt>
                <c:pt idx="98">
                  <c:v>1005</c:v>
                </c:pt>
                <c:pt idx="99">
                  <c:v>2064</c:v>
                </c:pt>
                <c:pt idx="100">
                  <c:v>1824</c:v>
                </c:pt>
                <c:pt idx="101">
                  <c:v>37986</c:v>
                </c:pt>
                <c:pt idx="102">
                  <c:v>2542</c:v>
                </c:pt>
                <c:pt idx="103">
                  <c:v>1813</c:v>
                </c:pt>
                <c:pt idx="104">
                  <c:v>588</c:v>
                </c:pt>
                <c:pt idx="105">
                  <c:v>3299</c:v>
                </c:pt>
                <c:pt idx="106">
                  <c:v>7737</c:v>
                </c:pt>
                <c:pt idx="107">
                  <c:v>647</c:v>
                </c:pt>
                <c:pt idx="108">
                  <c:v>1412</c:v>
                </c:pt>
                <c:pt idx="109">
                  <c:v>4118</c:v>
                </c:pt>
                <c:pt idx="110">
                  <c:v>762</c:v>
                </c:pt>
                <c:pt idx="111">
                  <c:v>2788</c:v>
                </c:pt>
                <c:pt idx="112">
                  <c:v>1532</c:v>
                </c:pt>
                <c:pt idx="113">
                  <c:v>514</c:v>
                </c:pt>
                <c:pt idx="114">
                  <c:v>22104</c:v>
                </c:pt>
                <c:pt idx="115">
                  <c:v>2137</c:v>
                </c:pt>
                <c:pt idx="116">
                  <c:v>1564</c:v>
                </c:pt>
                <c:pt idx="117">
                  <c:v>605</c:v>
                </c:pt>
                <c:pt idx="118">
                  <c:v>712</c:v>
                </c:pt>
                <c:pt idx="119">
                  <c:v>2089</c:v>
                </c:pt>
                <c:pt idx="120">
                  <c:v>5307</c:v>
                </c:pt>
                <c:pt idx="121">
                  <c:v>2817</c:v>
                </c:pt>
                <c:pt idx="122">
                  <c:v>3352</c:v>
                </c:pt>
                <c:pt idx="123">
                  <c:v>42367</c:v>
                </c:pt>
                <c:pt idx="124">
                  <c:v>1679</c:v>
                </c:pt>
                <c:pt idx="125">
                  <c:v>27719</c:v>
                </c:pt>
                <c:pt idx="126">
                  <c:v>6790</c:v>
                </c:pt>
                <c:pt idx="127">
                  <c:v>4514</c:v>
                </c:pt>
                <c:pt idx="128">
                  <c:v>1490</c:v>
                </c:pt>
                <c:pt idx="129">
                  <c:v>3112</c:v>
                </c:pt>
                <c:pt idx="130">
                  <c:v>1779</c:v>
                </c:pt>
                <c:pt idx="131">
                  <c:v>548</c:v>
                </c:pt>
                <c:pt idx="132">
                  <c:v>530</c:v>
                </c:pt>
                <c:pt idx="133">
                  <c:v>593</c:v>
                </c:pt>
                <c:pt idx="134">
                  <c:v>143124</c:v>
                </c:pt>
                <c:pt idx="135">
                  <c:v>1436</c:v>
                </c:pt>
                <c:pt idx="136">
                  <c:v>513</c:v>
                </c:pt>
                <c:pt idx="137">
                  <c:v>1152</c:v>
                </c:pt>
                <c:pt idx="138">
                  <c:v>27310</c:v>
                </c:pt>
                <c:pt idx="139">
                  <c:v>514</c:v>
                </c:pt>
                <c:pt idx="140">
                  <c:v>3807</c:v>
                </c:pt>
                <c:pt idx="141">
                  <c:v>5829</c:v>
                </c:pt>
                <c:pt idx="142">
                  <c:v>5882</c:v>
                </c:pt>
                <c:pt idx="143">
                  <c:v>952</c:v>
                </c:pt>
                <c:pt idx="144">
                  <c:v>3307</c:v>
                </c:pt>
                <c:pt idx="145">
                  <c:v>60363</c:v>
                </c:pt>
                <c:pt idx="146">
                  <c:v>591</c:v>
                </c:pt>
                <c:pt idx="147">
                  <c:v>3526</c:v>
                </c:pt>
                <c:pt idx="148">
                  <c:v>1786</c:v>
                </c:pt>
                <c:pt idx="149">
                  <c:v>6498</c:v>
                </c:pt>
                <c:pt idx="150">
                  <c:v>1188</c:v>
                </c:pt>
                <c:pt idx="151">
                  <c:v>9224</c:v>
                </c:pt>
                <c:pt idx="152">
                  <c:v>3152</c:v>
                </c:pt>
                <c:pt idx="153">
                  <c:v>1020</c:v>
                </c:pt>
                <c:pt idx="154">
                  <c:v>13976</c:v>
                </c:pt>
                <c:pt idx="155">
                  <c:v>835</c:v>
                </c:pt>
                <c:pt idx="156">
                  <c:v>3203</c:v>
                </c:pt>
                <c:pt idx="157">
                  <c:v>511</c:v>
                </c:pt>
                <c:pt idx="158">
                  <c:v>565</c:v>
                </c:pt>
                <c:pt idx="159">
                  <c:v>6021</c:v>
                </c:pt>
                <c:pt idx="160">
                  <c:v>38941</c:v>
                </c:pt>
                <c:pt idx="161">
                  <c:v>773</c:v>
                </c:pt>
                <c:pt idx="162">
                  <c:v>1168</c:v>
                </c:pt>
                <c:pt idx="163">
                  <c:v>1210</c:v>
                </c:pt>
                <c:pt idx="164">
                  <c:v>891</c:v>
                </c:pt>
                <c:pt idx="165">
                  <c:v>996</c:v>
                </c:pt>
                <c:pt idx="166">
                  <c:v>20610</c:v>
                </c:pt>
                <c:pt idx="167">
                  <c:v>1437</c:v>
                </c:pt>
                <c:pt idx="168">
                  <c:v>3046</c:v>
                </c:pt>
                <c:pt idx="169">
                  <c:v>707</c:v>
                </c:pt>
                <c:pt idx="170">
                  <c:v>1097</c:v>
                </c:pt>
                <c:pt idx="171">
                  <c:v>11515</c:v>
                </c:pt>
                <c:pt idx="172">
                  <c:v>1096</c:v>
                </c:pt>
                <c:pt idx="173">
                  <c:v>528</c:v>
                </c:pt>
                <c:pt idx="174">
                  <c:v>858</c:v>
                </c:pt>
                <c:pt idx="175">
                  <c:v>3818</c:v>
                </c:pt>
                <c:pt idx="176">
                  <c:v>633</c:v>
                </c:pt>
                <c:pt idx="177">
                  <c:v>965</c:v>
                </c:pt>
                <c:pt idx="178">
                  <c:v>552</c:v>
                </c:pt>
                <c:pt idx="179">
                  <c:v>21432</c:v>
                </c:pt>
                <c:pt idx="180">
                  <c:v>37125</c:v>
                </c:pt>
                <c:pt idx="181">
                  <c:v>889</c:v>
                </c:pt>
                <c:pt idx="182">
                  <c:v>1239</c:v>
                </c:pt>
                <c:pt idx="183">
                  <c:v>719</c:v>
                </c:pt>
                <c:pt idx="184">
                  <c:v>2847</c:v>
                </c:pt>
                <c:pt idx="185">
                  <c:v>1908</c:v>
                </c:pt>
                <c:pt idx="186">
                  <c:v>4168</c:v>
                </c:pt>
                <c:pt idx="187">
                  <c:v>580</c:v>
                </c:pt>
                <c:pt idx="188">
                  <c:v>4407</c:v>
                </c:pt>
                <c:pt idx="189">
                  <c:v>573</c:v>
                </c:pt>
                <c:pt idx="190">
                  <c:v>1047</c:v>
                </c:pt>
                <c:pt idx="191">
                  <c:v>4359</c:v>
                </c:pt>
                <c:pt idx="192">
                  <c:v>659</c:v>
                </c:pt>
                <c:pt idx="193">
                  <c:v>16681</c:v>
                </c:pt>
                <c:pt idx="194">
                  <c:v>3574</c:v>
                </c:pt>
                <c:pt idx="195">
                  <c:v>14237</c:v>
                </c:pt>
                <c:pt idx="196">
                  <c:v>973</c:v>
                </c:pt>
                <c:pt idx="197">
                  <c:v>1237</c:v>
                </c:pt>
                <c:pt idx="198">
                  <c:v>2492</c:v>
                </c:pt>
                <c:pt idx="199">
                  <c:v>2181</c:v>
                </c:pt>
                <c:pt idx="200">
                  <c:v>843</c:v>
                </c:pt>
                <c:pt idx="201">
                  <c:v>2823</c:v>
                </c:pt>
                <c:pt idx="202">
                  <c:v>964</c:v>
                </c:pt>
                <c:pt idx="203">
                  <c:v>863</c:v>
                </c:pt>
                <c:pt idx="204">
                  <c:v>5322</c:v>
                </c:pt>
                <c:pt idx="205">
                  <c:v>169199</c:v>
                </c:pt>
                <c:pt idx="206">
                  <c:v>584</c:v>
                </c:pt>
                <c:pt idx="207">
                  <c:v>1392</c:v>
                </c:pt>
                <c:pt idx="208">
                  <c:v>541</c:v>
                </c:pt>
                <c:pt idx="209">
                  <c:v>4386</c:v>
                </c:pt>
                <c:pt idx="210">
                  <c:v>1301</c:v>
                </c:pt>
                <c:pt idx="211">
                  <c:v>6508</c:v>
                </c:pt>
                <c:pt idx="212">
                  <c:v>766</c:v>
                </c:pt>
                <c:pt idx="213">
                  <c:v>673</c:v>
                </c:pt>
                <c:pt idx="214">
                  <c:v>5106</c:v>
                </c:pt>
                <c:pt idx="215">
                  <c:v>2137</c:v>
                </c:pt>
                <c:pt idx="216">
                  <c:v>2047</c:v>
                </c:pt>
                <c:pt idx="217">
                  <c:v>2340</c:v>
                </c:pt>
                <c:pt idx="218">
                  <c:v>831</c:v>
                </c:pt>
                <c:pt idx="219">
                  <c:v>1399</c:v>
                </c:pt>
                <c:pt idx="220">
                  <c:v>20327</c:v>
                </c:pt>
                <c:pt idx="221">
                  <c:v>611</c:v>
                </c:pt>
                <c:pt idx="222">
                  <c:v>762</c:v>
                </c:pt>
                <c:pt idx="223">
                  <c:v>744</c:v>
                </c:pt>
                <c:pt idx="224">
                  <c:v>1325</c:v>
                </c:pt>
                <c:pt idx="225">
                  <c:v>9286</c:v>
                </c:pt>
                <c:pt idx="226">
                  <c:v>1280</c:v>
                </c:pt>
                <c:pt idx="227">
                  <c:v>1410</c:v>
                </c:pt>
                <c:pt idx="228">
                  <c:v>911</c:v>
                </c:pt>
                <c:pt idx="229">
                  <c:v>11459</c:v>
                </c:pt>
                <c:pt idx="230">
                  <c:v>1192</c:v>
                </c:pt>
                <c:pt idx="231">
                  <c:v>8163</c:v>
                </c:pt>
                <c:pt idx="232">
                  <c:v>2402</c:v>
                </c:pt>
                <c:pt idx="233">
                  <c:v>840</c:v>
                </c:pt>
                <c:pt idx="234">
                  <c:v>722</c:v>
                </c:pt>
                <c:pt idx="235">
                  <c:v>857</c:v>
                </c:pt>
                <c:pt idx="236">
                  <c:v>78346</c:v>
                </c:pt>
                <c:pt idx="237">
                  <c:v>8446</c:v>
                </c:pt>
                <c:pt idx="238">
                  <c:v>1888</c:v>
                </c:pt>
                <c:pt idx="239">
                  <c:v>1104</c:v>
                </c:pt>
                <c:pt idx="240">
                  <c:v>5801</c:v>
                </c:pt>
                <c:pt idx="241">
                  <c:v>9456</c:v>
                </c:pt>
                <c:pt idx="242">
                  <c:v>1510</c:v>
                </c:pt>
                <c:pt idx="243">
                  <c:v>2671</c:v>
                </c:pt>
                <c:pt idx="244">
                  <c:v>2575</c:v>
                </c:pt>
                <c:pt idx="245">
                  <c:v>3967</c:v>
                </c:pt>
                <c:pt idx="246">
                  <c:v>3897</c:v>
                </c:pt>
                <c:pt idx="247">
                  <c:v>2460</c:v>
                </c:pt>
                <c:pt idx="248">
                  <c:v>710</c:v>
                </c:pt>
                <c:pt idx="249">
                  <c:v>322234</c:v>
                </c:pt>
                <c:pt idx="250">
                  <c:v>17432</c:v>
                </c:pt>
                <c:pt idx="251">
                  <c:v>17915</c:v>
                </c:pt>
                <c:pt idx="252">
                  <c:v>902</c:v>
                </c:pt>
                <c:pt idx="253">
                  <c:v>16281</c:v>
                </c:pt>
                <c:pt idx="254">
                  <c:v>22453</c:v>
                </c:pt>
                <c:pt idx="255">
                  <c:v>1131</c:v>
                </c:pt>
                <c:pt idx="256">
                  <c:v>1391</c:v>
                </c:pt>
                <c:pt idx="257">
                  <c:v>1023</c:v>
                </c:pt>
                <c:pt idx="258">
                  <c:v>5418</c:v>
                </c:pt>
                <c:pt idx="259">
                  <c:v>1319</c:v>
                </c:pt>
                <c:pt idx="260">
                  <c:v>2030</c:v>
                </c:pt>
                <c:pt idx="261">
                  <c:v>843</c:v>
                </c:pt>
                <c:pt idx="262">
                  <c:v>553</c:v>
                </c:pt>
                <c:pt idx="263">
                  <c:v>18899</c:v>
                </c:pt>
                <c:pt idx="264">
                  <c:v>1712</c:v>
                </c:pt>
                <c:pt idx="265">
                  <c:v>1678</c:v>
                </c:pt>
                <c:pt idx="266">
                  <c:v>1184</c:v>
                </c:pt>
                <c:pt idx="267">
                  <c:v>682</c:v>
                </c:pt>
                <c:pt idx="268">
                  <c:v>7374</c:v>
                </c:pt>
                <c:pt idx="269">
                  <c:v>916</c:v>
                </c:pt>
                <c:pt idx="270">
                  <c:v>3088</c:v>
                </c:pt>
                <c:pt idx="271">
                  <c:v>35069</c:v>
                </c:pt>
                <c:pt idx="272">
                  <c:v>119429</c:v>
                </c:pt>
                <c:pt idx="273">
                  <c:v>3305</c:v>
                </c:pt>
                <c:pt idx="274">
                  <c:v>2954</c:v>
                </c:pt>
                <c:pt idx="275">
                  <c:v>1525</c:v>
                </c:pt>
                <c:pt idx="276">
                  <c:v>13677</c:v>
                </c:pt>
                <c:pt idx="277">
                  <c:v>54529</c:v>
                </c:pt>
                <c:pt idx="278">
                  <c:v>1379</c:v>
                </c:pt>
                <c:pt idx="279">
                  <c:v>756</c:v>
                </c:pt>
                <c:pt idx="280">
                  <c:v>611</c:v>
                </c:pt>
                <c:pt idx="281">
                  <c:v>767</c:v>
                </c:pt>
                <c:pt idx="282">
                  <c:v>1314</c:v>
                </c:pt>
                <c:pt idx="283">
                  <c:v>998</c:v>
                </c:pt>
                <c:pt idx="284">
                  <c:v>794</c:v>
                </c:pt>
                <c:pt idx="285">
                  <c:v>918</c:v>
                </c:pt>
                <c:pt idx="286">
                  <c:v>2276</c:v>
                </c:pt>
                <c:pt idx="287">
                  <c:v>14627</c:v>
                </c:pt>
                <c:pt idx="288">
                  <c:v>8176</c:v>
                </c:pt>
                <c:pt idx="289">
                  <c:v>8330</c:v>
                </c:pt>
                <c:pt idx="290">
                  <c:v>523</c:v>
                </c:pt>
                <c:pt idx="291">
                  <c:v>635</c:v>
                </c:pt>
                <c:pt idx="292">
                  <c:v>1430</c:v>
                </c:pt>
                <c:pt idx="293">
                  <c:v>15552</c:v>
                </c:pt>
                <c:pt idx="294">
                  <c:v>1624</c:v>
                </c:pt>
                <c:pt idx="295">
                  <c:v>1301</c:v>
                </c:pt>
                <c:pt idx="296">
                  <c:v>34416</c:v>
                </c:pt>
                <c:pt idx="297">
                  <c:v>1412</c:v>
                </c:pt>
                <c:pt idx="298">
                  <c:v>651</c:v>
                </c:pt>
                <c:pt idx="299">
                  <c:v>856</c:v>
                </c:pt>
                <c:pt idx="300">
                  <c:v>703</c:v>
                </c:pt>
                <c:pt idx="301">
                  <c:v>1478</c:v>
                </c:pt>
                <c:pt idx="302">
                  <c:v>2844</c:v>
                </c:pt>
                <c:pt idx="303">
                  <c:v>2293</c:v>
                </c:pt>
                <c:pt idx="304">
                  <c:v>501</c:v>
                </c:pt>
                <c:pt idx="305">
                  <c:v>1312</c:v>
                </c:pt>
                <c:pt idx="306">
                  <c:v>541</c:v>
                </c:pt>
                <c:pt idx="307">
                  <c:v>5826</c:v>
                </c:pt>
                <c:pt idx="308">
                  <c:v>683</c:v>
                </c:pt>
                <c:pt idx="309">
                  <c:v>669</c:v>
                </c:pt>
                <c:pt idx="310">
                  <c:v>1860</c:v>
                </c:pt>
                <c:pt idx="311">
                  <c:v>1173</c:v>
                </c:pt>
                <c:pt idx="312">
                  <c:v>8893</c:v>
                </c:pt>
                <c:pt idx="313">
                  <c:v>949</c:v>
                </c:pt>
                <c:pt idx="314">
                  <c:v>580</c:v>
                </c:pt>
                <c:pt idx="315">
                  <c:v>3428</c:v>
                </c:pt>
                <c:pt idx="316">
                  <c:v>886</c:v>
                </c:pt>
                <c:pt idx="317">
                  <c:v>793</c:v>
                </c:pt>
                <c:pt idx="318">
                  <c:v>649</c:v>
                </c:pt>
                <c:pt idx="319">
                  <c:v>37132</c:v>
                </c:pt>
                <c:pt idx="320">
                  <c:v>789</c:v>
                </c:pt>
                <c:pt idx="321">
                  <c:v>8348</c:v>
                </c:pt>
                <c:pt idx="322">
                  <c:v>9594</c:v>
                </c:pt>
                <c:pt idx="323">
                  <c:v>3679</c:v>
                </c:pt>
                <c:pt idx="324">
                  <c:v>1415</c:v>
                </c:pt>
                <c:pt idx="325">
                  <c:v>2054</c:v>
                </c:pt>
                <c:pt idx="326">
                  <c:v>593</c:v>
                </c:pt>
                <c:pt idx="327">
                  <c:v>3059</c:v>
                </c:pt>
                <c:pt idx="328">
                  <c:v>2266</c:v>
                </c:pt>
                <c:pt idx="329">
                  <c:v>736</c:v>
                </c:pt>
                <c:pt idx="330">
                  <c:v>615</c:v>
                </c:pt>
                <c:pt idx="331">
                  <c:v>1207</c:v>
                </c:pt>
                <c:pt idx="332">
                  <c:v>7023</c:v>
                </c:pt>
                <c:pt idx="333">
                  <c:v>4627</c:v>
                </c:pt>
                <c:pt idx="334">
                  <c:v>979</c:v>
                </c:pt>
                <c:pt idx="335">
                  <c:v>580</c:v>
                </c:pt>
                <c:pt idx="336">
                  <c:v>1846</c:v>
                </c:pt>
                <c:pt idx="337">
                  <c:v>652</c:v>
                </c:pt>
                <c:pt idx="338">
                  <c:v>1907</c:v>
                </c:pt>
                <c:pt idx="339">
                  <c:v>4412</c:v>
                </c:pt>
                <c:pt idx="340">
                  <c:v>18388</c:v>
                </c:pt>
                <c:pt idx="341">
                  <c:v>902</c:v>
                </c:pt>
                <c:pt idx="342">
                  <c:v>572</c:v>
                </c:pt>
                <c:pt idx="343">
                  <c:v>29384</c:v>
                </c:pt>
                <c:pt idx="344">
                  <c:v>1096</c:v>
                </c:pt>
                <c:pt idx="345">
                  <c:v>15297</c:v>
                </c:pt>
                <c:pt idx="346">
                  <c:v>739</c:v>
                </c:pt>
                <c:pt idx="347">
                  <c:v>30216</c:v>
                </c:pt>
                <c:pt idx="348">
                  <c:v>3338</c:v>
                </c:pt>
                <c:pt idx="349">
                  <c:v>3961</c:v>
                </c:pt>
                <c:pt idx="350">
                  <c:v>1670</c:v>
                </c:pt>
                <c:pt idx="351">
                  <c:v>4201</c:v>
                </c:pt>
                <c:pt idx="352">
                  <c:v>504</c:v>
                </c:pt>
                <c:pt idx="353">
                  <c:v>833</c:v>
                </c:pt>
                <c:pt idx="354">
                  <c:v>2471</c:v>
                </c:pt>
                <c:pt idx="355">
                  <c:v>32181</c:v>
                </c:pt>
                <c:pt idx="356">
                  <c:v>14340</c:v>
                </c:pt>
                <c:pt idx="357">
                  <c:v>8306</c:v>
                </c:pt>
                <c:pt idx="358">
                  <c:v>286878</c:v>
                </c:pt>
                <c:pt idx="359">
                  <c:v>623</c:v>
                </c:pt>
                <c:pt idx="360">
                  <c:v>18723</c:v>
                </c:pt>
                <c:pt idx="361">
                  <c:v>837</c:v>
                </c:pt>
                <c:pt idx="362">
                  <c:v>781</c:v>
                </c:pt>
                <c:pt idx="363">
                  <c:v>711</c:v>
                </c:pt>
                <c:pt idx="364">
                  <c:v>649</c:v>
                </c:pt>
                <c:pt idx="365">
                  <c:v>537</c:v>
                </c:pt>
                <c:pt idx="366">
                  <c:v>741</c:v>
                </c:pt>
                <c:pt idx="367">
                  <c:v>514</c:v>
                </c:pt>
                <c:pt idx="368">
                  <c:v>1738</c:v>
                </c:pt>
                <c:pt idx="369">
                  <c:v>2071</c:v>
                </c:pt>
                <c:pt idx="370">
                  <c:v>716</c:v>
                </c:pt>
                <c:pt idx="371">
                  <c:v>1731</c:v>
                </c:pt>
                <c:pt idx="372">
                  <c:v>1390</c:v>
                </c:pt>
                <c:pt idx="373">
                  <c:v>1905</c:v>
                </c:pt>
                <c:pt idx="374">
                  <c:v>1184</c:v>
                </c:pt>
                <c:pt idx="375">
                  <c:v>4536</c:v>
                </c:pt>
                <c:pt idx="376">
                  <c:v>1145</c:v>
                </c:pt>
                <c:pt idx="377">
                  <c:v>4725</c:v>
                </c:pt>
                <c:pt idx="378">
                  <c:v>639</c:v>
                </c:pt>
                <c:pt idx="379">
                  <c:v>2076</c:v>
                </c:pt>
                <c:pt idx="380">
                  <c:v>1104</c:v>
                </c:pt>
                <c:pt idx="381">
                  <c:v>798</c:v>
                </c:pt>
                <c:pt idx="382">
                  <c:v>881</c:v>
                </c:pt>
                <c:pt idx="383">
                  <c:v>3227</c:v>
                </c:pt>
                <c:pt idx="384">
                  <c:v>559</c:v>
                </c:pt>
                <c:pt idx="385">
                  <c:v>778</c:v>
                </c:pt>
                <c:pt idx="386">
                  <c:v>828</c:v>
                </c:pt>
                <c:pt idx="387">
                  <c:v>14469</c:v>
                </c:pt>
                <c:pt idx="388">
                  <c:v>501</c:v>
                </c:pt>
                <c:pt idx="389">
                  <c:v>1698</c:v>
                </c:pt>
                <c:pt idx="390">
                  <c:v>6089</c:v>
                </c:pt>
                <c:pt idx="391">
                  <c:v>6686</c:v>
                </c:pt>
                <c:pt idx="392">
                  <c:v>5793</c:v>
                </c:pt>
                <c:pt idx="393">
                  <c:v>532</c:v>
                </c:pt>
                <c:pt idx="394">
                  <c:v>7405</c:v>
                </c:pt>
                <c:pt idx="395">
                  <c:v>37995</c:v>
                </c:pt>
                <c:pt idx="396">
                  <c:v>6769</c:v>
                </c:pt>
                <c:pt idx="397">
                  <c:v>1331</c:v>
                </c:pt>
                <c:pt idx="398">
                  <c:v>7080</c:v>
                </c:pt>
                <c:pt idx="399">
                  <c:v>781</c:v>
                </c:pt>
                <c:pt idx="400">
                  <c:v>3556</c:v>
                </c:pt>
                <c:pt idx="401">
                  <c:v>602</c:v>
                </c:pt>
                <c:pt idx="402">
                  <c:v>2912</c:v>
                </c:pt>
                <c:pt idx="403">
                  <c:v>25115</c:v>
                </c:pt>
                <c:pt idx="404">
                  <c:v>862</c:v>
                </c:pt>
                <c:pt idx="405">
                  <c:v>1759</c:v>
                </c:pt>
                <c:pt idx="406">
                  <c:v>887</c:v>
                </c:pt>
                <c:pt idx="407">
                  <c:v>1141</c:v>
                </c:pt>
                <c:pt idx="408">
                  <c:v>11697</c:v>
                </c:pt>
                <c:pt idx="409">
                  <c:v>2534</c:v>
                </c:pt>
                <c:pt idx="410">
                  <c:v>1113</c:v>
                </c:pt>
                <c:pt idx="411">
                  <c:v>2099</c:v>
                </c:pt>
                <c:pt idx="412">
                  <c:v>2132</c:v>
                </c:pt>
                <c:pt idx="413">
                  <c:v>1170</c:v>
                </c:pt>
                <c:pt idx="414">
                  <c:v>555</c:v>
                </c:pt>
                <c:pt idx="415">
                  <c:v>5497</c:v>
                </c:pt>
                <c:pt idx="416">
                  <c:v>3989</c:v>
                </c:pt>
                <c:pt idx="417">
                  <c:v>644</c:v>
                </c:pt>
                <c:pt idx="418">
                  <c:v>870</c:v>
                </c:pt>
                <c:pt idx="419">
                  <c:v>1228</c:v>
                </c:pt>
                <c:pt idx="420">
                  <c:v>15157</c:v>
                </c:pt>
                <c:pt idx="421">
                  <c:v>120871</c:v>
                </c:pt>
                <c:pt idx="422">
                  <c:v>9883</c:v>
                </c:pt>
                <c:pt idx="423">
                  <c:v>1178</c:v>
                </c:pt>
                <c:pt idx="424">
                  <c:v>6110</c:v>
                </c:pt>
                <c:pt idx="425">
                  <c:v>2216</c:v>
                </c:pt>
                <c:pt idx="426">
                  <c:v>4386</c:v>
                </c:pt>
                <c:pt idx="427">
                  <c:v>29205</c:v>
                </c:pt>
                <c:pt idx="428">
                  <c:v>641</c:v>
                </c:pt>
                <c:pt idx="429">
                  <c:v>522</c:v>
                </c:pt>
                <c:pt idx="430">
                  <c:v>7360</c:v>
                </c:pt>
                <c:pt idx="431">
                  <c:v>1619</c:v>
                </c:pt>
                <c:pt idx="432">
                  <c:v>1620</c:v>
                </c:pt>
                <c:pt idx="433">
                  <c:v>1202</c:v>
                </c:pt>
                <c:pt idx="434">
                  <c:v>842</c:v>
                </c:pt>
                <c:pt idx="435">
                  <c:v>691</c:v>
                </c:pt>
                <c:pt idx="436">
                  <c:v>4834</c:v>
                </c:pt>
                <c:pt idx="437">
                  <c:v>723</c:v>
                </c:pt>
                <c:pt idx="438">
                  <c:v>8364</c:v>
                </c:pt>
                <c:pt idx="439">
                  <c:v>588</c:v>
                </c:pt>
                <c:pt idx="440">
                  <c:v>14443</c:v>
                </c:pt>
                <c:pt idx="441">
                  <c:v>3118</c:v>
                </c:pt>
                <c:pt idx="442">
                  <c:v>776</c:v>
                </c:pt>
                <c:pt idx="443">
                  <c:v>4048</c:v>
                </c:pt>
                <c:pt idx="444">
                  <c:v>512</c:v>
                </c:pt>
                <c:pt idx="445">
                  <c:v>3061</c:v>
                </c:pt>
                <c:pt idx="446">
                  <c:v>14007</c:v>
                </c:pt>
                <c:pt idx="447">
                  <c:v>881</c:v>
                </c:pt>
                <c:pt idx="448">
                  <c:v>1994</c:v>
                </c:pt>
                <c:pt idx="449">
                  <c:v>847</c:v>
                </c:pt>
                <c:pt idx="450">
                  <c:v>1254</c:v>
                </c:pt>
                <c:pt idx="451">
                  <c:v>2025</c:v>
                </c:pt>
                <c:pt idx="452">
                  <c:v>4781</c:v>
                </c:pt>
                <c:pt idx="453">
                  <c:v>897</c:v>
                </c:pt>
                <c:pt idx="454">
                  <c:v>566</c:v>
                </c:pt>
                <c:pt idx="455">
                  <c:v>4489</c:v>
                </c:pt>
                <c:pt idx="456">
                  <c:v>1394</c:v>
                </c:pt>
                <c:pt idx="457">
                  <c:v>1643</c:v>
                </c:pt>
                <c:pt idx="458">
                  <c:v>1670</c:v>
                </c:pt>
                <c:pt idx="459">
                  <c:v>874</c:v>
                </c:pt>
                <c:pt idx="460">
                  <c:v>1671</c:v>
                </c:pt>
                <c:pt idx="461">
                  <c:v>680</c:v>
                </c:pt>
                <c:pt idx="462">
                  <c:v>1740</c:v>
                </c:pt>
                <c:pt idx="463">
                  <c:v>1798</c:v>
                </c:pt>
                <c:pt idx="464">
                  <c:v>1542</c:v>
                </c:pt>
                <c:pt idx="465">
                  <c:v>819</c:v>
                </c:pt>
                <c:pt idx="466">
                  <c:v>1389</c:v>
                </c:pt>
                <c:pt idx="467">
                  <c:v>1049</c:v>
                </c:pt>
                <c:pt idx="468">
                  <c:v>4939</c:v>
                </c:pt>
                <c:pt idx="469">
                  <c:v>644</c:v>
                </c:pt>
                <c:pt idx="470">
                  <c:v>778</c:v>
                </c:pt>
                <c:pt idx="471">
                  <c:v>8528</c:v>
                </c:pt>
                <c:pt idx="472">
                  <c:v>27148</c:v>
                </c:pt>
                <c:pt idx="473">
                  <c:v>1656</c:v>
                </c:pt>
                <c:pt idx="474">
                  <c:v>636</c:v>
                </c:pt>
                <c:pt idx="475">
                  <c:v>14720</c:v>
                </c:pt>
                <c:pt idx="476">
                  <c:v>124918</c:v>
                </c:pt>
                <c:pt idx="477">
                  <c:v>2693</c:v>
                </c:pt>
                <c:pt idx="478">
                  <c:v>1816</c:v>
                </c:pt>
                <c:pt idx="479">
                  <c:v>620</c:v>
                </c:pt>
                <c:pt idx="480">
                  <c:v>2674</c:v>
                </c:pt>
                <c:pt idx="481">
                  <c:v>3658</c:v>
                </c:pt>
                <c:pt idx="482">
                  <c:v>604</c:v>
                </c:pt>
                <c:pt idx="483">
                  <c:v>1045</c:v>
                </c:pt>
                <c:pt idx="484">
                  <c:v>281763</c:v>
                </c:pt>
                <c:pt idx="485">
                  <c:v>1424</c:v>
                </c:pt>
                <c:pt idx="486">
                  <c:v>11773</c:v>
                </c:pt>
                <c:pt idx="487">
                  <c:v>1054</c:v>
                </c:pt>
                <c:pt idx="488">
                  <c:v>1581</c:v>
                </c:pt>
                <c:pt idx="489">
                  <c:v>802</c:v>
                </c:pt>
                <c:pt idx="490">
                  <c:v>721</c:v>
                </c:pt>
                <c:pt idx="491">
                  <c:v>1394</c:v>
                </c:pt>
                <c:pt idx="492">
                  <c:v>128956</c:v>
                </c:pt>
                <c:pt idx="493">
                  <c:v>833</c:v>
                </c:pt>
                <c:pt idx="494">
                  <c:v>585</c:v>
                </c:pt>
                <c:pt idx="495">
                  <c:v>2825</c:v>
                </c:pt>
                <c:pt idx="496">
                  <c:v>21418</c:v>
                </c:pt>
                <c:pt idx="497">
                  <c:v>4073</c:v>
                </c:pt>
                <c:pt idx="498">
                  <c:v>2826</c:v>
                </c:pt>
                <c:pt idx="499">
                  <c:v>1716</c:v>
                </c:pt>
                <c:pt idx="500">
                  <c:v>7280</c:v>
                </c:pt>
                <c:pt idx="501">
                  <c:v>1493</c:v>
                </c:pt>
                <c:pt idx="502">
                  <c:v>1531</c:v>
                </c:pt>
                <c:pt idx="503">
                  <c:v>505</c:v>
                </c:pt>
                <c:pt idx="504">
                  <c:v>2787</c:v>
                </c:pt>
                <c:pt idx="505">
                  <c:v>2488</c:v>
                </c:pt>
                <c:pt idx="506">
                  <c:v>948</c:v>
                </c:pt>
                <c:pt idx="507">
                  <c:v>2169</c:v>
                </c:pt>
                <c:pt idx="508">
                  <c:v>5784</c:v>
                </c:pt>
                <c:pt idx="509">
                  <c:v>603</c:v>
                </c:pt>
                <c:pt idx="510">
                  <c:v>16316</c:v>
                </c:pt>
                <c:pt idx="511">
                  <c:v>871</c:v>
                </c:pt>
                <c:pt idx="512">
                  <c:v>893</c:v>
                </c:pt>
                <c:pt idx="513">
                  <c:v>769</c:v>
                </c:pt>
                <c:pt idx="514">
                  <c:v>1112</c:v>
                </c:pt>
                <c:pt idx="515">
                  <c:v>7791</c:v>
                </c:pt>
                <c:pt idx="516">
                  <c:v>859</c:v>
                </c:pt>
                <c:pt idx="517">
                  <c:v>769</c:v>
                </c:pt>
                <c:pt idx="518">
                  <c:v>1482</c:v>
                </c:pt>
                <c:pt idx="519">
                  <c:v>35301</c:v>
                </c:pt>
                <c:pt idx="520">
                  <c:v>131890</c:v>
                </c:pt>
                <c:pt idx="521">
                  <c:v>1126</c:v>
                </c:pt>
                <c:pt idx="522">
                  <c:v>998</c:v>
                </c:pt>
                <c:pt idx="523">
                  <c:v>537</c:v>
                </c:pt>
                <c:pt idx="524">
                  <c:v>803</c:v>
                </c:pt>
                <c:pt idx="525">
                  <c:v>2731</c:v>
                </c:pt>
                <c:pt idx="526">
                  <c:v>4388</c:v>
                </c:pt>
                <c:pt idx="527">
                  <c:v>1123</c:v>
                </c:pt>
                <c:pt idx="528">
                  <c:v>4628</c:v>
                </c:pt>
                <c:pt idx="529">
                  <c:v>4390</c:v>
                </c:pt>
                <c:pt idx="530">
                  <c:v>4653</c:v>
                </c:pt>
                <c:pt idx="531">
                  <c:v>3492</c:v>
                </c:pt>
                <c:pt idx="532">
                  <c:v>571</c:v>
                </c:pt>
                <c:pt idx="533">
                  <c:v>5377</c:v>
                </c:pt>
                <c:pt idx="534">
                  <c:v>158017</c:v>
                </c:pt>
                <c:pt idx="535">
                  <c:v>14511</c:v>
                </c:pt>
                <c:pt idx="536">
                  <c:v>858</c:v>
                </c:pt>
                <c:pt idx="537">
                  <c:v>5037</c:v>
                </c:pt>
                <c:pt idx="538">
                  <c:v>780</c:v>
                </c:pt>
                <c:pt idx="539">
                  <c:v>8686</c:v>
                </c:pt>
                <c:pt idx="540">
                  <c:v>613</c:v>
                </c:pt>
                <c:pt idx="541">
                  <c:v>1245</c:v>
                </c:pt>
                <c:pt idx="542">
                  <c:v>8616</c:v>
                </c:pt>
                <c:pt idx="543">
                  <c:v>1840</c:v>
                </c:pt>
                <c:pt idx="544">
                  <c:v>1036</c:v>
                </c:pt>
                <c:pt idx="545">
                  <c:v>1780</c:v>
                </c:pt>
                <c:pt idx="546">
                  <c:v>50122</c:v>
                </c:pt>
                <c:pt idx="547">
                  <c:v>1573</c:v>
                </c:pt>
                <c:pt idx="548">
                  <c:v>1907</c:v>
                </c:pt>
                <c:pt idx="549">
                  <c:v>151419</c:v>
                </c:pt>
                <c:pt idx="550">
                  <c:v>1114</c:v>
                </c:pt>
                <c:pt idx="551">
                  <c:v>1329</c:v>
                </c:pt>
                <c:pt idx="552">
                  <c:v>3504</c:v>
                </c:pt>
                <c:pt idx="553">
                  <c:v>803</c:v>
                </c:pt>
                <c:pt idx="554">
                  <c:v>21874</c:v>
                </c:pt>
                <c:pt idx="555">
                  <c:v>3254</c:v>
                </c:pt>
                <c:pt idx="556">
                  <c:v>863</c:v>
                </c:pt>
                <c:pt idx="557">
                  <c:v>27539</c:v>
                </c:pt>
                <c:pt idx="558">
                  <c:v>834</c:v>
                </c:pt>
                <c:pt idx="559">
                  <c:v>313577</c:v>
                </c:pt>
                <c:pt idx="560">
                  <c:v>5331</c:v>
                </c:pt>
                <c:pt idx="561">
                  <c:v>3025</c:v>
                </c:pt>
                <c:pt idx="562">
                  <c:v>569</c:v>
                </c:pt>
                <c:pt idx="563">
                  <c:v>2821</c:v>
                </c:pt>
                <c:pt idx="564">
                  <c:v>13152</c:v>
                </c:pt>
                <c:pt idx="565">
                  <c:v>5726</c:v>
                </c:pt>
                <c:pt idx="566">
                  <c:v>539</c:v>
                </c:pt>
                <c:pt idx="567">
                  <c:v>242067</c:v>
                </c:pt>
                <c:pt idx="568">
                  <c:v>1713</c:v>
                </c:pt>
                <c:pt idx="569">
                  <c:v>888</c:v>
                </c:pt>
                <c:pt idx="570">
                  <c:v>830</c:v>
                </c:pt>
                <c:pt idx="571">
                  <c:v>2250</c:v>
                </c:pt>
                <c:pt idx="572">
                  <c:v>4819</c:v>
                </c:pt>
                <c:pt idx="573">
                  <c:v>568</c:v>
                </c:pt>
                <c:pt idx="574">
                  <c:v>614</c:v>
                </c:pt>
                <c:pt idx="575">
                  <c:v>540</c:v>
                </c:pt>
                <c:pt idx="576">
                  <c:v>2239</c:v>
                </c:pt>
                <c:pt idx="577">
                  <c:v>27245</c:v>
                </c:pt>
                <c:pt idx="578">
                  <c:v>1982</c:v>
                </c:pt>
                <c:pt idx="579">
                  <c:v>970</c:v>
                </c:pt>
                <c:pt idx="580">
                  <c:v>1421</c:v>
                </c:pt>
                <c:pt idx="581">
                  <c:v>1149</c:v>
                </c:pt>
                <c:pt idx="582">
                  <c:v>1231</c:v>
                </c:pt>
                <c:pt idx="583">
                  <c:v>5109</c:v>
                </c:pt>
                <c:pt idx="584">
                  <c:v>1700</c:v>
                </c:pt>
                <c:pt idx="585">
                  <c:v>1466</c:v>
                </c:pt>
                <c:pt idx="586">
                  <c:v>818</c:v>
                </c:pt>
                <c:pt idx="587">
                  <c:v>570</c:v>
                </c:pt>
                <c:pt idx="588">
                  <c:v>980</c:v>
                </c:pt>
                <c:pt idx="589">
                  <c:v>911</c:v>
                </c:pt>
                <c:pt idx="590">
                  <c:v>1859</c:v>
                </c:pt>
                <c:pt idx="591">
                  <c:v>41701</c:v>
                </c:pt>
                <c:pt idx="592">
                  <c:v>883</c:v>
                </c:pt>
                <c:pt idx="593">
                  <c:v>1904</c:v>
                </c:pt>
                <c:pt idx="594">
                  <c:v>3270</c:v>
                </c:pt>
                <c:pt idx="595">
                  <c:v>875</c:v>
                </c:pt>
                <c:pt idx="596">
                  <c:v>6072</c:v>
                </c:pt>
                <c:pt idx="597">
                  <c:v>924</c:v>
                </c:pt>
                <c:pt idx="598">
                  <c:v>825</c:v>
                </c:pt>
                <c:pt idx="599">
                  <c:v>1432</c:v>
                </c:pt>
                <c:pt idx="600">
                  <c:v>2942</c:v>
                </c:pt>
                <c:pt idx="601">
                  <c:v>1627</c:v>
                </c:pt>
                <c:pt idx="602">
                  <c:v>1571</c:v>
                </c:pt>
                <c:pt idx="603">
                  <c:v>4095</c:v>
                </c:pt>
                <c:pt idx="604">
                  <c:v>1166</c:v>
                </c:pt>
                <c:pt idx="605">
                  <c:v>842</c:v>
                </c:pt>
                <c:pt idx="606">
                  <c:v>1830</c:v>
                </c:pt>
                <c:pt idx="607">
                  <c:v>791</c:v>
                </c:pt>
                <c:pt idx="608">
                  <c:v>604</c:v>
                </c:pt>
                <c:pt idx="609">
                  <c:v>662</c:v>
                </c:pt>
                <c:pt idx="610">
                  <c:v>1066</c:v>
                </c:pt>
                <c:pt idx="611">
                  <c:v>10483</c:v>
                </c:pt>
                <c:pt idx="612">
                  <c:v>24058</c:v>
                </c:pt>
                <c:pt idx="613">
                  <c:v>758</c:v>
                </c:pt>
                <c:pt idx="614">
                  <c:v>515</c:v>
                </c:pt>
                <c:pt idx="615">
                  <c:v>2167</c:v>
                </c:pt>
                <c:pt idx="616">
                  <c:v>900</c:v>
                </c:pt>
                <c:pt idx="617">
                  <c:v>1860</c:v>
                </c:pt>
                <c:pt idx="618">
                  <c:v>1406</c:v>
                </c:pt>
                <c:pt idx="619">
                  <c:v>27054</c:v>
                </c:pt>
                <c:pt idx="620">
                  <c:v>2160</c:v>
                </c:pt>
                <c:pt idx="621">
                  <c:v>608</c:v>
                </c:pt>
                <c:pt idx="622">
                  <c:v>765</c:v>
                </c:pt>
                <c:pt idx="623">
                  <c:v>502</c:v>
                </c:pt>
                <c:pt idx="624">
                  <c:v>21748</c:v>
                </c:pt>
                <c:pt idx="625">
                  <c:v>10424</c:v>
                </c:pt>
                <c:pt idx="626">
                  <c:v>1752</c:v>
                </c:pt>
                <c:pt idx="627">
                  <c:v>1016</c:v>
                </c:pt>
                <c:pt idx="628">
                  <c:v>714</c:v>
                </c:pt>
                <c:pt idx="629">
                  <c:v>1086</c:v>
                </c:pt>
                <c:pt idx="630">
                  <c:v>704</c:v>
                </c:pt>
                <c:pt idx="631">
                  <c:v>770</c:v>
                </c:pt>
                <c:pt idx="632">
                  <c:v>3095</c:v>
                </c:pt>
                <c:pt idx="633">
                  <c:v>756</c:v>
                </c:pt>
                <c:pt idx="634">
                  <c:v>8619</c:v>
                </c:pt>
                <c:pt idx="635">
                  <c:v>1012</c:v>
                </c:pt>
                <c:pt idx="636">
                  <c:v>1637</c:v>
                </c:pt>
                <c:pt idx="637">
                  <c:v>1011</c:v>
                </c:pt>
                <c:pt idx="638">
                  <c:v>12678</c:v>
                </c:pt>
                <c:pt idx="639">
                  <c:v>3226</c:v>
                </c:pt>
                <c:pt idx="640">
                  <c:v>1058</c:v>
                </c:pt>
                <c:pt idx="641">
                  <c:v>557</c:v>
                </c:pt>
                <c:pt idx="642">
                  <c:v>9963</c:v>
                </c:pt>
                <c:pt idx="643">
                  <c:v>534</c:v>
                </c:pt>
                <c:pt idx="644">
                  <c:v>3057</c:v>
                </c:pt>
                <c:pt idx="645">
                  <c:v>750</c:v>
                </c:pt>
                <c:pt idx="646">
                  <c:v>1813</c:v>
                </c:pt>
                <c:pt idx="647">
                  <c:v>6679</c:v>
                </c:pt>
                <c:pt idx="648">
                  <c:v>1819</c:v>
                </c:pt>
                <c:pt idx="649">
                  <c:v>774</c:v>
                </c:pt>
                <c:pt idx="650">
                  <c:v>13838</c:v>
                </c:pt>
                <c:pt idx="651">
                  <c:v>5126</c:v>
                </c:pt>
                <c:pt idx="652">
                  <c:v>1361</c:v>
                </c:pt>
                <c:pt idx="653">
                  <c:v>2517</c:v>
                </c:pt>
                <c:pt idx="654">
                  <c:v>588</c:v>
                </c:pt>
                <c:pt idx="655">
                  <c:v>152433</c:v>
                </c:pt>
                <c:pt idx="656">
                  <c:v>719</c:v>
                </c:pt>
                <c:pt idx="657">
                  <c:v>6626</c:v>
                </c:pt>
                <c:pt idx="658">
                  <c:v>746</c:v>
                </c:pt>
                <c:pt idx="659">
                  <c:v>872</c:v>
                </c:pt>
                <c:pt idx="660">
                  <c:v>1474</c:v>
                </c:pt>
                <c:pt idx="661">
                  <c:v>2236</c:v>
                </c:pt>
                <c:pt idx="662">
                  <c:v>2276</c:v>
                </c:pt>
                <c:pt idx="663">
                  <c:v>1469</c:v>
                </c:pt>
                <c:pt idx="664">
                  <c:v>642</c:v>
                </c:pt>
                <c:pt idx="665">
                  <c:v>3386</c:v>
                </c:pt>
                <c:pt idx="666">
                  <c:v>515</c:v>
                </c:pt>
                <c:pt idx="667">
                  <c:v>615</c:v>
                </c:pt>
                <c:pt idx="668">
                  <c:v>7068</c:v>
                </c:pt>
                <c:pt idx="669">
                  <c:v>785</c:v>
                </c:pt>
                <c:pt idx="670">
                  <c:v>987</c:v>
                </c:pt>
                <c:pt idx="671">
                  <c:v>12373</c:v>
                </c:pt>
                <c:pt idx="672">
                  <c:v>551</c:v>
                </c:pt>
                <c:pt idx="673">
                  <c:v>3343</c:v>
                </c:pt>
                <c:pt idx="674">
                  <c:v>634</c:v>
                </c:pt>
                <c:pt idx="675">
                  <c:v>5167</c:v>
                </c:pt>
                <c:pt idx="676">
                  <c:v>1508</c:v>
                </c:pt>
                <c:pt idx="677">
                  <c:v>41691</c:v>
                </c:pt>
                <c:pt idx="678">
                  <c:v>800</c:v>
                </c:pt>
                <c:pt idx="679">
                  <c:v>1602</c:v>
                </c:pt>
                <c:pt idx="680">
                  <c:v>1325</c:v>
                </c:pt>
                <c:pt idx="681">
                  <c:v>18669</c:v>
                </c:pt>
                <c:pt idx="682">
                  <c:v>3922</c:v>
                </c:pt>
                <c:pt idx="683">
                  <c:v>968</c:v>
                </c:pt>
                <c:pt idx="684">
                  <c:v>8804</c:v>
                </c:pt>
                <c:pt idx="685">
                  <c:v>974</c:v>
                </c:pt>
                <c:pt idx="686">
                  <c:v>2570</c:v>
                </c:pt>
                <c:pt idx="687">
                  <c:v>1249</c:v>
                </c:pt>
                <c:pt idx="688">
                  <c:v>1567</c:v>
                </c:pt>
                <c:pt idx="689">
                  <c:v>3152</c:v>
                </c:pt>
                <c:pt idx="690">
                  <c:v>653</c:v>
                </c:pt>
                <c:pt idx="691">
                  <c:v>6103</c:v>
                </c:pt>
                <c:pt idx="692">
                  <c:v>279741</c:v>
                </c:pt>
                <c:pt idx="693">
                  <c:v>705</c:v>
                </c:pt>
                <c:pt idx="694">
                  <c:v>10630</c:v>
                </c:pt>
                <c:pt idx="695">
                  <c:v>5037</c:v>
                </c:pt>
                <c:pt idx="696">
                  <c:v>808</c:v>
                </c:pt>
                <c:pt idx="697">
                  <c:v>24731</c:v>
                </c:pt>
                <c:pt idx="698">
                  <c:v>3247</c:v>
                </c:pt>
                <c:pt idx="699">
                  <c:v>865</c:v>
                </c:pt>
                <c:pt idx="700">
                  <c:v>1022</c:v>
                </c:pt>
                <c:pt idx="701">
                  <c:v>587</c:v>
                </c:pt>
                <c:pt idx="702">
                  <c:v>7042</c:v>
                </c:pt>
                <c:pt idx="703">
                  <c:v>11314</c:v>
                </c:pt>
                <c:pt idx="704">
                  <c:v>895</c:v>
                </c:pt>
                <c:pt idx="705">
                  <c:v>16258</c:v>
                </c:pt>
                <c:pt idx="706">
                  <c:v>1031</c:v>
                </c:pt>
                <c:pt idx="707">
                  <c:v>618</c:v>
                </c:pt>
                <c:pt idx="708">
                  <c:v>601</c:v>
                </c:pt>
                <c:pt idx="709">
                  <c:v>1353</c:v>
                </c:pt>
                <c:pt idx="710">
                  <c:v>1021</c:v>
                </c:pt>
                <c:pt idx="711">
                  <c:v>7043</c:v>
                </c:pt>
                <c:pt idx="712">
                  <c:v>611</c:v>
                </c:pt>
                <c:pt idx="713">
                  <c:v>1340</c:v>
                </c:pt>
                <c:pt idx="714">
                  <c:v>844</c:v>
                </c:pt>
                <c:pt idx="715">
                  <c:v>33067</c:v>
                </c:pt>
                <c:pt idx="716">
                  <c:v>3254</c:v>
                </c:pt>
                <c:pt idx="717">
                  <c:v>505</c:v>
                </c:pt>
                <c:pt idx="718">
                  <c:v>651</c:v>
                </c:pt>
                <c:pt idx="719">
                  <c:v>12520</c:v>
                </c:pt>
                <c:pt idx="720">
                  <c:v>4840</c:v>
                </c:pt>
                <c:pt idx="721">
                  <c:v>27688</c:v>
                </c:pt>
                <c:pt idx="722">
                  <c:v>1760</c:v>
                </c:pt>
                <c:pt idx="723">
                  <c:v>1071</c:v>
                </c:pt>
                <c:pt idx="724">
                  <c:v>1716</c:v>
                </c:pt>
                <c:pt idx="725">
                  <c:v>4452</c:v>
                </c:pt>
                <c:pt idx="726">
                  <c:v>505</c:v>
                </c:pt>
                <c:pt idx="727">
                  <c:v>1066</c:v>
                </c:pt>
                <c:pt idx="728">
                  <c:v>4883</c:v>
                </c:pt>
                <c:pt idx="729">
                  <c:v>1062</c:v>
                </c:pt>
                <c:pt idx="730">
                  <c:v>1414</c:v>
                </c:pt>
                <c:pt idx="731">
                  <c:v>812</c:v>
                </c:pt>
                <c:pt idx="732">
                  <c:v>1369</c:v>
                </c:pt>
                <c:pt idx="733">
                  <c:v>1637</c:v>
                </c:pt>
                <c:pt idx="734">
                  <c:v>741</c:v>
                </c:pt>
                <c:pt idx="735">
                  <c:v>1001</c:v>
                </c:pt>
                <c:pt idx="736">
                  <c:v>1436</c:v>
                </c:pt>
                <c:pt idx="737">
                  <c:v>3092</c:v>
                </c:pt>
                <c:pt idx="738">
                  <c:v>1789</c:v>
                </c:pt>
                <c:pt idx="739">
                  <c:v>1159</c:v>
                </c:pt>
                <c:pt idx="740">
                  <c:v>531</c:v>
                </c:pt>
                <c:pt idx="741">
                  <c:v>926</c:v>
                </c:pt>
                <c:pt idx="742">
                  <c:v>2505</c:v>
                </c:pt>
                <c:pt idx="743">
                  <c:v>629</c:v>
                </c:pt>
                <c:pt idx="744">
                  <c:v>6663</c:v>
                </c:pt>
                <c:pt idx="745">
                  <c:v>3133</c:v>
                </c:pt>
                <c:pt idx="746">
                  <c:v>2259</c:v>
                </c:pt>
                <c:pt idx="747">
                  <c:v>2313</c:v>
                </c:pt>
                <c:pt idx="748">
                  <c:v>1759</c:v>
                </c:pt>
                <c:pt idx="749">
                  <c:v>16480</c:v>
                </c:pt>
                <c:pt idx="750">
                  <c:v>3870</c:v>
                </c:pt>
                <c:pt idx="751">
                  <c:v>1250</c:v>
                </c:pt>
                <c:pt idx="752">
                  <c:v>1539</c:v>
                </c:pt>
                <c:pt idx="753">
                  <c:v>18945</c:v>
                </c:pt>
                <c:pt idx="754">
                  <c:v>19954</c:v>
                </c:pt>
                <c:pt idx="755">
                  <c:v>4009</c:v>
                </c:pt>
                <c:pt idx="756">
                  <c:v>832</c:v>
                </c:pt>
                <c:pt idx="757">
                  <c:v>5893</c:v>
                </c:pt>
                <c:pt idx="758">
                  <c:v>4321</c:v>
                </c:pt>
                <c:pt idx="759">
                  <c:v>899</c:v>
                </c:pt>
                <c:pt idx="760">
                  <c:v>521</c:v>
                </c:pt>
                <c:pt idx="761">
                  <c:v>901</c:v>
                </c:pt>
                <c:pt idx="762">
                  <c:v>671</c:v>
                </c:pt>
                <c:pt idx="763">
                  <c:v>951</c:v>
                </c:pt>
                <c:pt idx="764">
                  <c:v>10053</c:v>
                </c:pt>
                <c:pt idx="765">
                  <c:v>520</c:v>
                </c:pt>
                <c:pt idx="766">
                  <c:v>767</c:v>
                </c:pt>
                <c:pt idx="767">
                  <c:v>1562</c:v>
                </c:pt>
                <c:pt idx="768">
                  <c:v>9217</c:v>
                </c:pt>
                <c:pt idx="769">
                  <c:v>206026</c:v>
                </c:pt>
                <c:pt idx="770">
                  <c:v>1539</c:v>
                </c:pt>
                <c:pt idx="771">
                  <c:v>731</c:v>
                </c:pt>
                <c:pt idx="772">
                  <c:v>3017</c:v>
                </c:pt>
                <c:pt idx="773">
                  <c:v>525</c:v>
                </c:pt>
                <c:pt idx="774">
                  <c:v>1023</c:v>
                </c:pt>
                <c:pt idx="775">
                  <c:v>1217</c:v>
                </c:pt>
                <c:pt idx="776">
                  <c:v>3605</c:v>
                </c:pt>
                <c:pt idx="777">
                  <c:v>8827</c:v>
                </c:pt>
                <c:pt idx="778">
                  <c:v>1047</c:v>
                </c:pt>
                <c:pt idx="779">
                  <c:v>1379</c:v>
                </c:pt>
                <c:pt idx="780">
                  <c:v>2314</c:v>
                </c:pt>
                <c:pt idx="781">
                  <c:v>743</c:v>
                </c:pt>
                <c:pt idx="782">
                  <c:v>12694</c:v>
                </c:pt>
                <c:pt idx="783">
                  <c:v>1412</c:v>
                </c:pt>
                <c:pt idx="784">
                  <c:v>822</c:v>
                </c:pt>
                <c:pt idx="785">
                  <c:v>809</c:v>
                </c:pt>
                <c:pt idx="786">
                  <c:v>1834</c:v>
                </c:pt>
                <c:pt idx="787">
                  <c:v>678</c:v>
                </c:pt>
                <c:pt idx="788">
                  <c:v>652</c:v>
                </c:pt>
                <c:pt idx="789">
                  <c:v>4217</c:v>
                </c:pt>
                <c:pt idx="790">
                  <c:v>25123</c:v>
                </c:pt>
                <c:pt idx="791">
                  <c:v>1272</c:v>
                </c:pt>
                <c:pt idx="792">
                  <c:v>10331</c:v>
                </c:pt>
                <c:pt idx="793">
                  <c:v>30870</c:v>
                </c:pt>
                <c:pt idx="794">
                  <c:v>1132</c:v>
                </c:pt>
                <c:pt idx="795">
                  <c:v>1020</c:v>
                </c:pt>
                <c:pt idx="796">
                  <c:v>2468</c:v>
                </c:pt>
                <c:pt idx="797">
                  <c:v>1263</c:v>
                </c:pt>
                <c:pt idx="798">
                  <c:v>84488</c:v>
                </c:pt>
                <c:pt idx="799">
                  <c:v>616</c:v>
                </c:pt>
                <c:pt idx="800">
                  <c:v>660</c:v>
                </c:pt>
                <c:pt idx="801">
                  <c:v>64859</c:v>
                </c:pt>
                <c:pt idx="802">
                  <c:v>3128</c:v>
                </c:pt>
                <c:pt idx="803">
                  <c:v>16207</c:v>
                </c:pt>
                <c:pt idx="804">
                  <c:v>2238</c:v>
                </c:pt>
                <c:pt idx="805">
                  <c:v>557</c:v>
                </c:pt>
                <c:pt idx="806">
                  <c:v>2470</c:v>
                </c:pt>
                <c:pt idx="807">
                  <c:v>26052</c:v>
                </c:pt>
                <c:pt idx="808">
                  <c:v>543</c:v>
                </c:pt>
                <c:pt idx="809">
                  <c:v>543</c:v>
                </c:pt>
                <c:pt idx="810">
                  <c:v>578</c:v>
                </c:pt>
                <c:pt idx="811">
                  <c:v>904</c:v>
                </c:pt>
                <c:pt idx="812">
                  <c:v>4820</c:v>
                </c:pt>
                <c:pt idx="813">
                  <c:v>1370</c:v>
                </c:pt>
                <c:pt idx="814">
                  <c:v>1451</c:v>
                </c:pt>
                <c:pt idx="815">
                  <c:v>1250</c:v>
                </c:pt>
                <c:pt idx="816">
                  <c:v>2312</c:v>
                </c:pt>
                <c:pt idx="817">
                  <c:v>645</c:v>
                </c:pt>
                <c:pt idx="818">
                  <c:v>569</c:v>
                </c:pt>
                <c:pt idx="819">
                  <c:v>4825</c:v>
                </c:pt>
                <c:pt idx="820">
                  <c:v>1490</c:v>
                </c:pt>
                <c:pt idx="821">
                  <c:v>7028</c:v>
                </c:pt>
                <c:pt idx="822">
                  <c:v>2286</c:v>
                </c:pt>
                <c:pt idx="823">
                  <c:v>6737</c:v>
                </c:pt>
                <c:pt idx="824">
                  <c:v>2713</c:v>
                </c:pt>
                <c:pt idx="825">
                  <c:v>2182</c:v>
                </c:pt>
                <c:pt idx="826">
                  <c:v>1860</c:v>
                </c:pt>
                <c:pt idx="827">
                  <c:v>656</c:v>
                </c:pt>
                <c:pt idx="828">
                  <c:v>1459</c:v>
                </c:pt>
                <c:pt idx="829">
                  <c:v>71148</c:v>
                </c:pt>
                <c:pt idx="830">
                  <c:v>1038</c:v>
                </c:pt>
                <c:pt idx="831">
                  <c:v>6204</c:v>
                </c:pt>
                <c:pt idx="832">
                  <c:v>1730</c:v>
                </c:pt>
                <c:pt idx="833">
                  <c:v>719</c:v>
                </c:pt>
                <c:pt idx="834">
                  <c:v>715</c:v>
                </c:pt>
                <c:pt idx="835">
                  <c:v>14399</c:v>
                </c:pt>
                <c:pt idx="836">
                  <c:v>664</c:v>
                </c:pt>
                <c:pt idx="837">
                  <c:v>544</c:v>
                </c:pt>
                <c:pt idx="838">
                  <c:v>4122</c:v>
                </c:pt>
                <c:pt idx="839">
                  <c:v>1005</c:v>
                </c:pt>
                <c:pt idx="840">
                  <c:v>544</c:v>
                </c:pt>
                <c:pt idx="841">
                  <c:v>33339</c:v>
                </c:pt>
                <c:pt idx="842">
                  <c:v>1615</c:v>
                </c:pt>
                <c:pt idx="843">
                  <c:v>56030</c:v>
                </c:pt>
                <c:pt idx="844">
                  <c:v>2444</c:v>
                </c:pt>
                <c:pt idx="845">
                  <c:v>594</c:v>
                </c:pt>
                <c:pt idx="846">
                  <c:v>943</c:v>
                </c:pt>
                <c:pt idx="847">
                  <c:v>4101</c:v>
                </c:pt>
                <c:pt idx="848">
                  <c:v>1162</c:v>
                </c:pt>
                <c:pt idx="849">
                  <c:v>4458</c:v>
                </c:pt>
                <c:pt idx="850">
                  <c:v>13313</c:v>
                </c:pt>
                <c:pt idx="851">
                  <c:v>796</c:v>
                </c:pt>
                <c:pt idx="852">
                  <c:v>1876</c:v>
                </c:pt>
                <c:pt idx="853">
                  <c:v>857</c:v>
                </c:pt>
                <c:pt idx="854">
                  <c:v>708</c:v>
                </c:pt>
                <c:pt idx="855">
                  <c:v>2438</c:v>
                </c:pt>
                <c:pt idx="856">
                  <c:v>3328</c:v>
                </c:pt>
                <c:pt idx="857">
                  <c:v>764</c:v>
                </c:pt>
                <c:pt idx="858">
                  <c:v>567</c:v>
                </c:pt>
                <c:pt idx="859">
                  <c:v>19427</c:v>
                </c:pt>
                <c:pt idx="860">
                  <c:v>622</c:v>
                </c:pt>
                <c:pt idx="861">
                  <c:v>1597</c:v>
                </c:pt>
                <c:pt idx="862">
                  <c:v>516</c:v>
                </c:pt>
                <c:pt idx="863">
                  <c:v>913</c:v>
                </c:pt>
                <c:pt idx="864">
                  <c:v>533</c:v>
                </c:pt>
                <c:pt idx="865">
                  <c:v>898</c:v>
                </c:pt>
                <c:pt idx="866">
                  <c:v>546</c:v>
                </c:pt>
                <c:pt idx="867">
                  <c:v>22709</c:v>
                </c:pt>
                <c:pt idx="868">
                  <c:v>5388</c:v>
                </c:pt>
                <c:pt idx="869">
                  <c:v>8627</c:v>
                </c:pt>
                <c:pt idx="870">
                  <c:v>871</c:v>
                </c:pt>
                <c:pt idx="871">
                  <c:v>2348</c:v>
                </c:pt>
                <c:pt idx="872">
                  <c:v>941</c:v>
                </c:pt>
                <c:pt idx="873">
                  <c:v>1689</c:v>
                </c:pt>
                <c:pt idx="874">
                  <c:v>772</c:v>
                </c:pt>
                <c:pt idx="875">
                  <c:v>1056677</c:v>
                </c:pt>
                <c:pt idx="876">
                  <c:v>988</c:v>
                </c:pt>
                <c:pt idx="877">
                  <c:v>1510</c:v>
                </c:pt>
                <c:pt idx="878">
                  <c:v>18573</c:v>
                </c:pt>
                <c:pt idx="879">
                  <c:v>9197</c:v>
                </c:pt>
                <c:pt idx="880">
                  <c:v>2763</c:v>
                </c:pt>
                <c:pt idx="881">
                  <c:v>15840</c:v>
                </c:pt>
                <c:pt idx="882">
                  <c:v>5121</c:v>
                </c:pt>
                <c:pt idx="883">
                  <c:v>1543</c:v>
                </c:pt>
                <c:pt idx="884">
                  <c:v>5833</c:v>
                </c:pt>
                <c:pt idx="885">
                  <c:v>1347</c:v>
                </c:pt>
                <c:pt idx="886">
                  <c:v>9484</c:v>
                </c:pt>
                <c:pt idx="887">
                  <c:v>16406</c:v>
                </c:pt>
                <c:pt idx="888">
                  <c:v>3951</c:v>
                </c:pt>
                <c:pt idx="889">
                  <c:v>3795</c:v>
                </c:pt>
                <c:pt idx="890">
                  <c:v>529</c:v>
                </c:pt>
                <c:pt idx="891">
                  <c:v>6384</c:v>
                </c:pt>
                <c:pt idx="892">
                  <c:v>5965</c:v>
                </c:pt>
                <c:pt idx="893">
                  <c:v>5239</c:v>
                </c:pt>
                <c:pt idx="894">
                  <c:v>5798</c:v>
                </c:pt>
                <c:pt idx="895">
                  <c:v>2357</c:v>
                </c:pt>
                <c:pt idx="896">
                  <c:v>1449</c:v>
                </c:pt>
                <c:pt idx="897">
                  <c:v>4986</c:v>
                </c:pt>
                <c:pt idx="898">
                  <c:v>20896</c:v>
                </c:pt>
                <c:pt idx="899">
                  <c:v>1911</c:v>
                </c:pt>
                <c:pt idx="900">
                  <c:v>552</c:v>
                </c:pt>
                <c:pt idx="901">
                  <c:v>6875</c:v>
                </c:pt>
                <c:pt idx="902">
                  <c:v>21689</c:v>
                </c:pt>
                <c:pt idx="903">
                  <c:v>686</c:v>
                </c:pt>
                <c:pt idx="904">
                  <c:v>728</c:v>
                </c:pt>
                <c:pt idx="905">
                  <c:v>106281</c:v>
                </c:pt>
                <c:pt idx="906">
                  <c:v>50448</c:v>
                </c:pt>
                <c:pt idx="907">
                  <c:v>10001</c:v>
                </c:pt>
                <c:pt idx="908">
                  <c:v>17125</c:v>
                </c:pt>
                <c:pt idx="909">
                  <c:v>1125</c:v>
                </c:pt>
                <c:pt idx="910">
                  <c:v>15987</c:v>
                </c:pt>
                <c:pt idx="911">
                  <c:v>5444</c:v>
                </c:pt>
                <c:pt idx="912">
                  <c:v>1961</c:v>
                </c:pt>
                <c:pt idx="913">
                  <c:v>1085</c:v>
                </c:pt>
                <c:pt idx="914">
                  <c:v>673</c:v>
                </c:pt>
                <c:pt idx="915">
                  <c:v>980</c:v>
                </c:pt>
                <c:pt idx="916">
                  <c:v>1596</c:v>
                </c:pt>
                <c:pt idx="917">
                  <c:v>2296</c:v>
                </c:pt>
                <c:pt idx="918">
                  <c:v>2481</c:v>
                </c:pt>
                <c:pt idx="919">
                  <c:v>626</c:v>
                </c:pt>
                <c:pt idx="920">
                  <c:v>3678</c:v>
                </c:pt>
                <c:pt idx="921">
                  <c:v>1620</c:v>
                </c:pt>
                <c:pt idx="922">
                  <c:v>890</c:v>
                </c:pt>
                <c:pt idx="923">
                  <c:v>66693</c:v>
                </c:pt>
                <c:pt idx="924">
                  <c:v>1842</c:v>
                </c:pt>
                <c:pt idx="925">
                  <c:v>906</c:v>
                </c:pt>
                <c:pt idx="926">
                  <c:v>952</c:v>
                </c:pt>
                <c:pt idx="927">
                  <c:v>1438</c:v>
                </c:pt>
                <c:pt idx="928">
                  <c:v>1271</c:v>
                </c:pt>
                <c:pt idx="929">
                  <c:v>1048</c:v>
                </c:pt>
                <c:pt idx="930">
                  <c:v>3713</c:v>
                </c:pt>
                <c:pt idx="931">
                  <c:v>1184</c:v>
                </c:pt>
                <c:pt idx="932">
                  <c:v>2536</c:v>
                </c:pt>
                <c:pt idx="933">
                  <c:v>4297</c:v>
                </c:pt>
                <c:pt idx="934">
                  <c:v>726</c:v>
                </c:pt>
                <c:pt idx="935">
                  <c:v>2890</c:v>
                </c:pt>
                <c:pt idx="936">
                  <c:v>887</c:v>
                </c:pt>
                <c:pt idx="937">
                  <c:v>1503</c:v>
                </c:pt>
                <c:pt idx="938">
                  <c:v>677</c:v>
                </c:pt>
                <c:pt idx="939">
                  <c:v>3872</c:v>
                </c:pt>
                <c:pt idx="940">
                  <c:v>1734</c:v>
                </c:pt>
                <c:pt idx="941">
                  <c:v>10783</c:v>
                </c:pt>
                <c:pt idx="942">
                  <c:v>18999</c:v>
                </c:pt>
                <c:pt idx="943">
                  <c:v>790</c:v>
                </c:pt>
                <c:pt idx="944">
                  <c:v>515</c:v>
                </c:pt>
                <c:pt idx="945">
                  <c:v>67080</c:v>
                </c:pt>
                <c:pt idx="946">
                  <c:v>4017</c:v>
                </c:pt>
                <c:pt idx="947">
                  <c:v>2687</c:v>
                </c:pt>
                <c:pt idx="948">
                  <c:v>98914</c:v>
                </c:pt>
                <c:pt idx="949">
                  <c:v>9315</c:v>
                </c:pt>
                <c:pt idx="950">
                  <c:v>19233</c:v>
                </c:pt>
                <c:pt idx="951">
                  <c:v>3520</c:v>
                </c:pt>
                <c:pt idx="952">
                  <c:v>2070</c:v>
                </c:pt>
                <c:pt idx="953">
                  <c:v>5788</c:v>
                </c:pt>
                <c:pt idx="954">
                  <c:v>583</c:v>
                </c:pt>
                <c:pt idx="955">
                  <c:v>1783</c:v>
                </c:pt>
                <c:pt idx="956">
                  <c:v>17740</c:v>
                </c:pt>
                <c:pt idx="957">
                  <c:v>1474</c:v>
                </c:pt>
                <c:pt idx="958">
                  <c:v>5424</c:v>
                </c:pt>
                <c:pt idx="959">
                  <c:v>6753</c:v>
                </c:pt>
                <c:pt idx="960">
                  <c:v>4580</c:v>
                </c:pt>
                <c:pt idx="961">
                  <c:v>944</c:v>
                </c:pt>
                <c:pt idx="962">
                  <c:v>5166</c:v>
                </c:pt>
                <c:pt idx="963">
                  <c:v>499828</c:v>
                </c:pt>
                <c:pt idx="964">
                  <c:v>2821</c:v>
                </c:pt>
                <c:pt idx="965">
                  <c:v>1001</c:v>
                </c:pt>
                <c:pt idx="966">
                  <c:v>14083</c:v>
                </c:pt>
                <c:pt idx="967">
                  <c:v>682</c:v>
                </c:pt>
                <c:pt idx="968">
                  <c:v>19280</c:v>
                </c:pt>
                <c:pt idx="969">
                  <c:v>969</c:v>
                </c:pt>
                <c:pt idx="970">
                  <c:v>700</c:v>
                </c:pt>
                <c:pt idx="971">
                  <c:v>580</c:v>
                </c:pt>
                <c:pt idx="972">
                  <c:v>536</c:v>
                </c:pt>
                <c:pt idx="973">
                  <c:v>817</c:v>
                </c:pt>
                <c:pt idx="974">
                  <c:v>3032</c:v>
                </c:pt>
                <c:pt idx="975">
                  <c:v>649</c:v>
                </c:pt>
                <c:pt idx="976">
                  <c:v>2322</c:v>
                </c:pt>
                <c:pt idx="977">
                  <c:v>568</c:v>
                </c:pt>
                <c:pt idx="978">
                  <c:v>1589</c:v>
                </c:pt>
                <c:pt idx="979">
                  <c:v>1192</c:v>
                </c:pt>
                <c:pt idx="980">
                  <c:v>512</c:v>
                </c:pt>
                <c:pt idx="981">
                  <c:v>547</c:v>
                </c:pt>
                <c:pt idx="982">
                  <c:v>2365</c:v>
                </c:pt>
                <c:pt idx="983">
                  <c:v>589</c:v>
                </c:pt>
                <c:pt idx="984">
                  <c:v>23309</c:v>
                </c:pt>
                <c:pt idx="985">
                  <c:v>4049</c:v>
                </c:pt>
                <c:pt idx="986">
                  <c:v>6913</c:v>
                </c:pt>
                <c:pt idx="987">
                  <c:v>611</c:v>
                </c:pt>
                <c:pt idx="988">
                  <c:v>16277</c:v>
                </c:pt>
                <c:pt idx="989">
                  <c:v>4432</c:v>
                </c:pt>
                <c:pt idx="990">
                  <c:v>637</c:v>
                </c:pt>
                <c:pt idx="991">
                  <c:v>2745</c:v>
                </c:pt>
                <c:pt idx="992">
                  <c:v>8170</c:v>
                </c:pt>
                <c:pt idx="993">
                  <c:v>7002</c:v>
                </c:pt>
                <c:pt idx="994">
                  <c:v>149065</c:v>
                </c:pt>
                <c:pt idx="995">
                  <c:v>609</c:v>
                </c:pt>
                <c:pt idx="996">
                  <c:v>20383</c:v>
                </c:pt>
                <c:pt idx="997">
                  <c:v>551</c:v>
                </c:pt>
                <c:pt idx="998">
                  <c:v>5623</c:v>
                </c:pt>
                <c:pt idx="999">
                  <c:v>2249</c:v>
                </c:pt>
                <c:pt idx="1000">
                  <c:v>7435</c:v>
                </c:pt>
                <c:pt idx="1001">
                  <c:v>2881</c:v>
                </c:pt>
                <c:pt idx="1002">
                  <c:v>773</c:v>
                </c:pt>
                <c:pt idx="1003">
                  <c:v>2988</c:v>
                </c:pt>
                <c:pt idx="1004">
                  <c:v>570</c:v>
                </c:pt>
                <c:pt idx="1005">
                  <c:v>1726</c:v>
                </c:pt>
                <c:pt idx="1006">
                  <c:v>37307</c:v>
                </c:pt>
                <c:pt idx="1007">
                  <c:v>1076</c:v>
                </c:pt>
                <c:pt idx="1008">
                  <c:v>1088</c:v>
                </c:pt>
                <c:pt idx="1009">
                  <c:v>670</c:v>
                </c:pt>
                <c:pt idx="1010">
                  <c:v>628</c:v>
                </c:pt>
                <c:pt idx="1011">
                  <c:v>5450</c:v>
                </c:pt>
                <c:pt idx="1012">
                  <c:v>637</c:v>
                </c:pt>
                <c:pt idx="1013">
                  <c:v>3244</c:v>
                </c:pt>
                <c:pt idx="1014">
                  <c:v>524</c:v>
                </c:pt>
                <c:pt idx="1015">
                  <c:v>1275</c:v>
                </c:pt>
                <c:pt idx="1016">
                  <c:v>1260</c:v>
                </c:pt>
                <c:pt idx="1017">
                  <c:v>3437</c:v>
                </c:pt>
                <c:pt idx="1018">
                  <c:v>22641</c:v>
                </c:pt>
                <c:pt idx="1019">
                  <c:v>1026</c:v>
                </c:pt>
                <c:pt idx="1020">
                  <c:v>10001</c:v>
                </c:pt>
                <c:pt idx="1021">
                  <c:v>2378</c:v>
                </c:pt>
                <c:pt idx="1022">
                  <c:v>2068</c:v>
                </c:pt>
                <c:pt idx="1023">
                  <c:v>16963</c:v>
                </c:pt>
                <c:pt idx="1024">
                  <c:v>3495</c:v>
                </c:pt>
                <c:pt idx="1025">
                  <c:v>692</c:v>
                </c:pt>
                <c:pt idx="1026">
                  <c:v>762</c:v>
                </c:pt>
                <c:pt idx="1027">
                  <c:v>3869</c:v>
                </c:pt>
                <c:pt idx="1028">
                  <c:v>918</c:v>
                </c:pt>
                <c:pt idx="1029">
                  <c:v>875</c:v>
                </c:pt>
                <c:pt idx="1030">
                  <c:v>1303</c:v>
                </c:pt>
                <c:pt idx="1031">
                  <c:v>4651</c:v>
                </c:pt>
                <c:pt idx="1032">
                  <c:v>827</c:v>
                </c:pt>
                <c:pt idx="1033">
                  <c:v>1449</c:v>
                </c:pt>
                <c:pt idx="1034">
                  <c:v>755</c:v>
                </c:pt>
                <c:pt idx="1035">
                  <c:v>19033</c:v>
                </c:pt>
                <c:pt idx="1036">
                  <c:v>4027</c:v>
                </c:pt>
                <c:pt idx="1037">
                  <c:v>6318</c:v>
                </c:pt>
                <c:pt idx="1038">
                  <c:v>1706</c:v>
                </c:pt>
                <c:pt idx="1039">
                  <c:v>135943</c:v>
                </c:pt>
                <c:pt idx="1040">
                  <c:v>2817</c:v>
                </c:pt>
                <c:pt idx="1041">
                  <c:v>872</c:v>
                </c:pt>
                <c:pt idx="1042">
                  <c:v>770</c:v>
                </c:pt>
                <c:pt idx="1043">
                  <c:v>572</c:v>
                </c:pt>
                <c:pt idx="1044">
                  <c:v>1978</c:v>
                </c:pt>
                <c:pt idx="1045">
                  <c:v>43042</c:v>
                </c:pt>
                <c:pt idx="1046">
                  <c:v>2262</c:v>
                </c:pt>
                <c:pt idx="1047">
                  <c:v>1184</c:v>
                </c:pt>
                <c:pt idx="1048">
                  <c:v>2436</c:v>
                </c:pt>
                <c:pt idx="1049">
                  <c:v>903</c:v>
                </c:pt>
                <c:pt idx="1050">
                  <c:v>12303</c:v>
                </c:pt>
                <c:pt idx="1051">
                  <c:v>620</c:v>
                </c:pt>
                <c:pt idx="1052">
                  <c:v>2017</c:v>
                </c:pt>
                <c:pt idx="1053">
                  <c:v>7249</c:v>
                </c:pt>
                <c:pt idx="1054">
                  <c:v>2747</c:v>
                </c:pt>
                <c:pt idx="1055">
                  <c:v>656</c:v>
                </c:pt>
                <c:pt idx="1056">
                  <c:v>1155</c:v>
                </c:pt>
                <c:pt idx="1057">
                  <c:v>2906</c:v>
                </c:pt>
                <c:pt idx="1058">
                  <c:v>804</c:v>
                </c:pt>
                <c:pt idx="1059">
                  <c:v>997</c:v>
                </c:pt>
                <c:pt idx="1060">
                  <c:v>717</c:v>
                </c:pt>
                <c:pt idx="1061">
                  <c:v>541</c:v>
                </c:pt>
                <c:pt idx="1062">
                  <c:v>934</c:v>
                </c:pt>
                <c:pt idx="1063">
                  <c:v>1739</c:v>
                </c:pt>
                <c:pt idx="1064">
                  <c:v>11459</c:v>
                </c:pt>
                <c:pt idx="1065">
                  <c:v>1125</c:v>
                </c:pt>
                <c:pt idx="1066">
                  <c:v>953</c:v>
                </c:pt>
                <c:pt idx="1067">
                  <c:v>500</c:v>
                </c:pt>
                <c:pt idx="1068">
                  <c:v>726</c:v>
                </c:pt>
                <c:pt idx="1069">
                  <c:v>35679</c:v>
                </c:pt>
                <c:pt idx="1070">
                  <c:v>9702</c:v>
                </c:pt>
                <c:pt idx="1071">
                  <c:v>531</c:v>
                </c:pt>
                <c:pt idx="1072">
                  <c:v>917</c:v>
                </c:pt>
                <c:pt idx="1073">
                  <c:v>824</c:v>
                </c:pt>
                <c:pt idx="1074">
                  <c:v>1487</c:v>
                </c:pt>
                <c:pt idx="1075">
                  <c:v>6503</c:v>
                </c:pt>
                <c:pt idx="1076">
                  <c:v>505</c:v>
                </c:pt>
                <c:pt idx="1077">
                  <c:v>599</c:v>
                </c:pt>
                <c:pt idx="1078">
                  <c:v>646</c:v>
                </c:pt>
                <c:pt idx="1079">
                  <c:v>2399</c:v>
                </c:pt>
                <c:pt idx="1080">
                  <c:v>1652</c:v>
                </c:pt>
                <c:pt idx="1081">
                  <c:v>608</c:v>
                </c:pt>
                <c:pt idx="1082">
                  <c:v>785</c:v>
                </c:pt>
                <c:pt idx="1083">
                  <c:v>1923</c:v>
                </c:pt>
                <c:pt idx="1084">
                  <c:v>1013</c:v>
                </c:pt>
                <c:pt idx="1085">
                  <c:v>3495</c:v>
                </c:pt>
                <c:pt idx="1086">
                  <c:v>2477</c:v>
                </c:pt>
                <c:pt idx="1087">
                  <c:v>194830</c:v>
                </c:pt>
                <c:pt idx="1088">
                  <c:v>1824</c:v>
                </c:pt>
                <c:pt idx="1089">
                  <c:v>10863</c:v>
                </c:pt>
                <c:pt idx="1090">
                  <c:v>691</c:v>
                </c:pt>
                <c:pt idx="1091">
                  <c:v>587</c:v>
                </c:pt>
                <c:pt idx="1092">
                  <c:v>7247</c:v>
                </c:pt>
                <c:pt idx="1093">
                  <c:v>729</c:v>
                </c:pt>
                <c:pt idx="1094">
                  <c:v>631</c:v>
                </c:pt>
                <c:pt idx="1095">
                  <c:v>745</c:v>
                </c:pt>
                <c:pt idx="1096">
                  <c:v>6309</c:v>
                </c:pt>
                <c:pt idx="1097">
                  <c:v>18005</c:v>
                </c:pt>
                <c:pt idx="1098">
                  <c:v>797</c:v>
                </c:pt>
                <c:pt idx="1099">
                  <c:v>562</c:v>
                </c:pt>
                <c:pt idx="1100">
                  <c:v>748</c:v>
                </c:pt>
                <c:pt idx="1101">
                  <c:v>52842</c:v>
                </c:pt>
                <c:pt idx="1102">
                  <c:v>585</c:v>
                </c:pt>
                <c:pt idx="1103">
                  <c:v>971</c:v>
                </c:pt>
                <c:pt idx="1104">
                  <c:v>4618</c:v>
                </c:pt>
                <c:pt idx="1105">
                  <c:v>637</c:v>
                </c:pt>
                <c:pt idx="1106">
                  <c:v>1891</c:v>
                </c:pt>
                <c:pt idx="1107">
                  <c:v>4041</c:v>
                </c:pt>
                <c:pt idx="1108">
                  <c:v>1438</c:v>
                </c:pt>
                <c:pt idx="1109">
                  <c:v>4827</c:v>
                </c:pt>
                <c:pt idx="1110">
                  <c:v>8470</c:v>
                </c:pt>
                <c:pt idx="1111">
                  <c:v>6539</c:v>
                </c:pt>
                <c:pt idx="1112">
                  <c:v>1045</c:v>
                </c:pt>
                <c:pt idx="1113">
                  <c:v>1222</c:v>
                </c:pt>
                <c:pt idx="1114">
                  <c:v>1964</c:v>
                </c:pt>
                <c:pt idx="1115">
                  <c:v>1118</c:v>
                </c:pt>
                <c:pt idx="1116">
                  <c:v>1319</c:v>
                </c:pt>
                <c:pt idx="1117">
                  <c:v>74612</c:v>
                </c:pt>
                <c:pt idx="1118">
                  <c:v>5439</c:v>
                </c:pt>
                <c:pt idx="1119">
                  <c:v>1593</c:v>
                </c:pt>
                <c:pt idx="1120">
                  <c:v>502</c:v>
                </c:pt>
                <c:pt idx="1121">
                  <c:v>7049</c:v>
                </c:pt>
                <c:pt idx="1122">
                  <c:v>705</c:v>
                </c:pt>
                <c:pt idx="1123">
                  <c:v>3028</c:v>
                </c:pt>
                <c:pt idx="1124">
                  <c:v>599</c:v>
                </c:pt>
                <c:pt idx="1125">
                  <c:v>1099</c:v>
                </c:pt>
                <c:pt idx="1126">
                  <c:v>1275</c:v>
                </c:pt>
                <c:pt idx="1127">
                  <c:v>16455</c:v>
                </c:pt>
                <c:pt idx="1128">
                  <c:v>1082</c:v>
                </c:pt>
                <c:pt idx="1129">
                  <c:v>16661</c:v>
                </c:pt>
                <c:pt idx="1130">
                  <c:v>1818</c:v>
                </c:pt>
                <c:pt idx="1131">
                  <c:v>23603</c:v>
                </c:pt>
                <c:pt idx="1132">
                  <c:v>1602</c:v>
                </c:pt>
                <c:pt idx="1133">
                  <c:v>629</c:v>
                </c:pt>
                <c:pt idx="1134">
                  <c:v>694</c:v>
                </c:pt>
                <c:pt idx="1135">
                  <c:v>1335</c:v>
                </c:pt>
                <c:pt idx="1136">
                  <c:v>671</c:v>
                </c:pt>
                <c:pt idx="1137">
                  <c:v>772</c:v>
                </c:pt>
                <c:pt idx="1138">
                  <c:v>8690</c:v>
                </c:pt>
                <c:pt idx="1139">
                  <c:v>1117</c:v>
                </c:pt>
                <c:pt idx="1140">
                  <c:v>2722</c:v>
                </c:pt>
                <c:pt idx="1141">
                  <c:v>785</c:v>
                </c:pt>
                <c:pt idx="1142">
                  <c:v>12829</c:v>
                </c:pt>
                <c:pt idx="1143">
                  <c:v>597</c:v>
                </c:pt>
                <c:pt idx="1144">
                  <c:v>1491</c:v>
                </c:pt>
                <c:pt idx="1145">
                  <c:v>795</c:v>
                </c:pt>
                <c:pt idx="1146">
                  <c:v>562</c:v>
                </c:pt>
                <c:pt idx="1147">
                  <c:v>13154</c:v>
                </c:pt>
                <c:pt idx="1148">
                  <c:v>1287</c:v>
                </c:pt>
                <c:pt idx="1149">
                  <c:v>4821</c:v>
                </c:pt>
                <c:pt idx="1150">
                  <c:v>2854</c:v>
                </c:pt>
                <c:pt idx="1151">
                  <c:v>2330</c:v>
                </c:pt>
                <c:pt idx="1152">
                  <c:v>869</c:v>
                </c:pt>
                <c:pt idx="1153">
                  <c:v>3875</c:v>
                </c:pt>
                <c:pt idx="1154">
                  <c:v>4100</c:v>
                </c:pt>
                <c:pt idx="1155">
                  <c:v>549</c:v>
                </c:pt>
                <c:pt idx="1156">
                  <c:v>579</c:v>
                </c:pt>
                <c:pt idx="1157">
                  <c:v>15068</c:v>
                </c:pt>
                <c:pt idx="1158">
                  <c:v>3315</c:v>
                </c:pt>
                <c:pt idx="1159">
                  <c:v>2522</c:v>
                </c:pt>
                <c:pt idx="1160">
                  <c:v>529</c:v>
                </c:pt>
                <c:pt idx="1161">
                  <c:v>955</c:v>
                </c:pt>
                <c:pt idx="1162">
                  <c:v>1573</c:v>
                </c:pt>
                <c:pt idx="1163">
                  <c:v>653</c:v>
                </c:pt>
                <c:pt idx="1164">
                  <c:v>2632</c:v>
                </c:pt>
                <c:pt idx="1165">
                  <c:v>1825</c:v>
                </c:pt>
                <c:pt idx="1166">
                  <c:v>1283</c:v>
                </c:pt>
                <c:pt idx="1167">
                  <c:v>4497</c:v>
                </c:pt>
                <c:pt idx="1168">
                  <c:v>1511</c:v>
                </c:pt>
                <c:pt idx="1169">
                  <c:v>1244</c:v>
                </c:pt>
                <c:pt idx="1170">
                  <c:v>974</c:v>
                </c:pt>
                <c:pt idx="1171">
                  <c:v>978</c:v>
                </c:pt>
                <c:pt idx="1172">
                  <c:v>3420</c:v>
                </c:pt>
                <c:pt idx="1173">
                  <c:v>541</c:v>
                </c:pt>
                <c:pt idx="1174">
                  <c:v>5444</c:v>
                </c:pt>
                <c:pt idx="1175">
                  <c:v>3399</c:v>
                </c:pt>
                <c:pt idx="1176">
                  <c:v>619</c:v>
                </c:pt>
                <c:pt idx="1177">
                  <c:v>12196</c:v>
                </c:pt>
                <c:pt idx="1178">
                  <c:v>1443</c:v>
                </c:pt>
                <c:pt idx="1179">
                  <c:v>2730</c:v>
                </c:pt>
                <c:pt idx="1180">
                  <c:v>5851</c:v>
                </c:pt>
                <c:pt idx="1181">
                  <c:v>3588</c:v>
                </c:pt>
                <c:pt idx="1182">
                  <c:v>14698</c:v>
                </c:pt>
                <c:pt idx="1183">
                  <c:v>770</c:v>
                </c:pt>
                <c:pt idx="1184">
                  <c:v>8773</c:v>
                </c:pt>
                <c:pt idx="1185">
                  <c:v>2578</c:v>
                </c:pt>
                <c:pt idx="1186">
                  <c:v>1071</c:v>
                </c:pt>
                <c:pt idx="1187">
                  <c:v>1604</c:v>
                </c:pt>
                <c:pt idx="1188">
                  <c:v>1250</c:v>
                </c:pt>
                <c:pt idx="1189">
                  <c:v>4049</c:v>
                </c:pt>
                <c:pt idx="1190">
                  <c:v>3534</c:v>
                </c:pt>
                <c:pt idx="1191">
                  <c:v>631</c:v>
                </c:pt>
                <c:pt idx="1192">
                  <c:v>15798</c:v>
                </c:pt>
                <c:pt idx="1193">
                  <c:v>987</c:v>
                </c:pt>
                <c:pt idx="1194">
                  <c:v>541</c:v>
                </c:pt>
                <c:pt idx="1195">
                  <c:v>581</c:v>
                </c:pt>
                <c:pt idx="1196">
                  <c:v>3254</c:v>
                </c:pt>
                <c:pt idx="1197">
                  <c:v>710</c:v>
                </c:pt>
                <c:pt idx="1198">
                  <c:v>9315</c:v>
                </c:pt>
                <c:pt idx="1199">
                  <c:v>3581</c:v>
                </c:pt>
                <c:pt idx="1200">
                  <c:v>4015</c:v>
                </c:pt>
                <c:pt idx="1201">
                  <c:v>1348</c:v>
                </c:pt>
                <c:pt idx="1202">
                  <c:v>975</c:v>
                </c:pt>
                <c:pt idx="1203">
                  <c:v>2338</c:v>
                </c:pt>
                <c:pt idx="1204">
                  <c:v>708</c:v>
                </c:pt>
                <c:pt idx="1205">
                  <c:v>5027</c:v>
                </c:pt>
                <c:pt idx="1206">
                  <c:v>42133</c:v>
                </c:pt>
                <c:pt idx="1207">
                  <c:v>940</c:v>
                </c:pt>
                <c:pt idx="1208">
                  <c:v>64905</c:v>
                </c:pt>
                <c:pt idx="1209">
                  <c:v>5369</c:v>
                </c:pt>
                <c:pt idx="1210">
                  <c:v>21028</c:v>
                </c:pt>
                <c:pt idx="1211">
                  <c:v>553</c:v>
                </c:pt>
                <c:pt idx="1212">
                  <c:v>808</c:v>
                </c:pt>
                <c:pt idx="1213">
                  <c:v>646</c:v>
                </c:pt>
                <c:pt idx="1214">
                  <c:v>2002</c:v>
                </c:pt>
                <c:pt idx="1215">
                  <c:v>983</c:v>
                </c:pt>
                <c:pt idx="1216">
                  <c:v>861</c:v>
                </c:pt>
                <c:pt idx="1217">
                  <c:v>12372</c:v>
                </c:pt>
                <c:pt idx="1218">
                  <c:v>2473</c:v>
                </c:pt>
                <c:pt idx="1219">
                  <c:v>5466</c:v>
                </c:pt>
                <c:pt idx="1220">
                  <c:v>56508</c:v>
                </c:pt>
                <c:pt idx="1221">
                  <c:v>2792</c:v>
                </c:pt>
                <c:pt idx="1222">
                  <c:v>1215</c:v>
                </c:pt>
                <c:pt idx="1223">
                  <c:v>4519</c:v>
                </c:pt>
                <c:pt idx="1224">
                  <c:v>1736</c:v>
                </c:pt>
                <c:pt idx="1225">
                  <c:v>2154</c:v>
                </c:pt>
                <c:pt idx="1226">
                  <c:v>592</c:v>
                </c:pt>
                <c:pt idx="1227">
                  <c:v>867</c:v>
                </c:pt>
                <c:pt idx="1228">
                  <c:v>2299</c:v>
                </c:pt>
                <c:pt idx="1229">
                  <c:v>3132</c:v>
                </c:pt>
                <c:pt idx="1230">
                  <c:v>739</c:v>
                </c:pt>
                <c:pt idx="1231">
                  <c:v>22334</c:v>
                </c:pt>
                <c:pt idx="1232">
                  <c:v>9372</c:v>
                </c:pt>
                <c:pt idx="1233">
                  <c:v>1075</c:v>
                </c:pt>
                <c:pt idx="1234">
                  <c:v>1942</c:v>
                </c:pt>
                <c:pt idx="1235">
                  <c:v>638</c:v>
                </c:pt>
                <c:pt idx="1236">
                  <c:v>678</c:v>
                </c:pt>
                <c:pt idx="1237">
                  <c:v>1383</c:v>
                </c:pt>
                <c:pt idx="1238">
                  <c:v>5416</c:v>
                </c:pt>
                <c:pt idx="1239">
                  <c:v>7652</c:v>
                </c:pt>
                <c:pt idx="1240">
                  <c:v>649</c:v>
                </c:pt>
                <c:pt idx="1241">
                  <c:v>582</c:v>
                </c:pt>
                <c:pt idx="1242">
                  <c:v>1027</c:v>
                </c:pt>
                <c:pt idx="1243">
                  <c:v>1259</c:v>
                </c:pt>
                <c:pt idx="1244">
                  <c:v>1374</c:v>
                </c:pt>
                <c:pt idx="1245">
                  <c:v>2934</c:v>
                </c:pt>
                <c:pt idx="1246">
                  <c:v>1056</c:v>
                </c:pt>
                <c:pt idx="1247">
                  <c:v>975</c:v>
                </c:pt>
                <c:pt idx="1248">
                  <c:v>58692</c:v>
                </c:pt>
                <c:pt idx="1249">
                  <c:v>5622</c:v>
                </c:pt>
                <c:pt idx="1250">
                  <c:v>919</c:v>
                </c:pt>
                <c:pt idx="1251">
                  <c:v>8106</c:v>
                </c:pt>
                <c:pt idx="1252">
                  <c:v>589</c:v>
                </c:pt>
                <c:pt idx="1253">
                  <c:v>1252</c:v>
                </c:pt>
                <c:pt idx="1254">
                  <c:v>1095</c:v>
                </c:pt>
                <c:pt idx="1255">
                  <c:v>505</c:v>
                </c:pt>
                <c:pt idx="1256">
                  <c:v>2438</c:v>
                </c:pt>
                <c:pt idx="1257">
                  <c:v>823</c:v>
                </c:pt>
                <c:pt idx="1258">
                  <c:v>2146</c:v>
                </c:pt>
                <c:pt idx="1259">
                  <c:v>1851</c:v>
                </c:pt>
                <c:pt idx="1260">
                  <c:v>956</c:v>
                </c:pt>
                <c:pt idx="1261">
                  <c:v>7016</c:v>
                </c:pt>
                <c:pt idx="1262">
                  <c:v>937</c:v>
                </c:pt>
                <c:pt idx="1263">
                  <c:v>664</c:v>
                </c:pt>
                <c:pt idx="1264">
                  <c:v>630</c:v>
                </c:pt>
                <c:pt idx="1265">
                  <c:v>4004</c:v>
                </c:pt>
                <c:pt idx="1266">
                  <c:v>2089</c:v>
                </c:pt>
                <c:pt idx="1267">
                  <c:v>5379</c:v>
                </c:pt>
                <c:pt idx="1268">
                  <c:v>2568</c:v>
                </c:pt>
                <c:pt idx="1269">
                  <c:v>542</c:v>
                </c:pt>
                <c:pt idx="1270">
                  <c:v>62097</c:v>
                </c:pt>
                <c:pt idx="1271">
                  <c:v>4773</c:v>
                </c:pt>
                <c:pt idx="1272">
                  <c:v>487160</c:v>
                </c:pt>
                <c:pt idx="1273">
                  <c:v>2027</c:v>
                </c:pt>
                <c:pt idx="1274">
                  <c:v>5045</c:v>
                </c:pt>
                <c:pt idx="1275">
                  <c:v>1625</c:v>
                </c:pt>
                <c:pt idx="1276">
                  <c:v>1283</c:v>
                </c:pt>
                <c:pt idx="1277">
                  <c:v>765</c:v>
                </c:pt>
                <c:pt idx="1278">
                  <c:v>632</c:v>
                </c:pt>
                <c:pt idx="1279">
                  <c:v>1286</c:v>
                </c:pt>
                <c:pt idx="1280">
                  <c:v>9394</c:v>
                </c:pt>
                <c:pt idx="1281">
                  <c:v>15240</c:v>
                </c:pt>
                <c:pt idx="1282">
                  <c:v>3578</c:v>
                </c:pt>
                <c:pt idx="1283">
                  <c:v>1506</c:v>
                </c:pt>
                <c:pt idx="1284">
                  <c:v>8518</c:v>
                </c:pt>
                <c:pt idx="1285">
                  <c:v>22475</c:v>
                </c:pt>
                <c:pt idx="1286">
                  <c:v>740</c:v>
                </c:pt>
                <c:pt idx="1287">
                  <c:v>2721</c:v>
                </c:pt>
                <c:pt idx="1288">
                  <c:v>1062</c:v>
                </c:pt>
                <c:pt idx="1289">
                  <c:v>8332</c:v>
                </c:pt>
                <c:pt idx="1290">
                  <c:v>146133</c:v>
                </c:pt>
                <c:pt idx="1291">
                  <c:v>1813</c:v>
                </c:pt>
                <c:pt idx="1292">
                  <c:v>723</c:v>
                </c:pt>
                <c:pt idx="1293">
                  <c:v>11609</c:v>
                </c:pt>
                <c:pt idx="1294">
                  <c:v>3921</c:v>
                </c:pt>
                <c:pt idx="1295">
                  <c:v>129331</c:v>
                </c:pt>
                <c:pt idx="1296">
                  <c:v>6400</c:v>
                </c:pt>
                <c:pt idx="1297">
                  <c:v>736</c:v>
                </c:pt>
                <c:pt idx="1298">
                  <c:v>1819</c:v>
                </c:pt>
                <c:pt idx="1299">
                  <c:v>714</c:v>
                </c:pt>
                <c:pt idx="1300">
                  <c:v>2125</c:v>
                </c:pt>
                <c:pt idx="1301">
                  <c:v>525</c:v>
                </c:pt>
                <c:pt idx="1302">
                  <c:v>4250</c:v>
                </c:pt>
                <c:pt idx="1303">
                  <c:v>19980</c:v>
                </c:pt>
                <c:pt idx="1304">
                  <c:v>109462</c:v>
                </c:pt>
                <c:pt idx="1305">
                  <c:v>13379</c:v>
                </c:pt>
                <c:pt idx="1306">
                  <c:v>994</c:v>
                </c:pt>
                <c:pt idx="1307">
                  <c:v>691</c:v>
                </c:pt>
                <c:pt idx="1308">
                  <c:v>665</c:v>
                </c:pt>
                <c:pt idx="1309">
                  <c:v>2503</c:v>
                </c:pt>
                <c:pt idx="1310">
                  <c:v>792</c:v>
                </c:pt>
                <c:pt idx="1311">
                  <c:v>1044</c:v>
                </c:pt>
                <c:pt idx="1312">
                  <c:v>63042</c:v>
                </c:pt>
                <c:pt idx="1313">
                  <c:v>797</c:v>
                </c:pt>
                <c:pt idx="1314">
                  <c:v>2375</c:v>
                </c:pt>
                <c:pt idx="1315">
                  <c:v>1926</c:v>
                </c:pt>
                <c:pt idx="1316">
                  <c:v>515</c:v>
                </c:pt>
                <c:pt idx="1317">
                  <c:v>1774</c:v>
                </c:pt>
                <c:pt idx="1318">
                  <c:v>692</c:v>
                </c:pt>
                <c:pt idx="1319">
                  <c:v>1231</c:v>
                </c:pt>
                <c:pt idx="1320">
                  <c:v>3145</c:v>
                </c:pt>
                <c:pt idx="1321">
                  <c:v>750</c:v>
                </c:pt>
                <c:pt idx="1322">
                  <c:v>2250</c:v>
                </c:pt>
                <c:pt idx="1323">
                  <c:v>6217</c:v>
                </c:pt>
                <c:pt idx="1324">
                  <c:v>4218</c:v>
                </c:pt>
                <c:pt idx="1325">
                  <c:v>7235</c:v>
                </c:pt>
                <c:pt idx="1326">
                  <c:v>1209</c:v>
                </c:pt>
                <c:pt idx="1327">
                  <c:v>1902</c:v>
                </c:pt>
                <c:pt idx="1328">
                  <c:v>5614</c:v>
                </c:pt>
                <c:pt idx="1329">
                  <c:v>4780</c:v>
                </c:pt>
                <c:pt idx="1330">
                  <c:v>681</c:v>
                </c:pt>
                <c:pt idx="1331">
                  <c:v>2236</c:v>
                </c:pt>
                <c:pt idx="1332">
                  <c:v>524</c:v>
                </c:pt>
                <c:pt idx="1333">
                  <c:v>1363</c:v>
                </c:pt>
                <c:pt idx="1334">
                  <c:v>846</c:v>
                </c:pt>
                <c:pt idx="1335">
                  <c:v>1069</c:v>
                </c:pt>
                <c:pt idx="1336">
                  <c:v>2060</c:v>
                </c:pt>
                <c:pt idx="1337">
                  <c:v>1016</c:v>
                </c:pt>
                <c:pt idx="1338">
                  <c:v>917</c:v>
                </c:pt>
                <c:pt idx="1339">
                  <c:v>780</c:v>
                </c:pt>
                <c:pt idx="1340">
                  <c:v>137677</c:v>
                </c:pt>
                <c:pt idx="1341">
                  <c:v>591</c:v>
                </c:pt>
                <c:pt idx="1342">
                  <c:v>1467</c:v>
                </c:pt>
                <c:pt idx="1343">
                  <c:v>909</c:v>
                </c:pt>
                <c:pt idx="1344">
                  <c:v>1238</c:v>
                </c:pt>
                <c:pt idx="1345">
                  <c:v>1070</c:v>
                </c:pt>
                <c:pt idx="1346">
                  <c:v>82462</c:v>
                </c:pt>
                <c:pt idx="1347">
                  <c:v>2935</c:v>
                </c:pt>
                <c:pt idx="1348">
                  <c:v>4909</c:v>
                </c:pt>
                <c:pt idx="1349">
                  <c:v>1357</c:v>
                </c:pt>
                <c:pt idx="1350">
                  <c:v>3524</c:v>
                </c:pt>
                <c:pt idx="1351">
                  <c:v>3656</c:v>
                </c:pt>
                <c:pt idx="1352">
                  <c:v>620</c:v>
                </c:pt>
                <c:pt idx="1353">
                  <c:v>11371</c:v>
                </c:pt>
                <c:pt idx="1354">
                  <c:v>5466</c:v>
                </c:pt>
                <c:pt idx="1355">
                  <c:v>38711</c:v>
                </c:pt>
                <c:pt idx="1356">
                  <c:v>1185</c:v>
                </c:pt>
                <c:pt idx="1357">
                  <c:v>1365</c:v>
                </c:pt>
                <c:pt idx="1358">
                  <c:v>514</c:v>
                </c:pt>
                <c:pt idx="1359">
                  <c:v>71069</c:v>
                </c:pt>
                <c:pt idx="1360">
                  <c:v>962</c:v>
                </c:pt>
                <c:pt idx="1361">
                  <c:v>2543</c:v>
                </c:pt>
                <c:pt idx="1362">
                  <c:v>1347</c:v>
                </c:pt>
                <c:pt idx="1363">
                  <c:v>615</c:v>
                </c:pt>
                <c:pt idx="1364">
                  <c:v>1572</c:v>
                </c:pt>
                <c:pt idx="1365">
                  <c:v>2811</c:v>
                </c:pt>
                <c:pt idx="1366">
                  <c:v>603</c:v>
                </c:pt>
                <c:pt idx="1367">
                  <c:v>1827</c:v>
                </c:pt>
                <c:pt idx="1368">
                  <c:v>822</c:v>
                </c:pt>
                <c:pt idx="1369">
                  <c:v>988</c:v>
                </c:pt>
                <c:pt idx="1370">
                  <c:v>550</c:v>
                </c:pt>
                <c:pt idx="1371">
                  <c:v>8889</c:v>
                </c:pt>
                <c:pt idx="1372">
                  <c:v>48192</c:v>
                </c:pt>
                <c:pt idx="1373">
                  <c:v>2718</c:v>
                </c:pt>
                <c:pt idx="1374">
                  <c:v>2068</c:v>
                </c:pt>
                <c:pt idx="1375">
                  <c:v>2300</c:v>
                </c:pt>
                <c:pt idx="1376">
                  <c:v>1070</c:v>
                </c:pt>
                <c:pt idx="1377">
                  <c:v>4122</c:v>
                </c:pt>
                <c:pt idx="1378">
                  <c:v>16530</c:v>
                </c:pt>
                <c:pt idx="1379">
                  <c:v>1347</c:v>
                </c:pt>
                <c:pt idx="1380">
                  <c:v>250334</c:v>
                </c:pt>
                <c:pt idx="1381">
                  <c:v>7418</c:v>
                </c:pt>
                <c:pt idx="1382">
                  <c:v>3382</c:v>
                </c:pt>
                <c:pt idx="1383">
                  <c:v>1157</c:v>
                </c:pt>
                <c:pt idx="1384">
                  <c:v>1520</c:v>
                </c:pt>
                <c:pt idx="1385">
                  <c:v>2877</c:v>
                </c:pt>
                <c:pt idx="1386">
                  <c:v>4012</c:v>
                </c:pt>
                <c:pt idx="1387">
                  <c:v>796</c:v>
                </c:pt>
                <c:pt idx="1388">
                  <c:v>924</c:v>
                </c:pt>
                <c:pt idx="1389">
                  <c:v>1922</c:v>
                </c:pt>
                <c:pt idx="1390">
                  <c:v>9939</c:v>
                </c:pt>
                <c:pt idx="1391">
                  <c:v>2238</c:v>
                </c:pt>
                <c:pt idx="1392">
                  <c:v>1465</c:v>
                </c:pt>
                <c:pt idx="1393">
                  <c:v>3307</c:v>
                </c:pt>
                <c:pt idx="1394">
                  <c:v>1232</c:v>
                </c:pt>
                <c:pt idx="1395">
                  <c:v>1504</c:v>
                </c:pt>
                <c:pt idx="1396">
                  <c:v>5243</c:v>
                </c:pt>
                <c:pt idx="1397">
                  <c:v>2247</c:v>
                </c:pt>
                <c:pt idx="1398">
                  <c:v>7618</c:v>
                </c:pt>
                <c:pt idx="1399">
                  <c:v>792</c:v>
                </c:pt>
                <c:pt idx="1400">
                  <c:v>866</c:v>
                </c:pt>
                <c:pt idx="1401">
                  <c:v>645</c:v>
                </c:pt>
                <c:pt idx="1402">
                  <c:v>856</c:v>
                </c:pt>
                <c:pt idx="1403">
                  <c:v>12608</c:v>
                </c:pt>
                <c:pt idx="1404">
                  <c:v>7136</c:v>
                </c:pt>
                <c:pt idx="1405">
                  <c:v>1799</c:v>
                </c:pt>
                <c:pt idx="1406">
                  <c:v>781</c:v>
                </c:pt>
                <c:pt idx="1407">
                  <c:v>1454</c:v>
                </c:pt>
                <c:pt idx="1408">
                  <c:v>4727</c:v>
                </c:pt>
                <c:pt idx="1409">
                  <c:v>6169</c:v>
                </c:pt>
                <c:pt idx="1410">
                  <c:v>2126</c:v>
                </c:pt>
                <c:pt idx="1411">
                  <c:v>2187</c:v>
                </c:pt>
                <c:pt idx="1412">
                  <c:v>67677</c:v>
                </c:pt>
                <c:pt idx="1413">
                  <c:v>3563</c:v>
                </c:pt>
                <c:pt idx="1414">
                  <c:v>57084</c:v>
                </c:pt>
                <c:pt idx="1415">
                  <c:v>2227</c:v>
                </c:pt>
                <c:pt idx="1416">
                  <c:v>14540</c:v>
                </c:pt>
                <c:pt idx="1417">
                  <c:v>96660</c:v>
                </c:pt>
                <c:pt idx="1418">
                  <c:v>1735</c:v>
                </c:pt>
                <c:pt idx="1419">
                  <c:v>592</c:v>
                </c:pt>
                <c:pt idx="1420">
                  <c:v>13336</c:v>
                </c:pt>
                <c:pt idx="1421">
                  <c:v>22666</c:v>
                </c:pt>
                <c:pt idx="1422">
                  <c:v>5931</c:v>
                </c:pt>
                <c:pt idx="1423">
                  <c:v>3288</c:v>
                </c:pt>
                <c:pt idx="1424">
                  <c:v>1306</c:v>
                </c:pt>
                <c:pt idx="1425">
                  <c:v>2767</c:v>
                </c:pt>
                <c:pt idx="1426">
                  <c:v>2517</c:v>
                </c:pt>
                <c:pt idx="1427">
                  <c:v>4538</c:v>
                </c:pt>
                <c:pt idx="1428">
                  <c:v>923</c:v>
                </c:pt>
                <c:pt idx="1429">
                  <c:v>41558</c:v>
                </c:pt>
                <c:pt idx="1430">
                  <c:v>2218</c:v>
                </c:pt>
                <c:pt idx="1431">
                  <c:v>568</c:v>
                </c:pt>
                <c:pt idx="1432">
                  <c:v>604</c:v>
                </c:pt>
                <c:pt idx="1433">
                  <c:v>743</c:v>
                </c:pt>
                <c:pt idx="1434">
                  <c:v>4217</c:v>
                </c:pt>
                <c:pt idx="1435">
                  <c:v>6114</c:v>
                </c:pt>
                <c:pt idx="1436">
                  <c:v>1721</c:v>
                </c:pt>
                <c:pt idx="1437">
                  <c:v>871</c:v>
                </c:pt>
                <c:pt idx="1438">
                  <c:v>31309</c:v>
                </c:pt>
                <c:pt idx="1439">
                  <c:v>693</c:v>
                </c:pt>
                <c:pt idx="1440">
                  <c:v>9777</c:v>
                </c:pt>
                <c:pt idx="1441">
                  <c:v>966</c:v>
                </c:pt>
                <c:pt idx="1442">
                  <c:v>754</c:v>
                </c:pt>
                <c:pt idx="1443">
                  <c:v>6583</c:v>
                </c:pt>
                <c:pt idx="1444">
                  <c:v>1228</c:v>
                </c:pt>
                <c:pt idx="1445">
                  <c:v>1148</c:v>
                </c:pt>
                <c:pt idx="1446">
                  <c:v>607</c:v>
                </c:pt>
                <c:pt idx="1447">
                  <c:v>919</c:v>
                </c:pt>
                <c:pt idx="1448">
                  <c:v>3777</c:v>
                </c:pt>
                <c:pt idx="1449">
                  <c:v>1080</c:v>
                </c:pt>
                <c:pt idx="1450">
                  <c:v>800</c:v>
                </c:pt>
                <c:pt idx="1451">
                  <c:v>6420</c:v>
                </c:pt>
                <c:pt idx="1452">
                  <c:v>672</c:v>
                </c:pt>
                <c:pt idx="1453">
                  <c:v>1013</c:v>
                </c:pt>
                <c:pt idx="1454">
                  <c:v>1445</c:v>
                </c:pt>
                <c:pt idx="1455">
                  <c:v>21419</c:v>
                </c:pt>
                <c:pt idx="1456">
                  <c:v>794</c:v>
                </c:pt>
                <c:pt idx="1457">
                  <c:v>1286</c:v>
                </c:pt>
                <c:pt idx="1458">
                  <c:v>2488</c:v>
                </c:pt>
                <c:pt idx="1459">
                  <c:v>7828</c:v>
                </c:pt>
                <c:pt idx="1460">
                  <c:v>508</c:v>
                </c:pt>
                <c:pt idx="1461">
                  <c:v>1616</c:v>
                </c:pt>
                <c:pt idx="1462">
                  <c:v>594</c:v>
                </c:pt>
                <c:pt idx="1463">
                  <c:v>4344</c:v>
                </c:pt>
                <c:pt idx="1464">
                  <c:v>596</c:v>
                </c:pt>
                <c:pt idx="1465">
                  <c:v>913</c:v>
                </c:pt>
                <c:pt idx="1466">
                  <c:v>688</c:v>
                </c:pt>
                <c:pt idx="1467">
                  <c:v>11762</c:v>
                </c:pt>
                <c:pt idx="1468">
                  <c:v>1547</c:v>
                </c:pt>
                <c:pt idx="1469">
                  <c:v>557</c:v>
                </c:pt>
                <c:pt idx="1470">
                  <c:v>6141</c:v>
                </c:pt>
                <c:pt idx="1471">
                  <c:v>727</c:v>
                </c:pt>
                <c:pt idx="1472">
                  <c:v>672</c:v>
                </c:pt>
                <c:pt idx="1473">
                  <c:v>10130</c:v>
                </c:pt>
                <c:pt idx="1474">
                  <c:v>962</c:v>
                </c:pt>
                <c:pt idx="1475">
                  <c:v>44595</c:v>
                </c:pt>
                <c:pt idx="1476">
                  <c:v>22456</c:v>
                </c:pt>
                <c:pt idx="1477">
                  <c:v>4031</c:v>
                </c:pt>
                <c:pt idx="1478">
                  <c:v>1157</c:v>
                </c:pt>
                <c:pt idx="1479">
                  <c:v>3142</c:v>
                </c:pt>
                <c:pt idx="1480">
                  <c:v>2201</c:v>
                </c:pt>
                <c:pt idx="1481">
                  <c:v>917</c:v>
                </c:pt>
                <c:pt idx="1482">
                  <c:v>3130</c:v>
                </c:pt>
                <c:pt idx="1483">
                  <c:v>5018</c:v>
                </c:pt>
                <c:pt idx="1484">
                  <c:v>321395</c:v>
                </c:pt>
                <c:pt idx="1485">
                  <c:v>960</c:v>
                </c:pt>
                <c:pt idx="1486">
                  <c:v>1173</c:v>
                </c:pt>
                <c:pt idx="1487">
                  <c:v>12007</c:v>
                </c:pt>
                <c:pt idx="1488">
                  <c:v>660</c:v>
                </c:pt>
                <c:pt idx="1489">
                  <c:v>2851</c:v>
                </c:pt>
                <c:pt idx="1490">
                  <c:v>11569</c:v>
                </c:pt>
                <c:pt idx="1491">
                  <c:v>669</c:v>
                </c:pt>
                <c:pt idx="1492">
                  <c:v>1333</c:v>
                </c:pt>
                <c:pt idx="1493">
                  <c:v>1596</c:v>
                </c:pt>
                <c:pt idx="1494">
                  <c:v>825</c:v>
                </c:pt>
                <c:pt idx="1495">
                  <c:v>39430</c:v>
                </c:pt>
                <c:pt idx="1496">
                  <c:v>701</c:v>
                </c:pt>
                <c:pt idx="1497">
                  <c:v>1543</c:v>
                </c:pt>
                <c:pt idx="1498">
                  <c:v>987</c:v>
                </c:pt>
                <c:pt idx="1499">
                  <c:v>937</c:v>
                </c:pt>
                <c:pt idx="1500">
                  <c:v>31226</c:v>
                </c:pt>
                <c:pt idx="1501">
                  <c:v>611</c:v>
                </c:pt>
                <c:pt idx="1502">
                  <c:v>531</c:v>
                </c:pt>
                <c:pt idx="1503">
                  <c:v>17723</c:v>
                </c:pt>
                <c:pt idx="1504">
                  <c:v>1197</c:v>
                </c:pt>
                <c:pt idx="1505">
                  <c:v>739</c:v>
                </c:pt>
                <c:pt idx="1506">
                  <c:v>1419</c:v>
                </c:pt>
                <c:pt idx="1507">
                  <c:v>1097</c:v>
                </c:pt>
                <c:pt idx="1508">
                  <c:v>2773</c:v>
                </c:pt>
                <c:pt idx="1509">
                  <c:v>1768</c:v>
                </c:pt>
                <c:pt idx="1510">
                  <c:v>15665</c:v>
                </c:pt>
                <c:pt idx="1511">
                  <c:v>600</c:v>
                </c:pt>
                <c:pt idx="1512">
                  <c:v>505</c:v>
                </c:pt>
                <c:pt idx="1513">
                  <c:v>528</c:v>
                </c:pt>
                <c:pt idx="1514">
                  <c:v>2575</c:v>
                </c:pt>
                <c:pt idx="1515">
                  <c:v>12105</c:v>
                </c:pt>
                <c:pt idx="1516">
                  <c:v>4011</c:v>
                </c:pt>
                <c:pt idx="1517">
                  <c:v>637</c:v>
                </c:pt>
                <c:pt idx="1518">
                  <c:v>9710</c:v>
                </c:pt>
                <c:pt idx="1519">
                  <c:v>2439</c:v>
                </c:pt>
                <c:pt idx="1520">
                  <c:v>1170</c:v>
                </c:pt>
                <c:pt idx="1521">
                  <c:v>8421</c:v>
                </c:pt>
                <c:pt idx="1522">
                  <c:v>1062</c:v>
                </c:pt>
                <c:pt idx="1523">
                  <c:v>11114</c:v>
                </c:pt>
                <c:pt idx="1524">
                  <c:v>2371</c:v>
                </c:pt>
                <c:pt idx="1525">
                  <c:v>715</c:v>
                </c:pt>
                <c:pt idx="1526">
                  <c:v>12384</c:v>
                </c:pt>
                <c:pt idx="1527">
                  <c:v>4858</c:v>
                </c:pt>
                <c:pt idx="1528">
                  <c:v>1362</c:v>
                </c:pt>
                <c:pt idx="1529">
                  <c:v>1449</c:v>
                </c:pt>
                <c:pt idx="1530">
                  <c:v>1706</c:v>
                </c:pt>
                <c:pt idx="1531">
                  <c:v>3928</c:v>
                </c:pt>
                <c:pt idx="1532">
                  <c:v>2902</c:v>
                </c:pt>
                <c:pt idx="1533">
                  <c:v>1699</c:v>
                </c:pt>
                <c:pt idx="1534">
                  <c:v>2833</c:v>
                </c:pt>
                <c:pt idx="1535">
                  <c:v>510</c:v>
                </c:pt>
                <c:pt idx="1536">
                  <c:v>3852</c:v>
                </c:pt>
                <c:pt idx="1537">
                  <c:v>2685</c:v>
                </c:pt>
                <c:pt idx="1538">
                  <c:v>552</c:v>
                </c:pt>
                <c:pt idx="1539">
                  <c:v>5110</c:v>
                </c:pt>
                <c:pt idx="1540">
                  <c:v>1604</c:v>
                </c:pt>
                <c:pt idx="1541">
                  <c:v>1477</c:v>
                </c:pt>
                <c:pt idx="1542">
                  <c:v>15156</c:v>
                </c:pt>
                <c:pt idx="1543">
                  <c:v>832</c:v>
                </c:pt>
                <c:pt idx="1544">
                  <c:v>1882</c:v>
                </c:pt>
                <c:pt idx="1545">
                  <c:v>652</c:v>
                </c:pt>
                <c:pt idx="1546">
                  <c:v>20479</c:v>
                </c:pt>
                <c:pt idx="1547">
                  <c:v>5947</c:v>
                </c:pt>
                <c:pt idx="1548">
                  <c:v>2734</c:v>
                </c:pt>
                <c:pt idx="1549">
                  <c:v>22707</c:v>
                </c:pt>
                <c:pt idx="1550">
                  <c:v>3053</c:v>
                </c:pt>
                <c:pt idx="1551">
                  <c:v>1054</c:v>
                </c:pt>
                <c:pt idx="1552">
                  <c:v>3076</c:v>
                </c:pt>
                <c:pt idx="1553">
                  <c:v>595</c:v>
                </c:pt>
                <c:pt idx="1554">
                  <c:v>3930</c:v>
                </c:pt>
                <c:pt idx="1555">
                  <c:v>2588</c:v>
                </c:pt>
                <c:pt idx="1556">
                  <c:v>2344</c:v>
                </c:pt>
                <c:pt idx="1557">
                  <c:v>2796</c:v>
                </c:pt>
                <c:pt idx="1558">
                  <c:v>603</c:v>
                </c:pt>
                <c:pt idx="1559">
                  <c:v>1227</c:v>
                </c:pt>
                <c:pt idx="1560">
                  <c:v>2729</c:v>
                </c:pt>
                <c:pt idx="1561">
                  <c:v>1037</c:v>
                </c:pt>
                <c:pt idx="1562">
                  <c:v>983</c:v>
                </c:pt>
                <c:pt idx="1563">
                  <c:v>660</c:v>
                </c:pt>
                <c:pt idx="1564">
                  <c:v>807</c:v>
                </c:pt>
                <c:pt idx="1565">
                  <c:v>3371</c:v>
                </c:pt>
                <c:pt idx="1566">
                  <c:v>1456</c:v>
                </c:pt>
                <c:pt idx="1567">
                  <c:v>5287</c:v>
                </c:pt>
                <c:pt idx="1568">
                  <c:v>8191</c:v>
                </c:pt>
                <c:pt idx="1569">
                  <c:v>1628</c:v>
                </c:pt>
                <c:pt idx="1570">
                  <c:v>1198</c:v>
                </c:pt>
                <c:pt idx="1571">
                  <c:v>1189</c:v>
                </c:pt>
                <c:pt idx="1572">
                  <c:v>768</c:v>
                </c:pt>
                <c:pt idx="1573">
                  <c:v>566</c:v>
                </c:pt>
                <c:pt idx="1574">
                  <c:v>2112</c:v>
                </c:pt>
                <c:pt idx="1575">
                  <c:v>116712</c:v>
                </c:pt>
                <c:pt idx="1576">
                  <c:v>1518</c:v>
                </c:pt>
                <c:pt idx="1577">
                  <c:v>4566</c:v>
                </c:pt>
                <c:pt idx="1578">
                  <c:v>569</c:v>
                </c:pt>
                <c:pt idx="1579">
                  <c:v>28027</c:v>
                </c:pt>
                <c:pt idx="1580">
                  <c:v>575</c:v>
                </c:pt>
                <c:pt idx="1581">
                  <c:v>3737</c:v>
                </c:pt>
                <c:pt idx="1582">
                  <c:v>2884</c:v>
                </c:pt>
                <c:pt idx="1583">
                  <c:v>570</c:v>
                </c:pt>
                <c:pt idx="1584">
                  <c:v>2890</c:v>
                </c:pt>
                <c:pt idx="1585">
                  <c:v>4829</c:v>
                </c:pt>
                <c:pt idx="1586">
                  <c:v>1629</c:v>
                </c:pt>
                <c:pt idx="1587">
                  <c:v>3530</c:v>
                </c:pt>
                <c:pt idx="1588">
                  <c:v>514</c:v>
                </c:pt>
                <c:pt idx="1589">
                  <c:v>2919</c:v>
                </c:pt>
                <c:pt idx="1590">
                  <c:v>2909</c:v>
                </c:pt>
                <c:pt idx="1591">
                  <c:v>593</c:v>
                </c:pt>
                <c:pt idx="1592">
                  <c:v>823</c:v>
                </c:pt>
                <c:pt idx="1593">
                  <c:v>863</c:v>
                </c:pt>
                <c:pt idx="1594">
                  <c:v>15650</c:v>
                </c:pt>
                <c:pt idx="1595">
                  <c:v>1102</c:v>
                </c:pt>
                <c:pt idx="1596">
                  <c:v>9131</c:v>
                </c:pt>
                <c:pt idx="1597">
                  <c:v>16649</c:v>
                </c:pt>
                <c:pt idx="1598">
                  <c:v>2501</c:v>
                </c:pt>
                <c:pt idx="1599">
                  <c:v>673</c:v>
                </c:pt>
                <c:pt idx="1600">
                  <c:v>953</c:v>
                </c:pt>
                <c:pt idx="1601">
                  <c:v>7160</c:v>
                </c:pt>
                <c:pt idx="1602">
                  <c:v>1930</c:v>
                </c:pt>
                <c:pt idx="1603">
                  <c:v>1468</c:v>
                </c:pt>
                <c:pt idx="1604">
                  <c:v>33262</c:v>
                </c:pt>
                <c:pt idx="1605">
                  <c:v>556</c:v>
                </c:pt>
                <c:pt idx="1606">
                  <c:v>1500</c:v>
                </c:pt>
                <c:pt idx="1607">
                  <c:v>9094</c:v>
                </c:pt>
                <c:pt idx="1608">
                  <c:v>783</c:v>
                </c:pt>
                <c:pt idx="1609">
                  <c:v>562</c:v>
                </c:pt>
                <c:pt idx="1610">
                  <c:v>755</c:v>
                </c:pt>
                <c:pt idx="1611">
                  <c:v>5973</c:v>
                </c:pt>
                <c:pt idx="1612">
                  <c:v>1152</c:v>
                </c:pt>
                <c:pt idx="1613">
                  <c:v>2257</c:v>
                </c:pt>
                <c:pt idx="1614">
                  <c:v>676</c:v>
                </c:pt>
                <c:pt idx="1615">
                  <c:v>5385</c:v>
                </c:pt>
                <c:pt idx="1616">
                  <c:v>659</c:v>
                </c:pt>
                <c:pt idx="1617">
                  <c:v>563</c:v>
                </c:pt>
                <c:pt idx="1618">
                  <c:v>631</c:v>
                </c:pt>
                <c:pt idx="1619">
                  <c:v>1283</c:v>
                </c:pt>
                <c:pt idx="1620">
                  <c:v>13387</c:v>
                </c:pt>
                <c:pt idx="1621">
                  <c:v>1756</c:v>
                </c:pt>
                <c:pt idx="1622">
                  <c:v>917</c:v>
                </c:pt>
                <c:pt idx="1623">
                  <c:v>809</c:v>
                </c:pt>
                <c:pt idx="1624">
                  <c:v>34659</c:v>
                </c:pt>
                <c:pt idx="1625">
                  <c:v>1619</c:v>
                </c:pt>
                <c:pt idx="1626">
                  <c:v>7106</c:v>
                </c:pt>
                <c:pt idx="1627">
                  <c:v>111740</c:v>
                </c:pt>
                <c:pt idx="1628">
                  <c:v>580</c:v>
                </c:pt>
                <c:pt idx="1629">
                  <c:v>8619</c:v>
                </c:pt>
                <c:pt idx="1630">
                  <c:v>2071</c:v>
                </c:pt>
                <c:pt idx="1631">
                  <c:v>712</c:v>
                </c:pt>
                <c:pt idx="1632">
                  <c:v>5488</c:v>
                </c:pt>
                <c:pt idx="1633">
                  <c:v>852</c:v>
                </c:pt>
                <c:pt idx="1634">
                  <c:v>1911</c:v>
                </c:pt>
                <c:pt idx="1635">
                  <c:v>1868</c:v>
                </c:pt>
                <c:pt idx="1636">
                  <c:v>1182</c:v>
                </c:pt>
                <c:pt idx="1637">
                  <c:v>2204</c:v>
                </c:pt>
                <c:pt idx="1638">
                  <c:v>3639</c:v>
                </c:pt>
                <c:pt idx="1639">
                  <c:v>949</c:v>
                </c:pt>
                <c:pt idx="1640">
                  <c:v>1373</c:v>
                </c:pt>
                <c:pt idx="1641">
                  <c:v>2485</c:v>
                </c:pt>
                <c:pt idx="1642">
                  <c:v>563</c:v>
                </c:pt>
                <c:pt idx="1643">
                  <c:v>847</c:v>
                </c:pt>
                <c:pt idx="1644">
                  <c:v>7113</c:v>
                </c:pt>
                <c:pt idx="1645">
                  <c:v>764</c:v>
                </c:pt>
                <c:pt idx="1646">
                  <c:v>43966</c:v>
                </c:pt>
                <c:pt idx="1647">
                  <c:v>4087</c:v>
                </c:pt>
                <c:pt idx="1648">
                  <c:v>2977</c:v>
                </c:pt>
                <c:pt idx="1649">
                  <c:v>1115</c:v>
                </c:pt>
                <c:pt idx="1650">
                  <c:v>1875</c:v>
                </c:pt>
                <c:pt idx="1651">
                  <c:v>1054</c:v>
                </c:pt>
                <c:pt idx="1652">
                  <c:v>75334</c:v>
                </c:pt>
                <c:pt idx="1653">
                  <c:v>560</c:v>
                </c:pt>
                <c:pt idx="1654">
                  <c:v>1573</c:v>
                </c:pt>
                <c:pt idx="1655">
                  <c:v>1598</c:v>
                </c:pt>
                <c:pt idx="1656">
                  <c:v>4009</c:v>
                </c:pt>
                <c:pt idx="1657">
                  <c:v>1031</c:v>
                </c:pt>
                <c:pt idx="1658">
                  <c:v>796</c:v>
                </c:pt>
                <c:pt idx="1659">
                  <c:v>762</c:v>
                </c:pt>
                <c:pt idx="1660">
                  <c:v>6583</c:v>
                </c:pt>
                <c:pt idx="1661">
                  <c:v>1392</c:v>
                </c:pt>
                <c:pt idx="1662">
                  <c:v>1596</c:v>
                </c:pt>
                <c:pt idx="1663">
                  <c:v>3338</c:v>
                </c:pt>
                <c:pt idx="1664">
                  <c:v>1082</c:v>
                </c:pt>
                <c:pt idx="1665">
                  <c:v>2064</c:v>
                </c:pt>
                <c:pt idx="1666">
                  <c:v>2501</c:v>
                </c:pt>
                <c:pt idx="1667">
                  <c:v>2296</c:v>
                </c:pt>
                <c:pt idx="1668">
                  <c:v>704</c:v>
                </c:pt>
                <c:pt idx="1669">
                  <c:v>22750</c:v>
                </c:pt>
                <c:pt idx="1670">
                  <c:v>7262</c:v>
                </c:pt>
                <c:pt idx="1671">
                  <c:v>953</c:v>
                </c:pt>
                <c:pt idx="1672">
                  <c:v>1682</c:v>
                </c:pt>
                <c:pt idx="1673">
                  <c:v>514</c:v>
                </c:pt>
                <c:pt idx="1674">
                  <c:v>1192</c:v>
                </c:pt>
                <c:pt idx="1675">
                  <c:v>1483</c:v>
                </c:pt>
                <c:pt idx="1676">
                  <c:v>2012</c:v>
                </c:pt>
                <c:pt idx="1677">
                  <c:v>1746</c:v>
                </c:pt>
                <c:pt idx="1678">
                  <c:v>5984</c:v>
                </c:pt>
                <c:pt idx="1679">
                  <c:v>5985</c:v>
                </c:pt>
                <c:pt idx="1680">
                  <c:v>557</c:v>
                </c:pt>
                <c:pt idx="1681">
                  <c:v>3552</c:v>
                </c:pt>
                <c:pt idx="1682">
                  <c:v>2262</c:v>
                </c:pt>
                <c:pt idx="1683">
                  <c:v>1144</c:v>
                </c:pt>
                <c:pt idx="1684">
                  <c:v>854</c:v>
                </c:pt>
                <c:pt idx="1685">
                  <c:v>2153</c:v>
                </c:pt>
                <c:pt idx="1686">
                  <c:v>3743</c:v>
                </c:pt>
                <c:pt idx="1687">
                  <c:v>1935</c:v>
                </c:pt>
                <c:pt idx="1688">
                  <c:v>4036</c:v>
                </c:pt>
                <c:pt idx="1689">
                  <c:v>4042</c:v>
                </c:pt>
                <c:pt idx="1690">
                  <c:v>3175</c:v>
                </c:pt>
                <c:pt idx="1691">
                  <c:v>24483</c:v>
                </c:pt>
                <c:pt idx="1692">
                  <c:v>3824</c:v>
                </c:pt>
                <c:pt idx="1693">
                  <c:v>882</c:v>
                </c:pt>
                <c:pt idx="1694">
                  <c:v>2081</c:v>
                </c:pt>
                <c:pt idx="1695">
                  <c:v>816</c:v>
                </c:pt>
                <c:pt idx="1696">
                  <c:v>1186</c:v>
                </c:pt>
                <c:pt idx="1697">
                  <c:v>1199</c:v>
                </c:pt>
                <c:pt idx="1698">
                  <c:v>2055</c:v>
                </c:pt>
                <c:pt idx="1699">
                  <c:v>3582</c:v>
                </c:pt>
                <c:pt idx="1700">
                  <c:v>14990</c:v>
                </c:pt>
                <c:pt idx="1701">
                  <c:v>1091</c:v>
                </c:pt>
                <c:pt idx="1702">
                  <c:v>611</c:v>
                </c:pt>
                <c:pt idx="1703">
                  <c:v>591</c:v>
                </c:pt>
                <c:pt idx="1704">
                  <c:v>51259</c:v>
                </c:pt>
                <c:pt idx="1705">
                  <c:v>18499</c:v>
                </c:pt>
                <c:pt idx="1706">
                  <c:v>2019</c:v>
                </c:pt>
                <c:pt idx="1707">
                  <c:v>927</c:v>
                </c:pt>
                <c:pt idx="1708">
                  <c:v>4943</c:v>
                </c:pt>
                <c:pt idx="1709">
                  <c:v>3723</c:v>
                </c:pt>
                <c:pt idx="1710">
                  <c:v>82514</c:v>
                </c:pt>
                <c:pt idx="1711">
                  <c:v>1442</c:v>
                </c:pt>
                <c:pt idx="1712">
                  <c:v>695</c:v>
                </c:pt>
                <c:pt idx="1713">
                  <c:v>1513</c:v>
                </c:pt>
                <c:pt idx="1714">
                  <c:v>671</c:v>
                </c:pt>
                <c:pt idx="1715">
                  <c:v>19125</c:v>
                </c:pt>
                <c:pt idx="1716">
                  <c:v>22884</c:v>
                </c:pt>
                <c:pt idx="1717">
                  <c:v>903</c:v>
                </c:pt>
                <c:pt idx="1718">
                  <c:v>608</c:v>
                </c:pt>
                <c:pt idx="1719">
                  <c:v>1472</c:v>
                </c:pt>
                <c:pt idx="1720">
                  <c:v>693</c:v>
                </c:pt>
                <c:pt idx="1721">
                  <c:v>3186</c:v>
                </c:pt>
                <c:pt idx="1722">
                  <c:v>2052</c:v>
                </c:pt>
                <c:pt idx="1723">
                  <c:v>618</c:v>
                </c:pt>
                <c:pt idx="1724">
                  <c:v>902</c:v>
                </c:pt>
                <c:pt idx="1725">
                  <c:v>512</c:v>
                </c:pt>
                <c:pt idx="1726">
                  <c:v>987</c:v>
                </c:pt>
                <c:pt idx="1727">
                  <c:v>1215</c:v>
                </c:pt>
                <c:pt idx="1728">
                  <c:v>1348</c:v>
                </c:pt>
                <c:pt idx="1729">
                  <c:v>1455</c:v>
                </c:pt>
                <c:pt idx="1730">
                  <c:v>4673</c:v>
                </c:pt>
                <c:pt idx="1731">
                  <c:v>566</c:v>
                </c:pt>
                <c:pt idx="1732">
                  <c:v>1163</c:v>
                </c:pt>
                <c:pt idx="1733">
                  <c:v>3743</c:v>
                </c:pt>
                <c:pt idx="1734">
                  <c:v>844</c:v>
                </c:pt>
                <c:pt idx="1735">
                  <c:v>1293</c:v>
                </c:pt>
                <c:pt idx="1736">
                  <c:v>8199</c:v>
                </c:pt>
                <c:pt idx="1737">
                  <c:v>839</c:v>
                </c:pt>
                <c:pt idx="1738">
                  <c:v>8541</c:v>
                </c:pt>
                <c:pt idx="1739">
                  <c:v>8505</c:v>
                </c:pt>
                <c:pt idx="1740">
                  <c:v>1309</c:v>
                </c:pt>
                <c:pt idx="1741">
                  <c:v>1070</c:v>
                </c:pt>
                <c:pt idx="1742">
                  <c:v>519</c:v>
                </c:pt>
                <c:pt idx="1743">
                  <c:v>18662</c:v>
                </c:pt>
                <c:pt idx="1744">
                  <c:v>1087</c:v>
                </c:pt>
                <c:pt idx="1745">
                  <c:v>3076</c:v>
                </c:pt>
                <c:pt idx="1746">
                  <c:v>1470</c:v>
                </c:pt>
                <c:pt idx="1747">
                  <c:v>4735</c:v>
                </c:pt>
                <c:pt idx="1748">
                  <c:v>6248</c:v>
                </c:pt>
                <c:pt idx="1749">
                  <c:v>1137</c:v>
                </c:pt>
                <c:pt idx="1750">
                  <c:v>2089</c:v>
                </c:pt>
                <c:pt idx="1751">
                  <c:v>732</c:v>
                </c:pt>
                <c:pt idx="1752">
                  <c:v>792</c:v>
                </c:pt>
                <c:pt idx="1753">
                  <c:v>1212</c:v>
                </c:pt>
                <c:pt idx="1754">
                  <c:v>1863</c:v>
                </c:pt>
                <c:pt idx="1755">
                  <c:v>2869</c:v>
                </c:pt>
                <c:pt idx="1756">
                  <c:v>5775</c:v>
                </c:pt>
                <c:pt idx="1757">
                  <c:v>599</c:v>
                </c:pt>
                <c:pt idx="1758">
                  <c:v>1648</c:v>
                </c:pt>
                <c:pt idx="1759">
                  <c:v>1037</c:v>
                </c:pt>
                <c:pt idx="1760">
                  <c:v>736</c:v>
                </c:pt>
                <c:pt idx="1761">
                  <c:v>545</c:v>
                </c:pt>
                <c:pt idx="1762">
                  <c:v>790</c:v>
                </c:pt>
                <c:pt idx="1763">
                  <c:v>6365</c:v>
                </c:pt>
                <c:pt idx="1764">
                  <c:v>1970</c:v>
                </c:pt>
                <c:pt idx="1765">
                  <c:v>2369</c:v>
                </c:pt>
                <c:pt idx="1766">
                  <c:v>128011</c:v>
                </c:pt>
                <c:pt idx="1767">
                  <c:v>7838</c:v>
                </c:pt>
                <c:pt idx="1768">
                  <c:v>3727</c:v>
                </c:pt>
                <c:pt idx="1769">
                  <c:v>6486</c:v>
                </c:pt>
                <c:pt idx="1770">
                  <c:v>7244</c:v>
                </c:pt>
                <c:pt idx="1771">
                  <c:v>552</c:v>
                </c:pt>
                <c:pt idx="1772">
                  <c:v>1011</c:v>
                </c:pt>
                <c:pt idx="1773">
                  <c:v>12145</c:v>
                </c:pt>
                <c:pt idx="1774">
                  <c:v>958</c:v>
                </c:pt>
                <c:pt idx="1775">
                  <c:v>2003</c:v>
                </c:pt>
                <c:pt idx="1776">
                  <c:v>10784</c:v>
                </c:pt>
                <c:pt idx="1777">
                  <c:v>7229</c:v>
                </c:pt>
                <c:pt idx="1778">
                  <c:v>3486</c:v>
                </c:pt>
                <c:pt idx="1779">
                  <c:v>3093</c:v>
                </c:pt>
                <c:pt idx="1780">
                  <c:v>943</c:v>
                </c:pt>
                <c:pt idx="1781">
                  <c:v>31158</c:v>
                </c:pt>
                <c:pt idx="1782">
                  <c:v>1035</c:v>
                </c:pt>
                <c:pt idx="1783">
                  <c:v>1050</c:v>
                </c:pt>
                <c:pt idx="1784">
                  <c:v>2781</c:v>
                </c:pt>
                <c:pt idx="1785">
                  <c:v>136690</c:v>
                </c:pt>
                <c:pt idx="1786">
                  <c:v>1798</c:v>
                </c:pt>
                <c:pt idx="1787">
                  <c:v>30151</c:v>
                </c:pt>
                <c:pt idx="1788">
                  <c:v>3072</c:v>
                </c:pt>
                <c:pt idx="1789">
                  <c:v>843</c:v>
                </c:pt>
                <c:pt idx="1790">
                  <c:v>591</c:v>
                </c:pt>
                <c:pt idx="1791">
                  <c:v>30157</c:v>
                </c:pt>
                <c:pt idx="1792">
                  <c:v>508</c:v>
                </c:pt>
                <c:pt idx="1793">
                  <c:v>718</c:v>
                </c:pt>
                <c:pt idx="1794">
                  <c:v>3622</c:v>
                </c:pt>
                <c:pt idx="1795">
                  <c:v>798</c:v>
                </c:pt>
                <c:pt idx="1796">
                  <c:v>7695</c:v>
                </c:pt>
                <c:pt idx="1797">
                  <c:v>1344</c:v>
                </c:pt>
                <c:pt idx="1798">
                  <c:v>556</c:v>
                </c:pt>
                <c:pt idx="1799">
                  <c:v>934</c:v>
                </c:pt>
                <c:pt idx="1800">
                  <c:v>1246</c:v>
                </c:pt>
                <c:pt idx="1801">
                  <c:v>2396</c:v>
                </c:pt>
                <c:pt idx="1802">
                  <c:v>713</c:v>
                </c:pt>
                <c:pt idx="1803">
                  <c:v>1375</c:v>
                </c:pt>
                <c:pt idx="1804">
                  <c:v>893</c:v>
                </c:pt>
                <c:pt idx="1805">
                  <c:v>927</c:v>
                </c:pt>
                <c:pt idx="1806">
                  <c:v>541</c:v>
                </c:pt>
                <c:pt idx="1807">
                  <c:v>10895</c:v>
                </c:pt>
                <c:pt idx="1808">
                  <c:v>829</c:v>
                </c:pt>
                <c:pt idx="1809">
                  <c:v>1120</c:v>
                </c:pt>
                <c:pt idx="1810">
                  <c:v>2684</c:v>
                </c:pt>
                <c:pt idx="1811">
                  <c:v>68441</c:v>
                </c:pt>
                <c:pt idx="1812">
                  <c:v>1205</c:v>
                </c:pt>
                <c:pt idx="1813">
                  <c:v>815</c:v>
                </c:pt>
                <c:pt idx="1814">
                  <c:v>1714</c:v>
                </c:pt>
                <c:pt idx="1815">
                  <c:v>7148</c:v>
                </c:pt>
                <c:pt idx="1816">
                  <c:v>1734</c:v>
                </c:pt>
                <c:pt idx="1817">
                  <c:v>1055</c:v>
                </c:pt>
                <c:pt idx="1818">
                  <c:v>2765</c:v>
                </c:pt>
                <c:pt idx="1819">
                  <c:v>1855</c:v>
                </c:pt>
                <c:pt idx="1820">
                  <c:v>2050</c:v>
                </c:pt>
                <c:pt idx="1821">
                  <c:v>3894</c:v>
                </c:pt>
                <c:pt idx="1822">
                  <c:v>7545</c:v>
                </c:pt>
                <c:pt idx="1823">
                  <c:v>4543</c:v>
                </c:pt>
                <c:pt idx="1824">
                  <c:v>5190</c:v>
                </c:pt>
                <c:pt idx="1825">
                  <c:v>865</c:v>
                </c:pt>
                <c:pt idx="1826">
                  <c:v>789</c:v>
                </c:pt>
                <c:pt idx="1827">
                  <c:v>749</c:v>
                </c:pt>
                <c:pt idx="1828">
                  <c:v>768779</c:v>
                </c:pt>
                <c:pt idx="1829">
                  <c:v>672</c:v>
                </c:pt>
                <c:pt idx="1830">
                  <c:v>849</c:v>
                </c:pt>
                <c:pt idx="1831">
                  <c:v>3169</c:v>
                </c:pt>
                <c:pt idx="1832">
                  <c:v>4470</c:v>
                </c:pt>
                <c:pt idx="1833">
                  <c:v>4100</c:v>
                </c:pt>
                <c:pt idx="1834">
                  <c:v>625</c:v>
                </c:pt>
                <c:pt idx="1835">
                  <c:v>12015</c:v>
                </c:pt>
                <c:pt idx="1836">
                  <c:v>4650</c:v>
                </c:pt>
                <c:pt idx="1837">
                  <c:v>7881</c:v>
                </c:pt>
                <c:pt idx="1838">
                  <c:v>8604</c:v>
                </c:pt>
                <c:pt idx="1839">
                  <c:v>81714</c:v>
                </c:pt>
                <c:pt idx="1840">
                  <c:v>13570</c:v>
                </c:pt>
                <c:pt idx="1841">
                  <c:v>3059</c:v>
                </c:pt>
                <c:pt idx="1842">
                  <c:v>1364</c:v>
                </c:pt>
                <c:pt idx="1843">
                  <c:v>127693</c:v>
                </c:pt>
                <c:pt idx="1844">
                  <c:v>2801</c:v>
                </c:pt>
                <c:pt idx="1845">
                  <c:v>1826</c:v>
                </c:pt>
                <c:pt idx="1846">
                  <c:v>5266</c:v>
                </c:pt>
                <c:pt idx="1847">
                  <c:v>1652</c:v>
                </c:pt>
                <c:pt idx="1848">
                  <c:v>1394</c:v>
                </c:pt>
                <c:pt idx="1849">
                  <c:v>7628</c:v>
                </c:pt>
                <c:pt idx="1850">
                  <c:v>2008</c:v>
                </c:pt>
                <c:pt idx="1851">
                  <c:v>1093</c:v>
                </c:pt>
                <c:pt idx="1852">
                  <c:v>1258</c:v>
                </c:pt>
                <c:pt idx="1853">
                  <c:v>63149</c:v>
                </c:pt>
                <c:pt idx="1854">
                  <c:v>17582</c:v>
                </c:pt>
                <c:pt idx="1855">
                  <c:v>343000</c:v>
                </c:pt>
                <c:pt idx="1856">
                  <c:v>1131</c:v>
                </c:pt>
                <c:pt idx="1857">
                  <c:v>2568</c:v>
                </c:pt>
                <c:pt idx="1858">
                  <c:v>6129</c:v>
                </c:pt>
                <c:pt idx="1859">
                  <c:v>2518</c:v>
                </c:pt>
                <c:pt idx="1860">
                  <c:v>3479</c:v>
                </c:pt>
                <c:pt idx="1861">
                  <c:v>2308</c:v>
                </c:pt>
                <c:pt idx="1862">
                  <c:v>503</c:v>
                </c:pt>
                <c:pt idx="1863">
                  <c:v>543</c:v>
                </c:pt>
                <c:pt idx="1864">
                  <c:v>1344</c:v>
                </c:pt>
                <c:pt idx="1865">
                  <c:v>520</c:v>
                </c:pt>
                <c:pt idx="1866">
                  <c:v>3488</c:v>
                </c:pt>
                <c:pt idx="1867">
                  <c:v>818</c:v>
                </c:pt>
                <c:pt idx="1868">
                  <c:v>1010</c:v>
                </c:pt>
                <c:pt idx="1869">
                  <c:v>537</c:v>
                </c:pt>
                <c:pt idx="1870">
                  <c:v>706</c:v>
                </c:pt>
                <c:pt idx="1871">
                  <c:v>2883</c:v>
                </c:pt>
                <c:pt idx="1872">
                  <c:v>759</c:v>
                </c:pt>
                <c:pt idx="1873">
                  <c:v>1989</c:v>
                </c:pt>
                <c:pt idx="1874">
                  <c:v>4982</c:v>
                </c:pt>
                <c:pt idx="1875">
                  <c:v>1730</c:v>
                </c:pt>
                <c:pt idx="1876">
                  <c:v>799</c:v>
                </c:pt>
                <c:pt idx="1877">
                  <c:v>533</c:v>
                </c:pt>
                <c:pt idx="1878">
                  <c:v>37007</c:v>
                </c:pt>
                <c:pt idx="1879">
                  <c:v>5706</c:v>
                </c:pt>
                <c:pt idx="1880">
                  <c:v>7766</c:v>
                </c:pt>
                <c:pt idx="1881">
                  <c:v>10837</c:v>
                </c:pt>
                <c:pt idx="1882">
                  <c:v>2325</c:v>
                </c:pt>
                <c:pt idx="1883">
                  <c:v>8851</c:v>
                </c:pt>
                <c:pt idx="1884">
                  <c:v>3582</c:v>
                </c:pt>
                <c:pt idx="1885">
                  <c:v>2721</c:v>
                </c:pt>
                <c:pt idx="1886">
                  <c:v>2396</c:v>
                </c:pt>
                <c:pt idx="1887">
                  <c:v>1604</c:v>
                </c:pt>
                <c:pt idx="1888">
                  <c:v>10915</c:v>
                </c:pt>
                <c:pt idx="1889">
                  <c:v>947</c:v>
                </c:pt>
                <c:pt idx="1890">
                  <c:v>874</c:v>
                </c:pt>
                <c:pt idx="1891">
                  <c:v>668</c:v>
                </c:pt>
                <c:pt idx="1892">
                  <c:v>934</c:v>
                </c:pt>
                <c:pt idx="1893">
                  <c:v>624</c:v>
                </c:pt>
                <c:pt idx="1894">
                  <c:v>851</c:v>
                </c:pt>
                <c:pt idx="1895">
                  <c:v>598</c:v>
                </c:pt>
                <c:pt idx="1896">
                  <c:v>838</c:v>
                </c:pt>
                <c:pt idx="1897">
                  <c:v>2069</c:v>
                </c:pt>
                <c:pt idx="1898">
                  <c:v>2749</c:v>
                </c:pt>
                <c:pt idx="1899">
                  <c:v>29935</c:v>
                </c:pt>
                <c:pt idx="1900">
                  <c:v>9755</c:v>
                </c:pt>
                <c:pt idx="1901">
                  <c:v>8596</c:v>
                </c:pt>
                <c:pt idx="1902">
                  <c:v>1624</c:v>
                </c:pt>
                <c:pt idx="1903">
                  <c:v>1309</c:v>
                </c:pt>
                <c:pt idx="1904">
                  <c:v>2267</c:v>
                </c:pt>
                <c:pt idx="1905">
                  <c:v>121315</c:v>
                </c:pt>
                <c:pt idx="1906">
                  <c:v>90894</c:v>
                </c:pt>
                <c:pt idx="1907">
                  <c:v>557</c:v>
                </c:pt>
                <c:pt idx="1908">
                  <c:v>647</c:v>
                </c:pt>
                <c:pt idx="1909">
                  <c:v>2729</c:v>
                </c:pt>
                <c:pt idx="1910">
                  <c:v>1939</c:v>
                </c:pt>
                <c:pt idx="1911">
                  <c:v>515</c:v>
                </c:pt>
                <c:pt idx="1912">
                  <c:v>701</c:v>
                </c:pt>
                <c:pt idx="1913">
                  <c:v>933</c:v>
                </c:pt>
                <c:pt idx="1914">
                  <c:v>2987</c:v>
                </c:pt>
                <c:pt idx="1915">
                  <c:v>612</c:v>
                </c:pt>
                <c:pt idx="1916">
                  <c:v>750</c:v>
                </c:pt>
                <c:pt idx="1917">
                  <c:v>7350</c:v>
                </c:pt>
                <c:pt idx="1918">
                  <c:v>2328</c:v>
                </c:pt>
                <c:pt idx="1919">
                  <c:v>534</c:v>
                </c:pt>
                <c:pt idx="1920">
                  <c:v>546</c:v>
                </c:pt>
                <c:pt idx="1921">
                  <c:v>14489</c:v>
                </c:pt>
                <c:pt idx="1922">
                  <c:v>3133</c:v>
                </c:pt>
                <c:pt idx="1923">
                  <c:v>1568</c:v>
                </c:pt>
                <c:pt idx="1924">
                  <c:v>600</c:v>
                </c:pt>
                <c:pt idx="1925">
                  <c:v>1406</c:v>
                </c:pt>
                <c:pt idx="1926">
                  <c:v>763</c:v>
                </c:pt>
                <c:pt idx="1927">
                  <c:v>7488</c:v>
                </c:pt>
                <c:pt idx="1928">
                  <c:v>1091</c:v>
                </c:pt>
                <c:pt idx="1929">
                  <c:v>1213</c:v>
                </c:pt>
                <c:pt idx="1930">
                  <c:v>3523</c:v>
                </c:pt>
                <c:pt idx="1931">
                  <c:v>5866</c:v>
                </c:pt>
                <c:pt idx="1932">
                  <c:v>678</c:v>
                </c:pt>
                <c:pt idx="1933">
                  <c:v>10640</c:v>
                </c:pt>
                <c:pt idx="1934">
                  <c:v>861</c:v>
                </c:pt>
                <c:pt idx="1935">
                  <c:v>2592</c:v>
                </c:pt>
                <c:pt idx="1936">
                  <c:v>2613</c:v>
                </c:pt>
                <c:pt idx="1937">
                  <c:v>2289</c:v>
                </c:pt>
                <c:pt idx="1938">
                  <c:v>972</c:v>
                </c:pt>
                <c:pt idx="1939">
                  <c:v>853</c:v>
                </c:pt>
                <c:pt idx="1940">
                  <c:v>1197</c:v>
                </c:pt>
                <c:pt idx="1941">
                  <c:v>7494</c:v>
                </c:pt>
                <c:pt idx="1942">
                  <c:v>4264</c:v>
                </c:pt>
                <c:pt idx="1943">
                  <c:v>2921</c:v>
                </c:pt>
                <c:pt idx="1944">
                  <c:v>6409</c:v>
                </c:pt>
                <c:pt idx="1945">
                  <c:v>660</c:v>
                </c:pt>
                <c:pt idx="1946">
                  <c:v>15766</c:v>
                </c:pt>
                <c:pt idx="1947">
                  <c:v>578</c:v>
                </c:pt>
                <c:pt idx="1948">
                  <c:v>15641</c:v>
                </c:pt>
                <c:pt idx="1949">
                  <c:v>588</c:v>
                </c:pt>
                <c:pt idx="1950">
                  <c:v>928</c:v>
                </c:pt>
                <c:pt idx="1951">
                  <c:v>12421</c:v>
                </c:pt>
                <c:pt idx="1952">
                  <c:v>5100</c:v>
                </c:pt>
                <c:pt idx="1953">
                  <c:v>1144</c:v>
                </c:pt>
                <c:pt idx="1954">
                  <c:v>4891</c:v>
                </c:pt>
                <c:pt idx="1955">
                  <c:v>894</c:v>
                </c:pt>
                <c:pt idx="1956">
                  <c:v>503</c:v>
                </c:pt>
                <c:pt idx="1957">
                  <c:v>584</c:v>
                </c:pt>
                <c:pt idx="1958">
                  <c:v>32523</c:v>
                </c:pt>
                <c:pt idx="1959">
                  <c:v>103143</c:v>
                </c:pt>
                <c:pt idx="1960">
                  <c:v>3215</c:v>
                </c:pt>
                <c:pt idx="1961">
                  <c:v>548</c:v>
                </c:pt>
                <c:pt idx="1962">
                  <c:v>684</c:v>
                </c:pt>
                <c:pt idx="1963">
                  <c:v>7387</c:v>
                </c:pt>
                <c:pt idx="1964">
                  <c:v>132855</c:v>
                </c:pt>
                <c:pt idx="1965">
                  <c:v>2710</c:v>
                </c:pt>
                <c:pt idx="1966">
                  <c:v>1954</c:v>
                </c:pt>
                <c:pt idx="1967">
                  <c:v>1584</c:v>
                </c:pt>
                <c:pt idx="1968">
                  <c:v>5168</c:v>
                </c:pt>
                <c:pt idx="1969">
                  <c:v>8404</c:v>
                </c:pt>
                <c:pt idx="1970">
                  <c:v>3652</c:v>
                </c:pt>
                <c:pt idx="1971">
                  <c:v>724</c:v>
                </c:pt>
                <c:pt idx="1972">
                  <c:v>4832</c:v>
                </c:pt>
                <c:pt idx="1973">
                  <c:v>2272</c:v>
                </c:pt>
                <c:pt idx="1974">
                  <c:v>761</c:v>
                </c:pt>
                <c:pt idx="1975">
                  <c:v>2386</c:v>
                </c:pt>
                <c:pt idx="1976">
                  <c:v>551</c:v>
                </c:pt>
                <c:pt idx="1977">
                  <c:v>4457</c:v>
                </c:pt>
                <c:pt idx="1978">
                  <c:v>15360</c:v>
                </c:pt>
                <c:pt idx="1979">
                  <c:v>297774</c:v>
                </c:pt>
                <c:pt idx="1980">
                  <c:v>506</c:v>
                </c:pt>
                <c:pt idx="1981">
                  <c:v>937</c:v>
                </c:pt>
                <c:pt idx="1982">
                  <c:v>1574</c:v>
                </c:pt>
                <c:pt idx="1983">
                  <c:v>18420</c:v>
                </c:pt>
                <c:pt idx="1984">
                  <c:v>794</c:v>
                </c:pt>
                <c:pt idx="1985">
                  <c:v>1067</c:v>
                </c:pt>
                <c:pt idx="1986">
                  <c:v>2655</c:v>
                </c:pt>
                <c:pt idx="1987">
                  <c:v>2215</c:v>
                </c:pt>
                <c:pt idx="1988">
                  <c:v>545</c:v>
                </c:pt>
                <c:pt idx="1989">
                  <c:v>537</c:v>
                </c:pt>
                <c:pt idx="1990">
                  <c:v>172857</c:v>
                </c:pt>
                <c:pt idx="1991">
                  <c:v>2792</c:v>
                </c:pt>
                <c:pt idx="1992">
                  <c:v>657</c:v>
                </c:pt>
                <c:pt idx="1993">
                  <c:v>2039</c:v>
                </c:pt>
                <c:pt idx="1994">
                  <c:v>2214</c:v>
                </c:pt>
                <c:pt idx="1995">
                  <c:v>1694</c:v>
                </c:pt>
                <c:pt idx="1996">
                  <c:v>1490</c:v>
                </c:pt>
                <c:pt idx="1997">
                  <c:v>7380</c:v>
                </c:pt>
                <c:pt idx="1998">
                  <c:v>6876</c:v>
                </c:pt>
                <c:pt idx="1999">
                  <c:v>3949</c:v>
                </c:pt>
                <c:pt idx="2000">
                  <c:v>609</c:v>
                </c:pt>
                <c:pt idx="2001">
                  <c:v>536</c:v>
                </c:pt>
                <c:pt idx="2002">
                  <c:v>832</c:v>
                </c:pt>
                <c:pt idx="2003">
                  <c:v>2019</c:v>
                </c:pt>
                <c:pt idx="2004">
                  <c:v>2195</c:v>
                </c:pt>
                <c:pt idx="2005">
                  <c:v>653</c:v>
                </c:pt>
                <c:pt idx="2006">
                  <c:v>1996</c:v>
                </c:pt>
                <c:pt idx="2007">
                  <c:v>1656</c:v>
                </c:pt>
                <c:pt idx="2008">
                  <c:v>1673</c:v>
                </c:pt>
                <c:pt idx="2009">
                  <c:v>610</c:v>
                </c:pt>
                <c:pt idx="2010">
                  <c:v>1022</c:v>
                </c:pt>
                <c:pt idx="2011">
                  <c:v>981</c:v>
                </c:pt>
                <c:pt idx="2012">
                  <c:v>2377</c:v>
                </c:pt>
                <c:pt idx="2013">
                  <c:v>1016</c:v>
                </c:pt>
                <c:pt idx="2014">
                  <c:v>20882</c:v>
                </c:pt>
                <c:pt idx="2015">
                  <c:v>1358</c:v>
                </c:pt>
                <c:pt idx="2016">
                  <c:v>15207</c:v>
                </c:pt>
                <c:pt idx="2017">
                  <c:v>2969</c:v>
                </c:pt>
                <c:pt idx="2018">
                  <c:v>8564</c:v>
                </c:pt>
                <c:pt idx="2019">
                  <c:v>582</c:v>
                </c:pt>
                <c:pt idx="2020">
                  <c:v>540</c:v>
                </c:pt>
                <c:pt idx="2021">
                  <c:v>51484</c:v>
                </c:pt>
                <c:pt idx="2022">
                  <c:v>994</c:v>
                </c:pt>
                <c:pt idx="2023">
                  <c:v>1123</c:v>
                </c:pt>
                <c:pt idx="2024">
                  <c:v>758</c:v>
                </c:pt>
                <c:pt idx="2025">
                  <c:v>569</c:v>
                </c:pt>
                <c:pt idx="2026">
                  <c:v>11355</c:v>
                </c:pt>
                <c:pt idx="2027">
                  <c:v>1361</c:v>
                </c:pt>
                <c:pt idx="2028">
                  <c:v>1198</c:v>
                </c:pt>
                <c:pt idx="2029">
                  <c:v>892</c:v>
                </c:pt>
                <c:pt idx="2030">
                  <c:v>1555</c:v>
                </c:pt>
                <c:pt idx="2031">
                  <c:v>8615</c:v>
                </c:pt>
                <c:pt idx="2032">
                  <c:v>739</c:v>
                </c:pt>
                <c:pt idx="2033">
                  <c:v>750</c:v>
                </c:pt>
                <c:pt idx="2034">
                  <c:v>6640</c:v>
                </c:pt>
                <c:pt idx="2035">
                  <c:v>51655</c:v>
                </c:pt>
                <c:pt idx="2036">
                  <c:v>4805</c:v>
                </c:pt>
                <c:pt idx="2037">
                  <c:v>764</c:v>
                </c:pt>
                <c:pt idx="2038">
                  <c:v>13883</c:v>
                </c:pt>
                <c:pt idx="2039">
                  <c:v>4289</c:v>
                </c:pt>
                <c:pt idx="2040">
                  <c:v>1371</c:v>
                </c:pt>
                <c:pt idx="2041">
                  <c:v>867</c:v>
                </c:pt>
                <c:pt idx="2042">
                  <c:v>741</c:v>
                </c:pt>
                <c:pt idx="2043">
                  <c:v>2762</c:v>
                </c:pt>
                <c:pt idx="2044">
                  <c:v>3591</c:v>
                </c:pt>
                <c:pt idx="2045">
                  <c:v>518</c:v>
                </c:pt>
                <c:pt idx="2046">
                  <c:v>1463</c:v>
                </c:pt>
                <c:pt idx="2047">
                  <c:v>9602</c:v>
                </c:pt>
                <c:pt idx="2048">
                  <c:v>8314</c:v>
                </c:pt>
                <c:pt idx="2049">
                  <c:v>4813</c:v>
                </c:pt>
                <c:pt idx="2050">
                  <c:v>1704</c:v>
                </c:pt>
                <c:pt idx="2051">
                  <c:v>1954</c:v>
                </c:pt>
                <c:pt idx="2052">
                  <c:v>846</c:v>
                </c:pt>
                <c:pt idx="2053">
                  <c:v>3020</c:v>
                </c:pt>
                <c:pt idx="2054">
                  <c:v>1481</c:v>
                </c:pt>
                <c:pt idx="2055">
                  <c:v>760</c:v>
                </c:pt>
                <c:pt idx="2056">
                  <c:v>630</c:v>
                </c:pt>
                <c:pt idx="2057">
                  <c:v>2204</c:v>
                </c:pt>
                <c:pt idx="2058">
                  <c:v>1728</c:v>
                </c:pt>
                <c:pt idx="2059">
                  <c:v>1507</c:v>
                </c:pt>
                <c:pt idx="2060">
                  <c:v>924</c:v>
                </c:pt>
                <c:pt idx="2061">
                  <c:v>539</c:v>
                </c:pt>
                <c:pt idx="2062">
                  <c:v>817</c:v>
                </c:pt>
                <c:pt idx="2063">
                  <c:v>2887</c:v>
                </c:pt>
                <c:pt idx="2064">
                  <c:v>591</c:v>
                </c:pt>
                <c:pt idx="2065">
                  <c:v>4355</c:v>
                </c:pt>
                <c:pt idx="2066">
                  <c:v>10189</c:v>
                </c:pt>
                <c:pt idx="2067">
                  <c:v>346359</c:v>
                </c:pt>
                <c:pt idx="2068">
                  <c:v>2955</c:v>
                </c:pt>
                <c:pt idx="2069">
                  <c:v>1367</c:v>
                </c:pt>
                <c:pt idx="2070">
                  <c:v>7422</c:v>
                </c:pt>
                <c:pt idx="2071">
                  <c:v>1891</c:v>
                </c:pt>
                <c:pt idx="2072">
                  <c:v>7777</c:v>
                </c:pt>
                <c:pt idx="2073">
                  <c:v>585</c:v>
                </c:pt>
                <c:pt idx="2074">
                  <c:v>15500</c:v>
                </c:pt>
                <c:pt idx="2075">
                  <c:v>811</c:v>
                </c:pt>
                <c:pt idx="2076">
                  <c:v>1310</c:v>
                </c:pt>
                <c:pt idx="2077">
                  <c:v>2769</c:v>
                </c:pt>
                <c:pt idx="2078">
                  <c:v>2505</c:v>
                </c:pt>
                <c:pt idx="2079">
                  <c:v>1917</c:v>
                </c:pt>
                <c:pt idx="2080">
                  <c:v>747</c:v>
                </c:pt>
                <c:pt idx="2081">
                  <c:v>1202</c:v>
                </c:pt>
                <c:pt idx="2082">
                  <c:v>1754</c:v>
                </c:pt>
                <c:pt idx="2083">
                  <c:v>786</c:v>
                </c:pt>
                <c:pt idx="2084">
                  <c:v>596</c:v>
                </c:pt>
                <c:pt idx="2085">
                  <c:v>710</c:v>
                </c:pt>
                <c:pt idx="2086">
                  <c:v>640</c:v>
                </c:pt>
                <c:pt idx="2087">
                  <c:v>513</c:v>
                </c:pt>
                <c:pt idx="2088">
                  <c:v>1189</c:v>
                </c:pt>
                <c:pt idx="2089">
                  <c:v>614</c:v>
                </c:pt>
                <c:pt idx="2090">
                  <c:v>1388</c:v>
                </c:pt>
                <c:pt idx="2091">
                  <c:v>11897</c:v>
                </c:pt>
                <c:pt idx="2092">
                  <c:v>531</c:v>
                </c:pt>
                <c:pt idx="2093">
                  <c:v>14237</c:v>
                </c:pt>
                <c:pt idx="2094">
                  <c:v>3078</c:v>
                </c:pt>
                <c:pt idx="2095">
                  <c:v>2392</c:v>
                </c:pt>
                <c:pt idx="2096">
                  <c:v>526</c:v>
                </c:pt>
                <c:pt idx="2097">
                  <c:v>920</c:v>
                </c:pt>
                <c:pt idx="2098">
                  <c:v>40504</c:v>
                </c:pt>
                <c:pt idx="2099">
                  <c:v>895</c:v>
                </c:pt>
                <c:pt idx="2100">
                  <c:v>693</c:v>
                </c:pt>
                <c:pt idx="2101">
                  <c:v>9516</c:v>
                </c:pt>
                <c:pt idx="2102">
                  <c:v>953</c:v>
                </c:pt>
                <c:pt idx="2103">
                  <c:v>35117</c:v>
                </c:pt>
                <c:pt idx="2104">
                  <c:v>1023</c:v>
                </c:pt>
                <c:pt idx="2105">
                  <c:v>1668</c:v>
                </c:pt>
                <c:pt idx="2106">
                  <c:v>2767</c:v>
                </c:pt>
                <c:pt idx="2107">
                  <c:v>1693</c:v>
                </c:pt>
                <c:pt idx="2108">
                  <c:v>857</c:v>
                </c:pt>
                <c:pt idx="2109">
                  <c:v>971</c:v>
                </c:pt>
                <c:pt idx="2110">
                  <c:v>828</c:v>
                </c:pt>
                <c:pt idx="2111">
                  <c:v>119350</c:v>
                </c:pt>
                <c:pt idx="2112">
                  <c:v>1347</c:v>
                </c:pt>
                <c:pt idx="2113">
                  <c:v>3939</c:v>
                </c:pt>
                <c:pt idx="2114">
                  <c:v>12216</c:v>
                </c:pt>
                <c:pt idx="2115">
                  <c:v>1387</c:v>
                </c:pt>
                <c:pt idx="2116">
                  <c:v>1107</c:v>
                </c:pt>
                <c:pt idx="2117">
                  <c:v>1313</c:v>
                </c:pt>
                <c:pt idx="2118">
                  <c:v>8539</c:v>
                </c:pt>
                <c:pt idx="2119">
                  <c:v>10729</c:v>
                </c:pt>
                <c:pt idx="2120">
                  <c:v>630</c:v>
                </c:pt>
                <c:pt idx="2121">
                  <c:v>712</c:v>
                </c:pt>
                <c:pt idx="2122">
                  <c:v>526</c:v>
                </c:pt>
                <c:pt idx="2123">
                  <c:v>1607</c:v>
                </c:pt>
                <c:pt idx="2124">
                  <c:v>599</c:v>
                </c:pt>
                <c:pt idx="2125">
                  <c:v>645</c:v>
                </c:pt>
                <c:pt idx="2126">
                  <c:v>9058</c:v>
                </c:pt>
                <c:pt idx="2127">
                  <c:v>45032</c:v>
                </c:pt>
                <c:pt idx="2128">
                  <c:v>2200</c:v>
                </c:pt>
                <c:pt idx="2129">
                  <c:v>500</c:v>
                </c:pt>
                <c:pt idx="2130">
                  <c:v>19421</c:v>
                </c:pt>
                <c:pt idx="2131">
                  <c:v>256188</c:v>
                </c:pt>
                <c:pt idx="2132">
                  <c:v>9821</c:v>
                </c:pt>
                <c:pt idx="2133">
                  <c:v>703</c:v>
                </c:pt>
                <c:pt idx="2134">
                  <c:v>7169</c:v>
                </c:pt>
                <c:pt idx="2135">
                  <c:v>7997</c:v>
                </c:pt>
                <c:pt idx="2136">
                  <c:v>730</c:v>
                </c:pt>
                <c:pt idx="2137">
                  <c:v>8444</c:v>
                </c:pt>
                <c:pt idx="2138">
                  <c:v>1418</c:v>
                </c:pt>
                <c:pt idx="2139">
                  <c:v>181708</c:v>
                </c:pt>
                <c:pt idx="2140">
                  <c:v>523</c:v>
                </c:pt>
                <c:pt idx="2141">
                  <c:v>687</c:v>
                </c:pt>
                <c:pt idx="2142">
                  <c:v>1873</c:v>
                </c:pt>
                <c:pt idx="2143">
                  <c:v>848</c:v>
                </c:pt>
                <c:pt idx="2144">
                  <c:v>8377</c:v>
                </c:pt>
                <c:pt idx="2145">
                  <c:v>4869</c:v>
                </c:pt>
                <c:pt idx="2146">
                  <c:v>3502</c:v>
                </c:pt>
                <c:pt idx="2147">
                  <c:v>1045</c:v>
                </c:pt>
                <c:pt idx="2148">
                  <c:v>3013</c:v>
                </c:pt>
                <c:pt idx="2149">
                  <c:v>666</c:v>
                </c:pt>
                <c:pt idx="2150">
                  <c:v>1022</c:v>
                </c:pt>
                <c:pt idx="2151">
                  <c:v>700</c:v>
                </c:pt>
                <c:pt idx="2152">
                  <c:v>721</c:v>
                </c:pt>
                <c:pt idx="2153">
                  <c:v>4019</c:v>
                </c:pt>
                <c:pt idx="2154">
                  <c:v>2617</c:v>
                </c:pt>
                <c:pt idx="2155">
                  <c:v>657</c:v>
                </c:pt>
                <c:pt idx="2156">
                  <c:v>7411</c:v>
                </c:pt>
                <c:pt idx="2157">
                  <c:v>1390</c:v>
                </c:pt>
                <c:pt idx="2158">
                  <c:v>544</c:v>
                </c:pt>
                <c:pt idx="2159">
                  <c:v>23963</c:v>
                </c:pt>
                <c:pt idx="2160">
                  <c:v>12603</c:v>
                </c:pt>
                <c:pt idx="2161">
                  <c:v>27597</c:v>
                </c:pt>
                <c:pt idx="2162">
                  <c:v>3347</c:v>
                </c:pt>
                <c:pt idx="2163">
                  <c:v>8186</c:v>
                </c:pt>
                <c:pt idx="2164">
                  <c:v>27527</c:v>
                </c:pt>
                <c:pt idx="2165">
                  <c:v>1135</c:v>
                </c:pt>
                <c:pt idx="2166">
                  <c:v>863</c:v>
                </c:pt>
                <c:pt idx="2167">
                  <c:v>1011</c:v>
                </c:pt>
                <c:pt idx="2168">
                  <c:v>6095</c:v>
                </c:pt>
                <c:pt idx="2169">
                  <c:v>892</c:v>
                </c:pt>
                <c:pt idx="2170">
                  <c:v>744</c:v>
                </c:pt>
                <c:pt idx="2171">
                  <c:v>2826</c:v>
                </c:pt>
                <c:pt idx="2172">
                  <c:v>28455</c:v>
                </c:pt>
                <c:pt idx="2173">
                  <c:v>15030</c:v>
                </c:pt>
                <c:pt idx="2174">
                  <c:v>609</c:v>
                </c:pt>
                <c:pt idx="2175">
                  <c:v>1758</c:v>
                </c:pt>
                <c:pt idx="2176">
                  <c:v>638</c:v>
                </c:pt>
                <c:pt idx="2177">
                  <c:v>227104</c:v>
                </c:pt>
                <c:pt idx="2178">
                  <c:v>1173</c:v>
                </c:pt>
                <c:pt idx="2179">
                  <c:v>698</c:v>
                </c:pt>
                <c:pt idx="2180">
                  <c:v>20966</c:v>
                </c:pt>
                <c:pt idx="2181">
                  <c:v>2245</c:v>
                </c:pt>
                <c:pt idx="2182">
                  <c:v>16561</c:v>
                </c:pt>
                <c:pt idx="2183">
                  <c:v>755</c:v>
                </c:pt>
                <c:pt idx="2184">
                  <c:v>818</c:v>
                </c:pt>
                <c:pt idx="2185">
                  <c:v>15027</c:v>
                </c:pt>
                <c:pt idx="2186">
                  <c:v>1475</c:v>
                </c:pt>
                <c:pt idx="2187">
                  <c:v>29009</c:v>
                </c:pt>
                <c:pt idx="2188">
                  <c:v>3119</c:v>
                </c:pt>
                <c:pt idx="2189">
                  <c:v>1551</c:v>
                </c:pt>
                <c:pt idx="2190">
                  <c:v>582</c:v>
                </c:pt>
                <c:pt idx="2191">
                  <c:v>1070</c:v>
                </c:pt>
                <c:pt idx="2192">
                  <c:v>679</c:v>
                </c:pt>
                <c:pt idx="2193">
                  <c:v>1302</c:v>
                </c:pt>
                <c:pt idx="2194">
                  <c:v>1356</c:v>
                </c:pt>
                <c:pt idx="2195">
                  <c:v>19064</c:v>
                </c:pt>
                <c:pt idx="2196">
                  <c:v>1182</c:v>
                </c:pt>
                <c:pt idx="2197">
                  <c:v>6757</c:v>
                </c:pt>
                <c:pt idx="2198">
                  <c:v>1490</c:v>
                </c:pt>
                <c:pt idx="2199">
                  <c:v>1344</c:v>
                </c:pt>
                <c:pt idx="2200">
                  <c:v>3518</c:v>
                </c:pt>
                <c:pt idx="2201">
                  <c:v>2280</c:v>
                </c:pt>
                <c:pt idx="2202">
                  <c:v>1142</c:v>
                </c:pt>
                <c:pt idx="2203">
                  <c:v>38728</c:v>
                </c:pt>
                <c:pt idx="2204">
                  <c:v>60468</c:v>
                </c:pt>
                <c:pt idx="2205">
                  <c:v>702</c:v>
                </c:pt>
                <c:pt idx="2206">
                  <c:v>8208</c:v>
                </c:pt>
                <c:pt idx="2207">
                  <c:v>1572</c:v>
                </c:pt>
                <c:pt idx="2208">
                  <c:v>1632</c:v>
                </c:pt>
                <c:pt idx="2209">
                  <c:v>866</c:v>
                </c:pt>
                <c:pt idx="2210">
                  <c:v>1781</c:v>
                </c:pt>
                <c:pt idx="2211">
                  <c:v>8890</c:v>
                </c:pt>
                <c:pt idx="2212">
                  <c:v>5460</c:v>
                </c:pt>
                <c:pt idx="2213">
                  <c:v>777</c:v>
                </c:pt>
                <c:pt idx="2214">
                  <c:v>876</c:v>
                </c:pt>
                <c:pt idx="2215">
                  <c:v>40881</c:v>
                </c:pt>
                <c:pt idx="2216">
                  <c:v>2511</c:v>
                </c:pt>
                <c:pt idx="2217">
                  <c:v>6285</c:v>
                </c:pt>
                <c:pt idx="2218">
                  <c:v>575</c:v>
                </c:pt>
                <c:pt idx="2219">
                  <c:v>692</c:v>
                </c:pt>
                <c:pt idx="2220">
                  <c:v>5966</c:v>
                </c:pt>
                <c:pt idx="2221">
                  <c:v>2139</c:v>
                </c:pt>
                <c:pt idx="2222">
                  <c:v>3112</c:v>
                </c:pt>
                <c:pt idx="2223">
                  <c:v>1232</c:v>
                </c:pt>
                <c:pt idx="2224">
                  <c:v>897</c:v>
                </c:pt>
                <c:pt idx="2225">
                  <c:v>15064</c:v>
                </c:pt>
                <c:pt idx="2226">
                  <c:v>3285</c:v>
                </c:pt>
                <c:pt idx="2227">
                  <c:v>2974</c:v>
                </c:pt>
                <c:pt idx="2228">
                  <c:v>1347</c:v>
                </c:pt>
                <c:pt idx="2229">
                  <c:v>561</c:v>
                </c:pt>
                <c:pt idx="2230">
                  <c:v>1060</c:v>
                </c:pt>
                <c:pt idx="2231">
                  <c:v>1038</c:v>
                </c:pt>
                <c:pt idx="2232">
                  <c:v>8394</c:v>
                </c:pt>
                <c:pt idx="2233">
                  <c:v>630</c:v>
                </c:pt>
                <c:pt idx="2234">
                  <c:v>509</c:v>
                </c:pt>
                <c:pt idx="2235">
                  <c:v>158579</c:v>
                </c:pt>
                <c:pt idx="2236">
                  <c:v>1687</c:v>
                </c:pt>
                <c:pt idx="2237">
                  <c:v>2279</c:v>
                </c:pt>
                <c:pt idx="2238">
                  <c:v>1875</c:v>
                </c:pt>
                <c:pt idx="2239">
                  <c:v>3597</c:v>
                </c:pt>
                <c:pt idx="2240">
                  <c:v>2821</c:v>
                </c:pt>
                <c:pt idx="2241">
                  <c:v>2065</c:v>
                </c:pt>
                <c:pt idx="2242">
                  <c:v>2114</c:v>
                </c:pt>
                <c:pt idx="2243">
                  <c:v>1320</c:v>
                </c:pt>
                <c:pt idx="2244">
                  <c:v>562</c:v>
                </c:pt>
                <c:pt idx="2245">
                  <c:v>7556</c:v>
                </c:pt>
                <c:pt idx="2246">
                  <c:v>1619</c:v>
                </c:pt>
                <c:pt idx="2247">
                  <c:v>1588</c:v>
                </c:pt>
                <c:pt idx="2248">
                  <c:v>693</c:v>
                </c:pt>
                <c:pt idx="2249">
                  <c:v>2586</c:v>
                </c:pt>
                <c:pt idx="2250">
                  <c:v>4739</c:v>
                </c:pt>
                <c:pt idx="2251">
                  <c:v>13748</c:v>
                </c:pt>
                <c:pt idx="2252">
                  <c:v>1018</c:v>
                </c:pt>
                <c:pt idx="2253">
                  <c:v>897</c:v>
                </c:pt>
                <c:pt idx="2254">
                  <c:v>1587</c:v>
                </c:pt>
                <c:pt idx="2255">
                  <c:v>706</c:v>
                </c:pt>
                <c:pt idx="2256">
                  <c:v>2724</c:v>
                </c:pt>
                <c:pt idx="2257">
                  <c:v>4950</c:v>
                </c:pt>
                <c:pt idx="2258">
                  <c:v>1243</c:v>
                </c:pt>
                <c:pt idx="2259">
                  <c:v>1126</c:v>
                </c:pt>
                <c:pt idx="2260">
                  <c:v>1395</c:v>
                </c:pt>
                <c:pt idx="2261">
                  <c:v>1272</c:v>
                </c:pt>
                <c:pt idx="2262">
                  <c:v>4067</c:v>
                </c:pt>
                <c:pt idx="2263">
                  <c:v>7560</c:v>
                </c:pt>
                <c:pt idx="2264">
                  <c:v>3072</c:v>
                </c:pt>
                <c:pt idx="2265">
                  <c:v>6903</c:v>
                </c:pt>
                <c:pt idx="2266">
                  <c:v>832</c:v>
                </c:pt>
                <c:pt idx="2267">
                  <c:v>677</c:v>
                </c:pt>
                <c:pt idx="2268">
                  <c:v>503</c:v>
                </c:pt>
                <c:pt idx="2269">
                  <c:v>2418</c:v>
                </c:pt>
                <c:pt idx="2270">
                  <c:v>8459</c:v>
                </c:pt>
                <c:pt idx="2271">
                  <c:v>663</c:v>
                </c:pt>
                <c:pt idx="2272">
                  <c:v>740</c:v>
                </c:pt>
                <c:pt idx="2273">
                  <c:v>1581</c:v>
                </c:pt>
                <c:pt idx="2274">
                  <c:v>5039</c:v>
                </c:pt>
                <c:pt idx="2275">
                  <c:v>1126</c:v>
                </c:pt>
                <c:pt idx="2276">
                  <c:v>3020</c:v>
                </c:pt>
                <c:pt idx="2277">
                  <c:v>1513</c:v>
                </c:pt>
                <c:pt idx="2278">
                  <c:v>795</c:v>
                </c:pt>
                <c:pt idx="2279">
                  <c:v>1930</c:v>
                </c:pt>
                <c:pt idx="2280">
                  <c:v>45414</c:v>
                </c:pt>
                <c:pt idx="2281">
                  <c:v>993</c:v>
                </c:pt>
                <c:pt idx="2282">
                  <c:v>826</c:v>
                </c:pt>
                <c:pt idx="2283">
                  <c:v>977</c:v>
                </c:pt>
                <c:pt idx="2284">
                  <c:v>740</c:v>
                </c:pt>
                <c:pt idx="2285">
                  <c:v>635</c:v>
                </c:pt>
                <c:pt idx="2286">
                  <c:v>824</c:v>
                </c:pt>
                <c:pt idx="2287">
                  <c:v>5005</c:v>
                </c:pt>
                <c:pt idx="2288">
                  <c:v>12463</c:v>
                </c:pt>
                <c:pt idx="2289">
                  <c:v>2122</c:v>
                </c:pt>
                <c:pt idx="2290">
                  <c:v>1502</c:v>
                </c:pt>
                <c:pt idx="2291">
                  <c:v>1187</c:v>
                </c:pt>
                <c:pt idx="2292">
                  <c:v>56283</c:v>
                </c:pt>
                <c:pt idx="2293">
                  <c:v>1120</c:v>
                </c:pt>
                <c:pt idx="2294">
                  <c:v>584</c:v>
                </c:pt>
                <c:pt idx="2295">
                  <c:v>927</c:v>
                </c:pt>
                <c:pt idx="2296">
                  <c:v>1627</c:v>
                </c:pt>
                <c:pt idx="2297">
                  <c:v>1214</c:v>
                </c:pt>
                <c:pt idx="2298">
                  <c:v>2036</c:v>
                </c:pt>
                <c:pt idx="2299">
                  <c:v>565</c:v>
                </c:pt>
                <c:pt idx="2300">
                  <c:v>1026</c:v>
                </c:pt>
                <c:pt idx="2301">
                  <c:v>1227</c:v>
                </c:pt>
                <c:pt idx="2302">
                  <c:v>970</c:v>
                </c:pt>
                <c:pt idx="2303">
                  <c:v>1465</c:v>
                </c:pt>
                <c:pt idx="2304">
                  <c:v>1309</c:v>
                </c:pt>
                <c:pt idx="2305">
                  <c:v>5960</c:v>
                </c:pt>
                <c:pt idx="2306">
                  <c:v>984</c:v>
                </c:pt>
                <c:pt idx="2307">
                  <c:v>54680</c:v>
                </c:pt>
                <c:pt idx="2308">
                  <c:v>1939</c:v>
                </c:pt>
                <c:pt idx="2309">
                  <c:v>921</c:v>
                </c:pt>
                <c:pt idx="2310">
                  <c:v>676</c:v>
                </c:pt>
                <c:pt idx="2311">
                  <c:v>1356</c:v>
                </c:pt>
                <c:pt idx="2312">
                  <c:v>1812</c:v>
                </c:pt>
                <c:pt idx="2313">
                  <c:v>698</c:v>
                </c:pt>
                <c:pt idx="2314">
                  <c:v>4975</c:v>
                </c:pt>
                <c:pt idx="2315">
                  <c:v>2053</c:v>
                </c:pt>
                <c:pt idx="2316">
                  <c:v>1851</c:v>
                </c:pt>
                <c:pt idx="2317">
                  <c:v>177041</c:v>
                </c:pt>
                <c:pt idx="2318">
                  <c:v>1486</c:v>
                </c:pt>
                <c:pt idx="2319">
                  <c:v>5516</c:v>
                </c:pt>
                <c:pt idx="2320">
                  <c:v>674</c:v>
                </c:pt>
                <c:pt idx="2321">
                  <c:v>2604</c:v>
                </c:pt>
                <c:pt idx="2322">
                  <c:v>2865</c:v>
                </c:pt>
                <c:pt idx="2323">
                  <c:v>14988</c:v>
                </c:pt>
                <c:pt idx="2324">
                  <c:v>2004</c:v>
                </c:pt>
                <c:pt idx="2325">
                  <c:v>695</c:v>
                </c:pt>
                <c:pt idx="2326">
                  <c:v>2170</c:v>
                </c:pt>
                <c:pt idx="2327">
                  <c:v>5578</c:v>
                </c:pt>
                <c:pt idx="2328">
                  <c:v>1106</c:v>
                </c:pt>
                <c:pt idx="2329">
                  <c:v>1242</c:v>
                </c:pt>
                <c:pt idx="2330">
                  <c:v>18607</c:v>
                </c:pt>
                <c:pt idx="2331">
                  <c:v>29054</c:v>
                </c:pt>
                <c:pt idx="2332">
                  <c:v>4995</c:v>
                </c:pt>
                <c:pt idx="2333">
                  <c:v>10186</c:v>
                </c:pt>
                <c:pt idx="2334">
                  <c:v>1934</c:v>
                </c:pt>
                <c:pt idx="2335">
                  <c:v>1103</c:v>
                </c:pt>
                <c:pt idx="2336">
                  <c:v>6372</c:v>
                </c:pt>
                <c:pt idx="2337">
                  <c:v>1674</c:v>
                </c:pt>
                <c:pt idx="2338">
                  <c:v>2455</c:v>
                </c:pt>
                <c:pt idx="2339">
                  <c:v>714</c:v>
                </c:pt>
                <c:pt idx="2340">
                  <c:v>11705</c:v>
                </c:pt>
                <c:pt idx="2341">
                  <c:v>507</c:v>
                </c:pt>
                <c:pt idx="2342">
                  <c:v>1761</c:v>
                </c:pt>
                <c:pt idx="2343">
                  <c:v>2343</c:v>
                </c:pt>
                <c:pt idx="2344">
                  <c:v>553</c:v>
                </c:pt>
                <c:pt idx="2345">
                  <c:v>1374</c:v>
                </c:pt>
                <c:pt idx="2346">
                  <c:v>17255</c:v>
                </c:pt>
                <c:pt idx="2347">
                  <c:v>3512</c:v>
                </c:pt>
                <c:pt idx="2348">
                  <c:v>1413</c:v>
                </c:pt>
                <c:pt idx="2349">
                  <c:v>1430</c:v>
                </c:pt>
                <c:pt idx="2350">
                  <c:v>1205</c:v>
                </c:pt>
                <c:pt idx="2351">
                  <c:v>8105</c:v>
                </c:pt>
                <c:pt idx="2352">
                  <c:v>706</c:v>
                </c:pt>
                <c:pt idx="2353">
                  <c:v>7532</c:v>
                </c:pt>
                <c:pt idx="2354">
                  <c:v>1868</c:v>
                </c:pt>
                <c:pt idx="2355">
                  <c:v>1953</c:v>
                </c:pt>
                <c:pt idx="2356">
                  <c:v>5152</c:v>
                </c:pt>
                <c:pt idx="2357">
                  <c:v>10241</c:v>
                </c:pt>
                <c:pt idx="2358">
                  <c:v>7687</c:v>
                </c:pt>
                <c:pt idx="2359">
                  <c:v>919</c:v>
                </c:pt>
                <c:pt idx="2360">
                  <c:v>34782</c:v>
                </c:pt>
                <c:pt idx="2361">
                  <c:v>1371</c:v>
                </c:pt>
                <c:pt idx="2362">
                  <c:v>665</c:v>
                </c:pt>
                <c:pt idx="2363">
                  <c:v>1096</c:v>
                </c:pt>
                <c:pt idx="2364">
                  <c:v>5070</c:v>
                </c:pt>
                <c:pt idx="2365">
                  <c:v>1831</c:v>
                </c:pt>
                <c:pt idx="2366">
                  <c:v>639</c:v>
                </c:pt>
                <c:pt idx="2367">
                  <c:v>1992</c:v>
                </c:pt>
                <c:pt idx="2368">
                  <c:v>1357</c:v>
                </c:pt>
                <c:pt idx="2369">
                  <c:v>1066</c:v>
                </c:pt>
                <c:pt idx="2370">
                  <c:v>39485</c:v>
                </c:pt>
                <c:pt idx="2371">
                  <c:v>25906</c:v>
                </c:pt>
                <c:pt idx="2372">
                  <c:v>831</c:v>
                </c:pt>
                <c:pt idx="2373">
                  <c:v>843</c:v>
                </c:pt>
                <c:pt idx="2374">
                  <c:v>5815</c:v>
                </c:pt>
                <c:pt idx="2375">
                  <c:v>1327</c:v>
                </c:pt>
                <c:pt idx="2376">
                  <c:v>808</c:v>
                </c:pt>
                <c:pt idx="2377">
                  <c:v>764</c:v>
                </c:pt>
                <c:pt idx="2378">
                  <c:v>5972</c:v>
                </c:pt>
                <c:pt idx="2379">
                  <c:v>521</c:v>
                </c:pt>
                <c:pt idx="2380">
                  <c:v>1606</c:v>
                </c:pt>
                <c:pt idx="2381">
                  <c:v>3291</c:v>
                </c:pt>
                <c:pt idx="2382">
                  <c:v>2205</c:v>
                </c:pt>
                <c:pt idx="2383">
                  <c:v>799</c:v>
                </c:pt>
                <c:pt idx="2384">
                  <c:v>6189</c:v>
                </c:pt>
                <c:pt idx="2385">
                  <c:v>643</c:v>
                </c:pt>
                <c:pt idx="2386">
                  <c:v>1708</c:v>
                </c:pt>
                <c:pt idx="2387">
                  <c:v>9381</c:v>
                </c:pt>
                <c:pt idx="2388">
                  <c:v>16128</c:v>
                </c:pt>
                <c:pt idx="2389">
                  <c:v>2740</c:v>
                </c:pt>
                <c:pt idx="2390">
                  <c:v>12975</c:v>
                </c:pt>
                <c:pt idx="2391">
                  <c:v>1011</c:v>
                </c:pt>
                <c:pt idx="2392">
                  <c:v>685</c:v>
                </c:pt>
                <c:pt idx="2393">
                  <c:v>3384</c:v>
                </c:pt>
                <c:pt idx="2394">
                  <c:v>575</c:v>
                </c:pt>
                <c:pt idx="2395">
                  <c:v>4421</c:v>
                </c:pt>
                <c:pt idx="2396">
                  <c:v>1008</c:v>
                </c:pt>
                <c:pt idx="2397">
                  <c:v>2969</c:v>
                </c:pt>
                <c:pt idx="2398">
                  <c:v>959</c:v>
                </c:pt>
                <c:pt idx="2399">
                  <c:v>6733</c:v>
                </c:pt>
                <c:pt idx="2400">
                  <c:v>11267</c:v>
                </c:pt>
                <c:pt idx="2401">
                  <c:v>854</c:v>
                </c:pt>
                <c:pt idx="2402">
                  <c:v>1161</c:v>
                </c:pt>
                <c:pt idx="2403">
                  <c:v>866</c:v>
                </c:pt>
                <c:pt idx="2404">
                  <c:v>23430</c:v>
                </c:pt>
                <c:pt idx="2405">
                  <c:v>1010</c:v>
                </c:pt>
                <c:pt idx="2406">
                  <c:v>2520</c:v>
                </c:pt>
                <c:pt idx="2407">
                  <c:v>12943</c:v>
                </c:pt>
                <c:pt idx="2408">
                  <c:v>8430</c:v>
                </c:pt>
                <c:pt idx="2409">
                  <c:v>1566</c:v>
                </c:pt>
                <c:pt idx="2410">
                  <c:v>4771</c:v>
                </c:pt>
                <c:pt idx="2411">
                  <c:v>1965</c:v>
                </c:pt>
                <c:pt idx="2412">
                  <c:v>6873</c:v>
                </c:pt>
                <c:pt idx="2413">
                  <c:v>1998</c:v>
                </c:pt>
                <c:pt idx="2414">
                  <c:v>1132</c:v>
                </c:pt>
                <c:pt idx="2415">
                  <c:v>559</c:v>
                </c:pt>
                <c:pt idx="2416">
                  <c:v>43270</c:v>
                </c:pt>
                <c:pt idx="2417">
                  <c:v>4641</c:v>
                </c:pt>
                <c:pt idx="2418">
                  <c:v>9753</c:v>
                </c:pt>
                <c:pt idx="2419">
                  <c:v>1219</c:v>
                </c:pt>
                <c:pt idx="2420">
                  <c:v>4408</c:v>
                </c:pt>
                <c:pt idx="2421">
                  <c:v>1117</c:v>
                </c:pt>
                <c:pt idx="2422">
                  <c:v>13947</c:v>
                </c:pt>
                <c:pt idx="2423">
                  <c:v>2694</c:v>
                </c:pt>
                <c:pt idx="2424">
                  <c:v>1067</c:v>
                </c:pt>
                <c:pt idx="2425">
                  <c:v>1920</c:v>
                </c:pt>
                <c:pt idx="2426">
                  <c:v>2572</c:v>
                </c:pt>
                <c:pt idx="2427">
                  <c:v>2060</c:v>
                </c:pt>
                <c:pt idx="2428">
                  <c:v>2260</c:v>
                </c:pt>
                <c:pt idx="2429">
                  <c:v>704</c:v>
                </c:pt>
                <c:pt idx="2430">
                  <c:v>1244</c:v>
                </c:pt>
                <c:pt idx="2431">
                  <c:v>756</c:v>
                </c:pt>
                <c:pt idx="2432">
                  <c:v>1195</c:v>
                </c:pt>
                <c:pt idx="2433">
                  <c:v>3665</c:v>
                </c:pt>
                <c:pt idx="2434">
                  <c:v>3762</c:v>
                </c:pt>
                <c:pt idx="2435">
                  <c:v>1227</c:v>
                </c:pt>
                <c:pt idx="2436">
                  <c:v>4100</c:v>
                </c:pt>
                <c:pt idx="2437">
                  <c:v>2099</c:v>
                </c:pt>
                <c:pt idx="2438">
                  <c:v>1746</c:v>
                </c:pt>
                <c:pt idx="2439">
                  <c:v>1488</c:v>
                </c:pt>
                <c:pt idx="2440">
                  <c:v>1007</c:v>
                </c:pt>
                <c:pt idx="2441">
                  <c:v>518</c:v>
                </c:pt>
                <c:pt idx="2442">
                  <c:v>777</c:v>
                </c:pt>
                <c:pt idx="2443">
                  <c:v>814</c:v>
                </c:pt>
                <c:pt idx="2444">
                  <c:v>556</c:v>
                </c:pt>
                <c:pt idx="2445">
                  <c:v>539</c:v>
                </c:pt>
                <c:pt idx="2446">
                  <c:v>29689</c:v>
                </c:pt>
                <c:pt idx="2447">
                  <c:v>3441</c:v>
                </c:pt>
                <c:pt idx="2448">
                  <c:v>3170</c:v>
                </c:pt>
                <c:pt idx="2449">
                  <c:v>1896</c:v>
                </c:pt>
                <c:pt idx="2450">
                  <c:v>46417</c:v>
                </c:pt>
                <c:pt idx="2451">
                  <c:v>1288</c:v>
                </c:pt>
                <c:pt idx="2452">
                  <c:v>1055</c:v>
                </c:pt>
                <c:pt idx="2453">
                  <c:v>1213</c:v>
                </c:pt>
                <c:pt idx="2454">
                  <c:v>2243</c:v>
                </c:pt>
                <c:pt idx="2455">
                  <c:v>2995</c:v>
                </c:pt>
                <c:pt idx="2456">
                  <c:v>1169</c:v>
                </c:pt>
                <c:pt idx="2457">
                  <c:v>3981</c:v>
                </c:pt>
                <c:pt idx="2458">
                  <c:v>2143</c:v>
                </c:pt>
                <c:pt idx="2459">
                  <c:v>544</c:v>
                </c:pt>
                <c:pt idx="2460">
                  <c:v>4300</c:v>
                </c:pt>
                <c:pt idx="2461">
                  <c:v>50698</c:v>
                </c:pt>
                <c:pt idx="2462">
                  <c:v>3373</c:v>
                </c:pt>
                <c:pt idx="2463">
                  <c:v>1651</c:v>
                </c:pt>
                <c:pt idx="2464">
                  <c:v>1020</c:v>
                </c:pt>
                <c:pt idx="2465">
                  <c:v>990</c:v>
                </c:pt>
                <c:pt idx="2466">
                  <c:v>5077</c:v>
                </c:pt>
                <c:pt idx="2467">
                  <c:v>1441</c:v>
                </c:pt>
                <c:pt idx="2468">
                  <c:v>15181</c:v>
                </c:pt>
                <c:pt idx="2469">
                  <c:v>6316</c:v>
                </c:pt>
                <c:pt idx="2470">
                  <c:v>21921</c:v>
                </c:pt>
                <c:pt idx="2471">
                  <c:v>1006</c:v>
                </c:pt>
                <c:pt idx="2472">
                  <c:v>796</c:v>
                </c:pt>
                <c:pt idx="2473">
                  <c:v>5557</c:v>
                </c:pt>
                <c:pt idx="2474">
                  <c:v>940</c:v>
                </c:pt>
                <c:pt idx="2475">
                  <c:v>652</c:v>
                </c:pt>
                <c:pt idx="2476">
                  <c:v>1678</c:v>
                </c:pt>
                <c:pt idx="2477">
                  <c:v>1118</c:v>
                </c:pt>
                <c:pt idx="2478">
                  <c:v>85088</c:v>
                </c:pt>
                <c:pt idx="2479">
                  <c:v>182277</c:v>
                </c:pt>
                <c:pt idx="2480">
                  <c:v>1517</c:v>
                </c:pt>
                <c:pt idx="2481">
                  <c:v>30623</c:v>
                </c:pt>
                <c:pt idx="2482">
                  <c:v>528</c:v>
                </c:pt>
                <c:pt idx="2483">
                  <c:v>730</c:v>
                </c:pt>
                <c:pt idx="2484">
                  <c:v>517</c:v>
                </c:pt>
                <c:pt idx="2485">
                  <c:v>1184</c:v>
                </c:pt>
                <c:pt idx="2486">
                  <c:v>13574</c:v>
                </c:pt>
                <c:pt idx="2487">
                  <c:v>2191</c:v>
                </c:pt>
                <c:pt idx="2488">
                  <c:v>527</c:v>
                </c:pt>
                <c:pt idx="2489">
                  <c:v>6778</c:v>
                </c:pt>
                <c:pt idx="2490">
                  <c:v>13614</c:v>
                </c:pt>
                <c:pt idx="2491">
                  <c:v>3748</c:v>
                </c:pt>
                <c:pt idx="2492">
                  <c:v>2563</c:v>
                </c:pt>
                <c:pt idx="2493">
                  <c:v>1471</c:v>
                </c:pt>
                <c:pt idx="2494">
                  <c:v>11866</c:v>
                </c:pt>
                <c:pt idx="2495">
                  <c:v>9009</c:v>
                </c:pt>
                <c:pt idx="2496">
                  <c:v>1501</c:v>
                </c:pt>
                <c:pt idx="2497">
                  <c:v>10970</c:v>
                </c:pt>
                <c:pt idx="2498">
                  <c:v>84332</c:v>
                </c:pt>
                <c:pt idx="2499">
                  <c:v>709</c:v>
                </c:pt>
                <c:pt idx="2500">
                  <c:v>87849</c:v>
                </c:pt>
                <c:pt idx="2501">
                  <c:v>45496</c:v>
                </c:pt>
                <c:pt idx="2502">
                  <c:v>37450</c:v>
                </c:pt>
                <c:pt idx="2503">
                  <c:v>604</c:v>
                </c:pt>
                <c:pt idx="2504">
                  <c:v>506</c:v>
                </c:pt>
                <c:pt idx="2505">
                  <c:v>736</c:v>
                </c:pt>
                <c:pt idx="2506">
                  <c:v>1197</c:v>
                </c:pt>
                <c:pt idx="2507">
                  <c:v>18251</c:v>
                </c:pt>
                <c:pt idx="2508">
                  <c:v>977</c:v>
                </c:pt>
                <c:pt idx="2509">
                  <c:v>1052</c:v>
                </c:pt>
                <c:pt idx="2510">
                  <c:v>1628</c:v>
                </c:pt>
                <c:pt idx="2511">
                  <c:v>825</c:v>
                </c:pt>
                <c:pt idx="2512">
                  <c:v>4453</c:v>
                </c:pt>
                <c:pt idx="2513">
                  <c:v>2577</c:v>
                </c:pt>
                <c:pt idx="2514">
                  <c:v>48765</c:v>
                </c:pt>
                <c:pt idx="2515">
                  <c:v>1673</c:v>
                </c:pt>
                <c:pt idx="2516">
                  <c:v>4573</c:v>
                </c:pt>
                <c:pt idx="2517">
                  <c:v>3127</c:v>
                </c:pt>
                <c:pt idx="2518">
                  <c:v>606</c:v>
                </c:pt>
                <c:pt idx="2519">
                  <c:v>2784</c:v>
                </c:pt>
                <c:pt idx="2520">
                  <c:v>2292</c:v>
                </c:pt>
                <c:pt idx="2521">
                  <c:v>551</c:v>
                </c:pt>
                <c:pt idx="2522">
                  <c:v>5484</c:v>
                </c:pt>
                <c:pt idx="2523">
                  <c:v>3404</c:v>
                </c:pt>
                <c:pt idx="2524">
                  <c:v>1427</c:v>
                </c:pt>
                <c:pt idx="2525">
                  <c:v>1319</c:v>
                </c:pt>
                <c:pt idx="2526">
                  <c:v>1439</c:v>
                </c:pt>
                <c:pt idx="2527">
                  <c:v>1235</c:v>
                </c:pt>
                <c:pt idx="2528">
                  <c:v>883</c:v>
                </c:pt>
                <c:pt idx="2529">
                  <c:v>1092</c:v>
                </c:pt>
                <c:pt idx="2530">
                  <c:v>751</c:v>
                </c:pt>
                <c:pt idx="2531">
                  <c:v>1637</c:v>
                </c:pt>
                <c:pt idx="2532">
                  <c:v>521</c:v>
                </c:pt>
                <c:pt idx="2533">
                  <c:v>7233</c:v>
                </c:pt>
                <c:pt idx="2534">
                  <c:v>538</c:v>
                </c:pt>
                <c:pt idx="2535">
                  <c:v>11009</c:v>
                </c:pt>
                <c:pt idx="2536">
                  <c:v>21868</c:v>
                </c:pt>
                <c:pt idx="2537">
                  <c:v>2066</c:v>
                </c:pt>
                <c:pt idx="2538">
                  <c:v>2281</c:v>
                </c:pt>
                <c:pt idx="2539">
                  <c:v>2871</c:v>
                </c:pt>
                <c:pt idx="2540">
                  <c:v>651</c:v>
                </c:pt>
                <c:pt idx="2541">
                  <c:v>2040</c:v>
                </c:pt>
                <c:pt idx="2542">
                  <c:v>1000</c:v>
                </c:pt>
                <c:pt idx="2543">
                  <c:v>5071</c:v>
                </c:pt>
                <c:pt idx="2544">
                  <c:v>1808</c:v>
                </c:pt>
                <c:pt idx="2545">
                  <c:v>34509</c:v>
                </c:pt>
                <c:pt idx="2546">
                  <c:v>1705</c:v>
                </c:pt>
                <c:pt idx="2547">
                  <c:v>3013</c:v>
                </c:pt>
                <c:pt idx="2548">
                  <c:v>2570</c:v>
                </c:pt>
                <c:pt idx="2549">
                  <c:v>550</c:v>
                </c:pt>
                <c:pt idx="2550">
                  <c:v>1019</c:v>
                </c:pt>
                <c:pt idx="2551">
                  <c:v>1710</c:v>
                </c:pt>
                <c:pt idx="2552">
                  <c:v>4304</c:v>
                </c:pt>
                <c:pt idx="2553">
                  <c:v>1494</c:v>
                </c:pt>
                <c:pt idx="2554">
                  <c:v>569</c:v>
                </c:pt>
                <c:pt idx="2555">
                  <c:v>6000</c:v>
                </c:pt>
                <c:pt idx="2556">
                  <c:v>7692</c:v>
                </c:pt>
                <c:pt idx="2557">
                  <c:v>951</c:v>
                </c:pt>
                <c:pt idx="2558">
                  <c:v>806</c:v>
                </c:pt>
                <c:pt idx="2559">
                  <c:v>4892</c:v>
                </c:pt>
                <c:pt idx="2560">
                  <c:v>587</c:v>
                </c:pt>
                <c:pt idx="2561">
                  <c:v>1167</c:v>
                </c:pt>
                <c:pt idx="2562">
                  <c:v>7138</c:v>
                </c:pt>
                <c:pt idx="2563">
                  <c:v>699</c:v>
                </c:pt>
                <c:pt idx="2564">
                  <c:v>7866</c:v>
                </c:pt>
                <c:pt idx="2565">
                  <c:v>800</c:v>
                </c:pt>
                <c:pt idx="2566">
                  <c:v>1528</c:v>
                </c:pt>
                <c:pt idx="2567">
                  <c:v>714</c:v>
                </c:pt>
                <c:pt idx="2568">
                  <c:v>2170</c:v>
                </c:pt>
                <c:pt idx="2569">
                  <c:v>21460</c:v>
                </c:pt>
                <c:pt idx="2570">
                  <c:v>1183</c:v>
                </c:pt>
                <c:pt idx="2571">
                  <c:v>26058</c:v>
                </c:pt>
                <c:pt idx="2572">
                  <c:v>537</c:v>
                </c:pt>
                <c:pt idx="2573">
                  <c:v>578</c:v>
                </c:pt>
                <c:pt idx="2574">
                  <c:v>3811</c:v>
                </c:pt>
                <c:pt idx="2575">
                  <c:v>982</c:v>
                </c:pt>
                <c:pt idx="2576">
                  <c:v>38943</c:v>
                </c:pt>
                <c:pt idx="2577">
                  <c:v>960</c:v>
                </c:pt>
                <c:pt idx="2578">
                  <c:v>3237</c:v>
                </c:pt>
                <c:pt idx="2579">
                  <c:v>525</c:v>
                </c:pt>
                <c:pt idx="2580">
                  <c:v>1254</c:v>
                </c:pt>
                <c:pt idx="2581">
                  <c:v>1606</c:v>
                </c:pt>
                <c:pt idx="2582">
                  <c:v>892</c:v>
                </c:pt>
                <c:pt idx="2583">
                  <c:v>561</c:v>
                </c:pt>
                <c:pt idx="2584">
                  <c:v>991</c:v>
                </c:pt>
                <c:pt idx="2585">
                  <c:v>1018</c:v>
                </c:pt>
                <c:pt idx="2586">
                  <c:v>11439</c:v>
                </c:pt>
                <c:pt idx="2587">
                  <c:v>2766</c:v>
                </c:pt>
                <c:pt idx="2588">
                  <c:v>572</c:v>
                </c:pt>
                <c:pt idx="2589">
                  <c:v>4067</c:v>
                </c:pt>
                <c:pt idx="2590">
                  <c:v>857</c:v>
                </c:pt>
                <c:pt idx="2591">
                  <c:v>109574</c:v>
                </c:pt>
                <c:pt idx="2592">
                  <c:v>734</c:v>
                </c:pt>
                <c:pt idx="2593">
                  <c:v>202021</c:v>
                </c:pt>
                <c:pt idx="2594">
                  <c:v>681</c:v>
                </c:pt>
                <c:pt idx="2595">
                  <c:v>542</c:v>
                </c:pt>
                <c:pt idx="2596">
                  <c:v>2257</c:v>
                </c:pt>
                <c:pt idx="2597">
                  <c:v>1800</c:v>
                </c:pt>
                <c:pt idx="2598">
                  <c:v>530</c:v>
                </c:pt>
                <c:pt idx="2599">
                  <c:v>38496</c:v>
                </c:pt>
                <c:pt idx="2600">
                  <c:v>7684</c:v>
                </c:pt>
                <c:pt idx="2601">
                  <c:v>13952</c:v>
                </c:pt>
                <c:pt idx="2602">
                  <c:v>1123</c:v>
                </c:pt>
                <c:pt idx="2603">
                  <c:v>65666</c:v>
                </c:pt>
                <c:pt idx="2604">
                  <c:v>998</c:v>
                </c:pt>
                <c:pt idx="2605">
                  <c:v>587</c:v>
                </c:pt>
                <c:pt idx="2606">
                  <c:v>4278</c:v>
                </c:pt>
                <c:pt idx="2607">
                  <c:v>13536</c:v>
                </c:pt>
                <c:pt idx="2608">
                  <c:v>968</c:v>
                </c:pt>
                <c:pt idx="2609">
                  <c:v>2367</c:v>
                </c:pt>
                <c:pt idx="2610">
                  <c:v>65046</c:v>
                </c:pt>
                <c:pt idx="2611">
                  <c:v>6390</c:v>
                </c:pt>
                <c:pt idx="2612">
                  <c:v>923</c:v>
                </c:pt>
                <c:pt idx="2613">
                  <c:v>2175</c:v>
                </c:pt>
                <c:pt idx="2614">
                  <c:v>535</c:v>
                </c:pt>
                <c:pt idx="2615">
                  <c:v>590</c:v>
                </c:pt>
                <c:pt idx="2616">
                  <c:v>2753</c:v>
                </c:pt>
                <c:pt idx="2617">
                  <c:v>1285</c:v>
                </c:pt>
                <c:pt idx="2618">
                  <c:v>4438</c:v>
                </c:pt>
                <c:pt idx="2619">
                  <c:v>1908</c:v>
                </c:pt>
                <c:pt idx="2620">
                  <c:v>861</c:v>
                </c:pt>
                <c:pt idx="2621">
                  <c:v>1925</c:v>
                </c:pt>
                <c:pt idx="2622">
                  <c:v>87836</c:v>
                </c:pt>
                <c:pt idx="2623">
                  <c:v>662</c:v>
                </c:pt>
                <c:pt idx="2624">
                  <c:v>4109</c:v>
                </c:pt>
                <c:pt idx="2625">
                  <c:v>1422</c:v>
                </c:pt>
                <c:pt idx="2626">
                  <c:v>3237</c:v>
                </c:pt>
                <c:pt idx="2627">
                  <c:v>2651</c:v>
                </c:pt>
                <c:pt idx="2628">
                  <c:v>1345</c:v>
                </c:pt>
                <c:pt idx="2629">
                  <c:v>1098</c:v>
                </c:pt>
                <c:pt idx="2630">
                  <c:v>2958</c:v>
                </c:pt>
                <c:pt idx="2631">
                  <c:v>3071</c:v>
                </c:pt>
                <c:pt idx="2632">
                  <c:v>535</c:v>
                </c:pt>
                <c:pt idx="2633">
                  <c:v>691</c:v>
                </c:pt>
                <c:pt idx="2634">
                  <c:v>26682</c:v>
                </c:pt>
                <c:pt idx="2635">
                  <c:v>1945</c:v>
                </c:pt>
                <c:pt idx="2636">
                  <c:v>8040</c:v>
                </c:pt>
                <c:pt idx="2637">
                  <c:v>3297</c:v>
                </c:pt>
                <c:pt idx="2638">
                  <c:v>10763</c:v>
                </c:pt>
                <c:pt idx="2639">
                  <c:v>3257</c:v>
                </c:pt>
                <c:pt idx="2640">
                  <c:v>640</c:v>
                </c:pt>
                <c:pt idx="2641">
                  <c:v>560</c:v>
                </c:pt>
                <c:pt idx="2642">
                  <c:v>533</c:v>
                </c:pt>
                <c:pt idx="2643">
                  <c:v>36019</c:v>
                </c:pt>
                <c:pt idx="2644">
                  <c:v>1050</c:v>
                </c:pt>
                <c:pt idx="2645">
                  <c:v>1520</c:v>
                </c:pt>
                <c:pt idx="2646">
                  <c:v>28116</c:v>
                </c:pt>
                <c:pt idx="2647">
                  <c:v>1548</c:v>
                </c:pt>
                <c:pt idx="2648">
                  <c:v>21539</c:v>
                </c:pt>
                <c:pt idx="2649">
                  <c:v>4058</c:v>
                </c:pt>
                <c:pt idx="2650">
                  <c:v>523</c:v>
                </c:pt>
                <c:pt idx="2651">
                  <c:v>761</c:v>
                </c:pt>
                <c:pt idx="2652">
                  <c:v>2256</c:v>
                </c:pt>
                <c:pt idx="2653">
                  <c:v>2328</c:v>
                </c:pt>
                <c:pt idx="2654">
                  <c:v>515</c:v>
                </c:pt>
                <c:pt idx="2655">
                  <c:v>2132</c:v>
                </c:pt>
                <c:pt idx="2656">
                  <c:v>562</c:v>
                </c:pt>
                <c:pt idx="2657">
                  <c:v>6184</c:v>
                </c:pt>
                <c:pt idx="2658">
                  <c:v>2840</c:v>
                </c:pt>
                <c:pt idx="2659">
                  <c:v>3058</c:v>
                </c:pt>
                <c:pt idx="2660">
                  <c:v>3490</c:v>
                </c:pt>
                <c:pt idx="2661">
                  <c:v>4284</c:v>
                </c:pt>
                <c:pt idx="2662">
                  <c:v>822</c:v>
                </c:pt>
                <c:pt idx="2663">
                  <c:v>1481</c:v>
                </c:pt>
                <c:pt idx="2664">
                  <c:v>9985</c:v>
                </c:pt>
                <c:pt idx="2665">
                  <c:v>835</c:v>
                </c:pt>
                <c:pt idx="2666">
                  <c:v>3097</c:v>
                </c:pt>
                <c:pt idx="2667">
                  <c:v>2993</c:v>
                </c:pt>
                <c:pt idx="2668">
                  <c:v>904</c:v>
                </c:pt>
                <c:pt idx="2669">
                  <c:v>2010</c:v>
                </c:pt>
                <c:pt idx="2670">
                  <c:v>1913</c:v>
                </c:pt>
                <c:pt idx="2671">
                  <c:v>572</c:v>
                </c:pt>
                <c:pt idx="2672">
                  <c:v>594</c:v>
                </c:pt>
                <c:pt idx="2673">
                  <c:v>73524</c:v>
                </c:pt>
                <c:pt idx="2674">
                  <c:v>12617</c:v>
                </c:pt>
                <c:pt idx="2675">
                  <c:v>691</c:v>
                </c:pt>
                <c:pt idx="2676">
                  <c:v>10432</c:v>
                </c:pt>
                <c:pt idx="2677">
                  <c:v>4681</c:v>
                </c:pt>
                <c:pt idx="2678">
                  <c:v>1162</c:v>
                </c:pt>
                <c:pt idx="2679">
                  <c:v>891</c:v>
                </c:pt>
                <c:pt idx="2680">
                  <c:v>2293</c:v>
                </c:pt>
                <c:pt idx="2681">
                  <c:v>13550</c:v>
                </c:pt>
                <c:pt idx="2682">
                  <c:v>601</c:v>
                </c:pt>
                <c:pt idx="2683">
                  <c:v>3570</c:v>
                </c:pt>
                <c:pt idx="2684">
                  <c:v>1841</c:v>
                </c:pt>
                <c:pt idx="2685">
                  <c:v>13538</c:v>
                </c:pt>
                <c:pt idx="2686">
                  <c:v>648</c:v>
                </c:pt>
                <c:pt idx="2687">
                  <c:v>66781</c:v>
                </c:pt>
                <c:pt idx="2688">
                  <c:v>548</c:v>
                </c:pt>
                <c:pt idx="2689">
                  <c:v>2917</c:v>
                </c:pt>
                <c:pt idx="2690">
                  <c:v>6141</c:v>
                </c:pt>
                <c:pt idx="2691">
                  <c:v>3134</c:v>
                </c:pt>
                <c:pt idx="2692">
                  <c:v>28047</c:v>
                </c:pt>
                <c:pt idx="2693">
                  <c:v>6331</c:v>
                </c:pt>
                <c:pt idx="2694">
                  <c:v>2660</c:v>
                </c:pt>
                <c:pt idx="2695">
                  <c:v>621</c:v>
                </c:pt>
                <c:pt idx="2696">
                  <c:v>1327</c:v>
                </c:pt>
                <c:pt idx="2697">
                  <c:v>1854</c:v>
                </c:pt>
                <c:pt idx="2698">
                  <c:v>30974</c:v>
                </c:pt>
                <c:pt idx="2699">
                  <c:v>62716</c:v>
                </c:pt>
                <c:pt idx="2700">
                  <c:v>1793</c:v>
                </c:pt>
                <c:pt idx="2701">
                  <c:v>2125</c:v>
                </c:pt>
                <c:pt idx="2702">
                  <c:v>928</c:v>
                </c:pt>
                <c:pt idx="2703">
                  <c:v>7142</c:v>
                </c:pt>
                <c:pt idx="2704">
                  <c:v>14504</c:v>
                </c:pt>
                <c:pt idx="2705">
                  <c:v>2021</c:v>
                </c:pt>
                <c:pt idx="2706">
                  <c:v>1679</c:v>
                </c:pt>
                <c:pt idx="2707">
                  <c:v>1199</c:v>
                </c:pt>
                <c:pt idx="2708">
                  <c:v>11962</c:v>
                </c:pt>
                <c:pt idx="2709">
                  <c:v>2014</c:v>
                </c:pt>
                <c:pt idx="2710">
                  <c:v>532</c:v>
                </c:pt>
                <c:pt idx="2711">
                  <c:v>39516</c:v>
                </c:pt>
                <c:pt idx="2712">
                  <c:v>3108</c:v>
                </c:pt>
                <c:pt idx="2713">
                  <c:v>29364</c:v>
                </c:pt>
                <c:pt idx="2714">
                  <c:v>921</c:v>
                </c:pt>
                <c:pt idx="2715">
                  <c:v>54901</c:v>
                </c:pt>
                <c:pt idx="2716">
                  <c:v>11951</c:v>
                </c:pt>
                <c:pt idx="2717">
                  <c:v>20506</c:v>
                </c:pt>
                <c:pt idx="2718">
                  <c:v>864</c:v>
                </c:pt>
                <c:pt idx="2719">
                  <c:v>6914</c:v>
                </c:pt>
                <c:pt idx="2720">
                  <c:v>1153</c:v>
                </c:pt>
                <c:pt idx="2721">
                  <c:v>2637</c:v>
                </c:pt>
                <c:pt idx="2722">
                  <c:v>2149</c:v>
                </c:pt>
                <c:pt idx="2723">
                  <c:v>1284</c:v>
                </c:pt>
                <c:pt idx="2724">
                  <c:v>846</c:v>
                </c:pt>
                <c:pt idx="2725">
                  <c:v>2957</c:v>
                </c:pt>
                <c:pt idx="2726">
                  <c:v>9793</c:v>
                </c:pt>
                <c:pt idx="2727">
                  <c:v>738</c:v>
                </c:pt>
                <c:pt idx="2728">
                  <c:v>3230</c:v>
                </c:pt>
                <c:pt idx="2729">
                  <c:v>2031</c:v>
                </c:pt>
                <c:pt idx="2730">
                  <c:v>16212</c:v>
                </c:pt>
                <c:pt idx="2731">
                  <c:v>7469</c:v>
                </c:pt>
                <c:pt idx="2732">
                  <c:v>122549</c:v>
                </c:pt>
                <c:pt idx="2733">
                  <c:v>1566</c:v>
                </c:pt>
                <c:pt idx="2734">
                  <c:v>1090</c:v>
                </c:pt>
                <c:pt idx="2735">
                  <c:v>641</c:v>
                </c:pt>
                <c:pt idx="2736">
                  <c:v>1343</c:v>
                </c:pt>
                <c:pt idx="2737">
                  <c:v>23900</c:v>
                </c:pt>
                <c:pt idx="2738">
                  <c:v>4773</c:v>
                </c:pt>
                <c:pt idx="2739">
                  <c:v>21986</c:v>
                </c:pt>
                <c:pt idx="2740">
                  <c:v>545</c:v>
                </c:pt>
                <c:pt idx="2741">
                  <c:v>15929</c:v>
                </c:pt>
                <c:pt idx="2742">
                  <c:v>4472</c:v>
                </c:pt>
                <c:pt idx="2743">
                  <c:v>1266</c:v>
                </c:pt>
                <c:pt idx="2744">
                  <c:v>4356</c:v>
                </c:pt>
                <c:pt idx="2745">
                  <c:v>945</c:v>
                </c:pt>
                <c:pt idx="2746">
                  <c:v>5822</c:v>
                </c:pt>
                <c:pt idx="2747">
                  <c:v>8414</c:v>
                </c:pt>
                <c:pt idx="2748">
                  <c:v>1274</c:v>
                </c:pt>
                <c:pt idx="2749">
                  <c:v>27627</c:v>
                </c:pt>
                <c:pt idx="2750">
                  <c:v>4416</c:v>
                </c:pt>
                <c:pt idx="2751">
                  <c:v>2915</c:v>
                </c:pt>
                <c:pt idx="2752">
                  <c:v>985</c:v>
                </c:pt>
                <c:pt idx="2753">
                  <c:v>1593</c:v>
                </c:pt>
                <c:pt idx="2754">
                  <c:v>584</c:v>
                </c:pt>
                <c:pt idx="2755">
                  <c:v>26958</c:v>
                </c:pt>
                <c:pt idx="2756">
                  <c:v>1635</c:v>
                </c:pt>
                <c:pt idx="2757">
                  <c:v>21933</c:v>
                </c:pt>
                <c:pt idx="2758">
                  <c:v>7810</c:v>
                </c:pt>
                <c:pt idx="2759">
                  <c:v>1580</c:v>
                </c:pt>
                <c:pt idx="2760">
                  <c:v>710</c:v>
                </c:pt>
                <c:pt idx="2761">
                  <c:v>654</c:v>
                </c:pt>
                <c:pt idx="2762">
                  <c:v>877</c:v>
                </c:pt>
                <c:pt idx="2763">
                  <c:v>2494</c:v>
                </c:pt>
                <c:pt idx="2764">
                  <c:v>4735</c:v>
                </c:pt>
                <c:pt idx="2765">
                  <c:v>643</c:v>
                </c:pt>
                <c:pt idx="2766">
                  <c:v>975</c:v>
                </c:pt>
                <c:pt idx="2767">
                  <c:v>248220</c:v>
                </c:pt>
                <c:pt idx="2768">
                  <c:v>3940</c:v>
                </c:pt>
                <c:pt idx="2769">
                  <c:v>2174</c:v>
                </c:pt>
                <c:pt idx="2770">
                  <c:v>1505</c:v>
                </c:pt>
                <c:pt idx="2771">
                  <c:v>628</c:v>
                </c:pt>
                <c:pt idx="2772">
                  <c:v>6093</c:v>
                </c:pt>
                <c:pt idx="2773">
                  <c:v>538</c:v>
                </c:pt>
                <c:pt idx="2774">
                  <c:v>682</c:v>
                </c:pt>
                <c:pt idx="2775">
                  <c:v>502</c:v>
                </c:pt>
                <c:pt idx="2776">
                  <c:v>3739</c:v>
                </c:pt>
                <c:pt idx="2777">
                  <c:v>1296</c:v>
                </c:pt>
                <c:pt idx="2778">
                  <c:v>2986</c:v>
                </c:pt>
                <c:pt idx="2779">
                  <c:v>1417</c:v>
                </c:pt>
                <c:pt idx="2780">
                  <c:v>1716</c:v>
                </c:pt>
                <c:pt idx="2781">
                  <c:v>692</c:v>
                </c:pt>
                <c:pt idx="2782">
                  <c:v>1478</c:v>
                </c:pt>
                <c:pt idx="2783">
                  <c:v>1746</c:v>
                </c:pt>
                <c:pt idx="2784">
                  <c:v>4336</c:v>
                </c:pt>
                <c:pt idx="2785">
                  <c:v>635</c:v>
                </c:pt>
                <c:pt idx="2786">
                  <c:v>46961</c:v>
                </c:pt>
                <c:pt idx="2787">
                  <c:v>2646</c:v>
                </c:pt>
                <c:pt idx="2788">
                  <c:v>16924</c:v>
                </c:pt>
                <c:pt idx="2789">
                  <c:v>5695</c:v>
                </c:pt>
                <c:pt idx="2790">
                  <c:v>10756</c:v>
                </c:pt>
                <c:pt idx="2791">
                  <c:v>4620</c:v>
                </c:pt>
                <c:pt idx="2792">
                  <c:v>8953</c:v>
                </c:pt>
                <c:pt idx="2793">
                  <c:v>3857</c:v>
                </c:pt>
                <c:pt idx="2794">
                  <c:v>580</c:v>
                </c:pt>
                <c:pt idx="2795">
                  <c:v>2077</c:v>
                </c:pt>
                <c:pt idx="2796">
                  <c:v>966</c:v>
                </c:pt>
                <c:pt idx="2797">
                  <c:v>724</c:v>
                </c:pt>
                <c:pt idx="2798">
                  <c:v>3038</c:v>
                </c:pt>
                <c:pt idx="2799">
                  <c:v>30062</c:v>
                </c:pt>
                <c:pt idx="2800">
                  <c:v>843</c:v>
                </c:pt>
                <c:pt idx="2801">
                  <c:v>10043</c:v>
                </c:pt>
                <c:pt idx="2802">
                  <c:v>19720</c:v>
                </c:pt>
                <c:pt idx="2803">
                  <c:v>12512</c:v>
                </c:pt>
                <c:pt idx="2804">
                  <c:v>2607</c:v>
                </c:pt>
                <c:pt idx="2805">
                  <c:v>693</c:v>
                </c:pt>
                <c:pt idx="2806">
                  <c:v>1144</c:v>
                </c:pt>
                <c:pt idx="2807">
                  <c:v>1209</c:v>
                </c:pt>
                <c:pt idx="2808">
                  <c:v>26801</c:v>
                </c:pt>
                <c:pt idx="2809">
                  <c:v>3931</c:v>
                </c:pt>
                <c:pt idx="2810">
                  <c:v>2460</c:v>
                </c:pt>
                <c:pt idx="2811">
                  <c:v>6431</c:v>
                </c:pt>
                <c:pt idx="2812">
                  <c:v>698</c:v>
                </c:pt>
                <c:pt idx="2813">
                  <c:v>843</c:v>
                </c:pt>
                <c:pt idx="2814">
                  <c:v>11884</c:v>
                </c:pt>
                <c:pt idx="2815">
                  <c:v>1194</c:v>
                </c:pt>
                <c:pt idx="2816">
                  <c:v>4483</c:v>
                </c:pt>
                <c:pt idx="2817">
                  <c:v>21543</c:v>
                </c:pt>
                <c:pt idx="2818">
                  <c:v>6537</c:v>
                </c:pt>
                <c:pt idx="2819">
                  <c:v>52942</c:v>
                </c:pt>
                <c:pt idx="2820">
                  <c:v>874</c:v>
                </c:pt>
                <c:pt idx="2821">
                  <c:v>1978</c:v>
                </c:pt>
                <c:pt idx="2822">
                  <c:v>4602</c:v>
                </c:pt>
                <c:pt idx="2823">
                  <c:v>1443</c:v>
                </c:pt>
                <c:pt idx="2824">
                  <c:v>1692</c:v>
                </c:pt>
                <c:pt idx="2825">
                  <c:v>1969</c:v>
                </c:pt>
                <c:pt idx="2826">
                  <c:v>6239</c:v>
                </c:pt>
                <c:pt idx="2827">
                  <c:v>614</c:v>
                </c:pt>
                <c:pt idx="2828">
                  <c:v>1336</c:v>
                </c:pt>
                <c:pt idx="2829">
                  <c:v>999</c:v>
                </c:pt>
                <c:pt idx="2830">
                  <c:v>1927</c:v>
                </c:pt>
                <c:pt idx="2831">
                  <c:v>1441</c:v>
                </c:pt>
                <c:pt idx="2832">
                  <c:v>1198</c:v>
                </c:pt>
                <c:pt idx="2833">
                  <c:v>851</c:v>
                </c:pt>
                <c:pt idx="2834">
                  <c:v>538</c:v>
                </c:pt>
                <c:pt idx="2835">
                  <c:v>132347</c:v>
                </c:pt>
                <c:pt idx="2836">
                  <c:v>11332</c:v>
                </c:pt>
                <c:pt idx="2837">
                  <c:v>1470</c:v>
                </c:pt>
                <c:pt idx="2838">
                  <c:v>890</c:v>
                </c:pt>
                <c:pt idx="2839">
                  <c:v>935</c:v>
                </c:pt>
                <c:pt idx="2840">
                  <c:v>2658</c:v>
                </c:pt>
                <c:pt idx="2841">
                  <c:v>73485</c:v>
                </c:pt>
                <c:pt idx="2842">
                  <c:v>6222</c:v>
                </c:pt>
                <c:pt idx="2843">
                  <c:v>8681</c:v>
                </c:pt>
                <c:pt idx="2844">
                  <c:v>669</c:v>
                </c:pt>
                <c:pt idx="2845">
                  <c:v>2823</c:v>
                </c:pt>
                <c:pt idx="2846">
                  <c:v>103144</c:v>
                </c:pt>
                <c:pt idx="2847">
                  <c:v>29126</c:v>
                </c:pt>
                <c:pt idx="2848">
                  <c:v>8158</c:v>
                </c:pt>
                <c:pt idx="2849">
                  <c:v>26502</c:v>
                </c:pt>
                <c:pt idx="2850">
                  <c:v>80604</c:v>
                </c:pt>
                <c:pt idx="2851">
                  <c:v>1976</c:v>
                </c:pt>
                <c:pt idx="2852">
                  <c:v>1338</c:v>
                </c:pt>
                <c:pt idx="2853">
                  <c:v>23811</c:v>
                </c:pt>
                <c:pt idx="2854">
                  <c:v>6534</c:v>
                </c:pt>
                <c:pt idx="2855">
                  <c:v>1028</c:v>
                </c:pt>
                <c:pt idx="2856">
                  <c:v>1577</c:v>
                </c:pt>
                <c:pt idx="2857">
                  <c:v>1976</c:v>
                </c:pt>
                <c:pt idx="2858">
                  <c:v>1544</c:v>
                </c:pt>
                <c:pt idx="2859">
                  <c:v>948</c:v>
                </c:pt>
                <c:pt idx="2860">
                  <c:v>807</c:v>
                </c:pt>
                <c:pt idx="2861">
                  <c:v>8394</c:v>
                </c:pt>
                <c:pt idx="2862">
                  <c:v>3241</c:v>
                </c:pt>
                <c:pt idx="2863">
                  <c:v>523</c:v>
                </c:pt>
                <c:pt idx="2864">
                  <c:v>30920</c:v>
                </c:pt>
                <c:pt idx="2865">
                  <c:v>1290</c:v>
                </c:pt>
                <c:pt idx="2866">
                  <c:v>37254</c:v>
                </c:pt>
                <c:pt idx="2867">
                  <c:v>997</c:v>
                </c:pt>
                <c:pt idx="2868">
                  <c:v>2722</c:v>
                </c:pt>
                <c:pt idx="2869">
                  <c:v>994979</c:v>
                </c:pt>
                <c:pt idx="2870">
                  <c:v>3309</c:v>
                </c:pt>
                <c:pt idx="2871">
                  <c:v>4232</c:v>
                </c:pt>
                <c:pt idx="2872">
                  <c:v>1065</c:v>
                </c:pt>
                <c:pt idx="2873">
                  <c:v>1015</c:v>
                </c:pt>
                <c:pt idx="2874">
                  <c:v>1348</c:v>
                </c:pt>
                <c:pt idx="2875">
                  <c:v>805</c:v>
                </c:pt>
                <c:pt idx="2876">
                  <c:v>1458</c:v>
                </c:pt>
                <c:pt idx="2877">
                  <c:v>10317</c:v>
                </c:pt>
                <c:pt idx="2878">
                  <c:v>806</c:v>
                </c:pt>
                <c:pt idx="2879">
                  <c:v>7604</c:v>
                </c:pt>
                <c:pt idx="2880">
                  <c:v>1115</c:v>
                </c:pt>
                <c:pt idx="2881">
                  <c:v>1861</c:v>
                </c:pt>
                <c:pt idx="2882">
                  <c:v>535</c:v>
                </c:pt>
                <c:pt idx="2883">
                  <c:v>574</c:v>
                </c:pt>
                <c:pt idx="2884">
                  <c:v>3893</c:v>
                </c:pt>
                <c:pt idx="2885">
                  <c:v>935</c:v>
                </c:pt>
                <c:pt idx="2886">
                  <c:v>1477</c:v>
                </c:pt>
                <c:pt idx="2887">
                  <c:v>6171</c:v>
                </c:pt>
                <c:pt idx="2888">
                  <c:v>832</c:v>
                </c:pt>
                <c:pt idx="2889">
                  <c:v>1126</c:v>
                </c:pt>
                <c:pt idx="2890">
                  <c:v>1242</c:v>
                </c:pt>
                <c:pt idx="2891">
                  <c:v>708</c:v>
                </c:pt>
                <c:pt idx="2892">
                  <c:v>28339</c:v>
                </c:pt>
                <c:pt idx="2893">
                  <c:v>701</c:v>
                </c:pt>
                <c:pt idx="2894">
                  <c:v>3486</c:v>
                </c:pt>
                <c:pt idx="2895">
                  <c:v>617</c:v>
                </c:pt>
                <c:pt idx="2896">
                  <c:v>8853</c:v>
                </c:pt>
                <c:pt idx="2897">
                  <c:v>8200</c:v>
                </c:pt>
                <c:pt idx="2898">
                  <c:v>2812</c:v>
                </c:pt>
                <c:pt idx="2899">
                  <c:v>3536</c:v>
                </c:pt>
                <c:pt idx="2900">
                  <c:v>2175</c:v>
                </c:pt>
                <c:pt idx="2901">
                  <c:v>5005</c:v>
                </c:pt>
                <c:pt idx="2902">
                  <c:v>4568</c:v>
                </c:pt>
                <c:pt idx="2903">
                  <c:v>67952</c:v>
                </c:pt>
                <c:pt idx="2904">
                  <c:v>4363</c:v>
                </c:pt>
                <c:pt idx="2905">
                  <c:v>829</c:v>
                </c:pt>
                <c:pt idx="2906">
                  <c:v>719</c:v>
                </c:pt>
                <c:pt idx="2907">
                  <c:v>18644</c:v>
                </c:pt>
                <c:pt idx="2908">
                  <c:v>3211</c:v>
                </c:pt>
                <c:pt idx="2909">
                  <c:v>571</c:v>
                </c:pt>
                <c:pt idx="2910">
                  <c:v>21854</c:v>
                </c:pt>
                <c:pt idx="2911">
                  <c:v>575</c:v>
                </c:pt>
                <c:pt idx="2912">
                  <c:v>3278</c:v>
                </c:pt>
                <c:pt idx="2913">
                  <c:v>6813</c:v>
                </c:pt>
                <c:pt idx="2914">
                  <c:v>31678</c:v>
                </c:pt>
                <c:pt idx="2915">
                  <c:v>583</c:v>
                </c:pt>
                <c:pt idx="2916">
                  <c:v>1747</c:v>
                </c:pt>
                <c:pt idx="2917">
                  <c:v>3798</c:v>
                </c:pt>
                <c:pt idx="2918">
                  <c:v>520</c:v>
                </c:pt>
                <c:pt idx="2919">
                  <c:v>30805</c:v>
                </c:pt>
                <c:pt idx="2920">
                  <c:v>542</c:v>
                </c:pt>
                <c:pt idx="2921">
                  <c:v>732</c:v>
                </c:pt>
                <c:pt idx="2922">
                  <c:v>9273</c:v>
                </c:pt>
                <c:pt idx="2923">
                  <c:v>324927</c:v>
                </c:pt>
                <c:pt idx="2924">
                  <c:v>996</c:v>
                </c:pt>
                <c:pt idx="2925">
                  <c:v>4665</c:v>
                </c:pt>
                <c:pt idx="2926">
                  <c:v>1732</c:v>
                </c:pt>
                <c:pt idx="2927">
                  <c:v>2149</c:v>
                </c:pt>
                <c:pt idx="2928">
                  <c:v>12940</c:v>
                </c:pt>
                <c:pt idx="2929">
                  <c:v>1408</c:v>
                </c:pt>
                <c:pt idx="2930">
                  <c:v>2558</c:v>
                </c:pt>
                <c:pt idx="2931">
                  <c:v>4365</c:v>
                </c:pt>
                <c:pt idx="2932">
                  <c:v>2729</c:v>
                </c:pt>
                <c:pt idx="2933">
                  <c:v>20793</c:v>
                </c:pt>
                <c:pt idx="2934">
                  <c:v>162462</c:v>
                </c:pt>
                <c:pt idx="2935">
                  <c:v>79855</c:v>
                </c:pt>
                <c:pt idx="2936">
                  <c:v>18335</c:v>
                </c:pt>
                <c:pt idx="2937">
                  <c:v>21728</c:v>
                </c:pt>
                <c:pt idx="2938">
                  <c:v>1015</c:v>
                </c:pt>
                <c:pt idx="2939">
                  <c:v>1087</c:v>
                </c:pt>
                <c:pt idx="2940">
                  <c:v>3997</c:v>
                </c:pt>
                <c:pt idx="2941">
                  <c:v>689</c:v>
                </c:pt>
                <c:pt idx="2942">
                  <c:v>11160</c:v>
                </c:pt>
                <c:pt idx="2943">
                  <c:v>56666</c:v>
                </c:pt>
                <c:pt idx="2944">
                  <c:v>1822</c:v>
                </c:pt>
                <c:pt idx="2945">
                  <c:v>1827</c:v>
                </c:pt>
                <c:pt idx="2946">
                  <c:v>2726</c:v>
                </c:pt>
                <c:pt idx="2947">
                  <c:v>1188</c:v>
                </c:pt>
                <c:pt idx="2948">
                  <c:v>45782</c:v>
                </c:pt>
                <c:pt idx="2949">
                  <c:v>932</c:v>
                </c:pt>
                <c:pt idx="2950">
                  <c:v>1576</c:v>
                </c:pt>
                <c:pt idx="2951">
                  <c:v>3860</c:v>
                </c:pt>
                <c:pt idx="2952">
                  <c:v>1887</c:v>
                </c:pt>
                <c:pt idx="2953">
                  <c:v>12756</c:v>
                </c:pt>
                <c:pt idx="2954">
                  <c:v>2522</c:v>
                </c:pt>
                <c:pt idx="2955">
                  <c:v>32960</c:v>
                </c:pt>
                <c:pt idx="2956">
                  <c:v>4413</c:v>
                </c:pt>
                <c:pt idx="2957">
                  <c:v>10645</c:v>
                </c:pt>
                <c:pt idx="2958">
                  <c:v>1409</c:v>
                </c:pt>
                <c:pt idx="2959">
                  <c:v>25091</c:v>
                </c:pt>
                <c:pt idx="2960">
                  <c:v>210551</c:v>
                </c:pt>
                <c:pt idx="2961">
                  <c:v>2431</c:v>
                </c:pt>
                <c:pt idx="2962">
                  <c:v>15188</c:v>
                </c:pt>
                <c:pt idx="2963">
                  <c:v>2237</c:v>
                </c:pt>
                <c:pt idx="2964">
                  <c:v>4361</c:v>
                </c:pt>
                <c:pt idx="2965">
                  <c:v>3305</c:v>
                </c:pt>
                <c:pt idx="2966">
                  <c:v>112672</c:v>
                </c:pt>
                <c:pt idx="2967">
                  <c:v>8822</c:v>
                </c:pt>
                <c:pt idx="2968">
                  <c:v>1135</c:v>
                </c:pt>
                <c:pt idx="2969">
                  <c:v>1138</c:v>
                </c:pt>
                <c:pt idx="2970">
                  <c:v>9438</c:v>
                </c:pt>
                <c:pt idx="2971">
                  <c:v>13691</c:v>
                </c:pt>
                <c:pt idx="2972">
                  <c:v>622</c:v>
                </c:pt>
                <c:pt idx="2973">
                  <c:v>1079</c:v>
                </c:pt>
                <c:pt idx="2974">
                  <c:v>59382</c:v>
                </c:pt>
                <c:pt idx="2975">
                  <c:v>192821</c:v>
                </c:pt>
                <c:pt idx="2976">
                  <c:v>1033</c:v>
                </c:pt>
                <c:pt idx="2977">
                  <c:v>119858</c:v>
                </c:pt>
                <c:pt idx="2978">
                  <c:v>2914</c:v>
                </c:pt>
                <c:pt idx="2979">
                  <c:v>75995</c:v>
                </c:pt>
                <c:pt idx="2980">
                  <c:v>549</c:v>
                </c:pt>
                <c:pt idx="2981">
                  <c:v>1246</c:v>
                </c:pt>
                <c:pt idx="2982">
                  <c:v>2402</c:v>
                </c:pt>
                <c:pt idx="2983">
                  <c:v>604</c:v>
                </c:pt>
                <c:pt idx="2984">
                  <c:v>7154</c:v>
                </c:pt>
                <c:pt idx="2985">
                  <c:v>3877</c:v>
                </c:pt>
                <c:pt idx="2986">
                  <c:v>21799</c:v>
                </c:pt>
                <c:pt idx="2987">
                  <c:v>1657</c:v>
                </c:pt>
                <c:pt idx="2988">
                  <c:v>578</c:v>
                </c:pt>
                <c:pt idx="2989">
                  <c:v>1169</c:v>
                </c:pt>
                <c:pt idx="2990">
                  <c:v>1327</c:v>
                </c:pt>
                <c:pt idx="2991">
                  <c:v>4423</c:v>
                </c:pt>
                <c:pt idx="2992">
                  <c:v>1237</c:v>
                </c:pt>
                <c:pt idx="2993">
                  <c:v>1904</c:v>
                </c:pt>
                <c:pt idx="2994">
                  <c:v>987</c:v>
                </c:pt>
                <c:pt idx="2995">
                  <c:v>2321</c:v>
                </c:pt>
                <c:pt idx="2996">
                  <c:v>2841</c:v>
                </c:pt>
                <c:pt idx="2997">
                  <c:v>1721</c:v>
                </c:pt>
                <c:pt idx="2998">
                  <c:v>647</c:v>
                </c:pt>
                <c:pt idx="2999">
                  <c:v>970</c:v>
                </c:pt>
                <c:pt idx="3000">
                  <c:v>1825</c:v>
                </c:pt>
                <c:pt idx="3001">
                  <c:v>670</c:v>
                </c:pt>
                <c:pt idx="3002">
                  <c:v>9809</c:v>
                </c:pt>
                <c:pt idx="3003">
                  <c:v>547</c:v>
                </c:pt>
                <c:pt idx="3004">
                  <c:v>906</c:v>
                </c:pt>
                <c:pt idx="3005">
                  <c:v>73471</c:v>
                </c:pt>
                <c:pt idx="3006">
                  <c:v>13107</c:v>
                </c:pt>
                <c:pt idx="3007">
                  <c:v>714114</c:v>
                </c:pt>
                <c:pt idx="3008">
                  <c:v>1078</c:v>
                </c:pt>
                <c:pt idx="3009">
                  <c:v>5825</c:v>
                </c:pt>
                <c:pt idx="3010">
                  <c:v>1546</c:v>
                </c:pt>
                <c:pt idx="3011">
                  <c:v>19657</c:v>
                </c:pt>
                <c:pt idx="3012">
                  <c:v>2699</c:v>
                </c:pt>
                <c:pt idx="3013">
                  <c:v>50302</c:v>
                </c:pt>
                <c:pt idx="3014">
                  <c:v>642</c:v>
                </c:pt>
                <c:pt idx="3015">
                  <c:v>1603</c:v>
                </c:pt>
                <c:pt idx="3016">
                  <c:v>587</c:v>
                </c:pt>
                <c:pt idx="3017">
                  <c:v>7292</c:v>
                </c:pt>
                <c:pt idx="3018">
                  <c:v>38843</c:v>
                </c:pt>
                <c:pt idx="3019">
                  <c:v>1685</c:v>
                </c:pt>
                <c:pt idx="3020">
                  <c:v>2411</c:v>
                </c:pt>
                <c:pt idx="3021">
                  <c:v>1245</c:v>
                </c:pt>
                <c:pt idx="3022">
                  <c:v>1930</c:v>
                </c:pt>
                <c:pt idx="3023">
                  <c:v>5763</c:v>
                </c:pt>
                <c:pt idx="3024">
                  <c:v>610</c:v>
                </c:pt>
                <c:pt idx="3025">
                  <c:v>547</c:v>
                </c:pt>
                <c:pt idx="3026">
                  <c:v>587</c:v>
                </c:pt>
                <c:pt idx="3027">
                  <c:v>1529</c:v>
                </c:pt>
                <c:pt idx="3028">
                  <c:v>11863</c:v>
                </c:pt>
                <c:pt idx="3029">
                  <c:v>1250</c:v>
                </c:pt>
                <c:pt idx="3030">
                  <c:v>881</c:v>
                </c:pt>
                <c:pt idx="3031">
                  <c:v>2340</c:v>
                </c:pt>
                <c:pt idx="3032">
                  <c:v>656</c:v>
                </c:pt>
                <c:pt idx="3033">
                  <c:v>1041</c:v>
                </c:pt>
                <c:pt idx="3034">
                  <c:v>170727</c:v>
                </c:pt>
                <c:pt idx="3035">
                  <c:v>92333</c:v>
                </c:pt>
                <c:pt idx="3036">
                  <c:v>628</c:v>
                </c:pt>
                <c:pt idx="3037">
                  <c:v>22266</c:v>
                </c:pt>
                <c:pt idx="3038">
                  <c:v>2961</c:v>
                </c:pt>
                <c:pt idx="3039">
                  <c:v>684</c:v>
                </c:pt>
                <c:pt idx="3040">
                  <c:v>2180</c:v>
                </c:pt>
                <c:pt idx="3041">
                  <c:v>5148</c:v>
                </c:pt>
                <c:pt idx="3042">
                  <c:v>868</c:v>
                </c:pt>
                <c:pt idx="3043">
                  <c:v>12943</c:v>
                </c:pt>
                <c:pt idx="3044">
                  <c:v>7169</c:v>
                </c:pt>
                <c:pt idx="3045">
                  <c:v>3784</c:v>
                </c:pt>
                <c:pt idx="3046">
                  <c:v>1209</c:v>
                </c:pt>
                <c:pt idx="3047">
                  <c:v>2298</c:v>
                </c:pt>
                <c:pt idx="3048">
                  <c:v>705</c:v>
                </c:pt>
                <c:pt idx="3049">
                  <c:v>5373</c:v>
                </c:pt>
                <c:pt idx="3050">
                  <c:v>538</c:v>
                </c:pt>
                <c:pt idx="3051">
                  <c:v>97801</c:v>
                </c:pt>
                <c:pt idx="3052">
                  <c:v>665</c:v>
                </c:pt>
                <c:pt idx="3053">
                  <c:v>2958</c:v>
                </c:pt>
                <c:pt idx="3054">
                  <c:v>608</c:v>
                </c:pt>
                <c:pt idx="3055">
                  <c:v>31742</c:v>
                </c:pt>
                <c:pt idx="3056">
                  <c:v>3293</c:v>
                </c:pt>
                <c:pt idx="3057">
                  <c:v>2709</c:v>
                </c:pt>
                <c:pt idx="3058">
                  <c:v>5643</c:v>
                </c:pt>
                <c:pt idx="3059">
                  <c:v>527</c:v>
                </c:pt>
                <c:pt idx="3060">
                  <c:v>1323</c:v>
                </c:pt>
                <c:pt idx="3061">
                  <c:v>644</c:v>
                </c:pt>
                <c:pt idx="3062">
                  <c:v>4011</c:v>
                </c:pt>
                <c:pt idx="3063">
                  <c:v>1029</c:v>
                </c:pt>
                <c:pt idx="3064">
                  <c:v>6277</c:v>
                </c:pt>
                <c:pt idx="3065">
                  <c:v>10959</c:v>
                </c:pt>
                <c:pt idx="3066">
                  <c:v>6167</c:v>
                </c:pt>
                <c:pt idx="3067">
                  <c:v>2861</c:v>
                </c:pt>
                <c:pt idx="3068">
                  <c:v>774</c:v>
                </c:pt>
                <c:pt idx="3069">
                  <c:v>2291</c:v>
                </c:pt>
                <c:pt idx="3070">
                  <c:v>3873</c:v>
                </c:pt>
                <c:pt idx="3071">
                  <c:v>1426</c:v>
                </c:pt>
                <c:pt idx="3072">
                  <c:v>27191</c:v>
                </c:pt>
                <c:pt idx="3073">
                  <c:v>1654</c:v>
                </c:pt>
                <c:pt idx="3074">
                  <c:v>1812</c:v>
                </c:pt>
                <c:pt idx="3075">
                  <c:v>1830</c:v>
                </c:pt>
                <c:pt idx="3076">
                  <c:v>7998</c:v>
                </c:pt>
                <c:pt idx="3077">
                  <c:v>8063</c:v>
                </c:pt>
                <c:pt idx="3078">
                  <c:v>950</c:v>
                </c:pt>
                <c:pt idx="3079">
                  <c:v>13681</c:v>
                </c:pt>
                <c:pt idx="3080">
                  <c:v>2557</c:v>
                </c:pt>
                <c:pt idx="3081">
                  <c:v>9371</c:v>
                </c:pt>
                <c:pt idx="3082">
                  <c:v>1905</c:v>
                </c:pt>
                <c:pt idx="3083">
                  <c:v>970</c:v>
                </c:pt>
                <c:pt idx="3084">
                  <c:v>1935</c:v>
                </c:pt>
                <c:pt idx="3085">
                  <c:v>48342</c:v>
                </c:pt>
                <c:pt idx="3086">
                  <c:v>2283</c:v>
                </c:pt>
                <c:pt idx="3087">
                  <c:v>29841</c:v>
                </c:pt>
                <c:pt idx="3088">
                  <c:v>677</c:v>
                </c:pt>
                <c:pt idx="3089">
                  <c:v>1367</c:v>
                </c:pt>
                <c:pt idx="3090">
                  <c:v>12952</c:v>
                </c:pt>
                <c:pt idx="3091">
                  <c:v>1718</c:v>
                </c:pt>
                <c:pt idx="3092">
                  <c:v>215209</c:v>
                </c:pt>
                <c:pt idx="3093">
                  <c:v>911</c:v>
                </c:pt>
                <c:pt idx="3094">
                  <c:v>1443</c:v>
                </c:pt>
                <c:pt idx="3095">
                  <c:v>593</c:v>
                </c:pt>
                <c:pt idx="3096">
                  <c:v>2231</c:v>
                </c:pt>
                <c:pt idx="3097">
                  <c:v>1048</c:v>
                </c:pt>
                <c:pt idx="3098">
                  <c:v>4861</c:v>
                </c:pt>
                <c:pt idx="3099">
                  <c:v>2871</c:v>
                </c:pt>
                <c:pt idx="3100">
                  <c:v>1300</c:v>
                </c:pt>
                <c:pt idx="3101">
                  <c:v>2931</c:v>
                </c:pt>
                <c:pt idx="3102">
                  <c:v>20988</c:v>
                </c:pt>
                <c:pt idx="3103">
                  <c:v>667</c:v>
                </c:pt>
                <c:pt idx="3104">
                  <c:v>1229</c:v>
                </c:pt>
                <c:pt idx="3105">
                  <c:v>33247</c:v>
                </c:pt>
                <c:pt idx="3106">
                  <c:v>1338</c:v>
                </c:pt>
                <c:pt idx="3107">
                  <c:v>1386</c:v>
                </c:pt>
                <c:pt idx="3108">
                  <c:v>5693</c:v>
                </c:pt>
                <c:pt idx="3109">
                  <c:v>638</c:v>
                </c:pt>
                <c:pt idx="3110">
                  <c:v>1373</c:v>
                </c:pt>
                <c:pt idx="3111">
                  <c:v>14983</c:v>
                </c:pt>
                <c:pt idx="3112">
                  <c:v>2995</c:v>
                </c:pt>
                <c:pt idx="3113">
                  <c:v>1538</c:v>
                </c:pt>
                <c:pt idx="3114">
                  <c:v>32563</c:v>
                </c:pt>
                <c:pt idx="3115">
                  <c:v>696</c:v>
                </c:pt>
                <c:pt idx="3116">
                  <c:v>30264</c:v>
                </c:pt>
                <c:pt idx="3117">
                  <c:v>3536</c:v>
                </c:pt>
                <c:pt idx="3118">
                  <c:v>951</c:v>
                </c:pt>
                <c:pt idx="3119">
                  <c:v>3279</c:v>
                </c:pt>
                <c:pt idx="3120">
                  <c:v>517</c:v>
                </c:pt>
                <c:pt idx="3121">
                  <c:v>569</c:v>
                </c:pt>
                <c:pt idx="3122">
                  <c:v>3778</c:v>
                </c:pt>
                <c:pt idx="3123">
                  <c:v>528</c:v>
                </c:pt>
                <c:pt idx="3124">
                  <c:v>8775</c:v>
                </c:pt>
                <c:pt idx="3125">
                  <c:v>1726</c:v>
                </c:pt>
                <c:pt idx="3126">
                  <c:v>7044</c:v>
                </c:pt>
                <c:pt idx="3127">
                  <c:v>71208</c:v>
                </c:pt>
                <c:pt idx="3128">
                  <c:v>1235</c:v>
                </c:pt>
                <c:pt idx="3129">
                  <c:v>625616</c:v>
                </c:pt>
                <c:pt idx="3130">
                  <c:v>1667</c:v>
                </c:pt>
                <c:pt idx="3131">
                  <c:v>11729</c:v>
                </c:pt>
                <c:pt idx="3132">
                  <c:v>624</c:v>
                </c:pt>
                <c:pt idx="3133">
                  <c:v>857</c:v>
                </c:pt>
                <c:pt idx="3134">
                  <c:v>1578</c:v>
                </c:pt>
                <c:pt idx="3135">
                  <c:v>6102</c:v>
                </c:pt>
                <c:pt idx="3136">
                  <c:v>793</c:v>
                </c:pt>
                <c:pt idx="3137">
                  <c:v>593</c:v>
                </c:pt>
                <c:pt idx="3138">
                  <c:v>500</c:v>
                </c:pt>
                <c:pt idx="3139">
                  <c:v>1090</c:v>
                </c:pt>
                <c:pt idx="3140">
                  <c:v>965</c:v>
                </c:pt>
                <c:pt idx="3141">
                  <c:v>758</c:v>
                </c:pt>
                <c:pt idx="3142">
                  <c:v>961</c:v>
                </c:pt>
                <c:pt idx="3143">
                  <c:v>838</c:v>
                </c:pt>
                <c:pt idx="3144">
                  <c:v>6199</c:v>
                </c:pt>
                <c:pt idx="3145">
                  <c:v>14394</c:v>
                </c:pt>
                <c:pt idx="3146">
                  <c:v>880</c:v>
                </c:pt>
                <c:pt idx="3147">
                  <c:v>2677</c:v>
                </c:pt>
                <c:pt idx="3148">
                  <c:v>1446</c:v>
                </c:pt>
                <c:pt idx="3149">
                  <c:v>6608</c:v>
                </c:pt>
                <c:pt idx="3150">
                  <c:v>1375</c:v>
                </c:pt>
                <c:pt idx="3151">
                  <c:v>25900</c:v>
                </c:pt>
                <c:pt idx="3152">
                  <c:v>26283</c:v>
                </c:pt>
                <c:pt idx="3153">
                  <c:v>20393</c:v>
                </c:pt>
                <c:pt idx="3154">
                  <c:v>569</c:v>
                </c:pt>
                <c:pt idx="3155">
                  <c:v>7375</c:v>
                </c:pt>
                <c:pt idx="3156">
                  <c:v>2962</c:v>
                </c:pt>
                <c:pt idx="3157">
                  <c:v>3167</c:v>
                </c:pt>
                <c:pt idx="3158">
                  <c:v>2748</c:v>
                </c:pt>
                <c:pt idx="3159">
                  <c:v>1173</c:v>
                </c:pt>
                <c:pt idx="3160">
                  <c:v>796</c:v>
                </c:pt>
                <c:pt idx="3161">
                  <c:v>3674</c:v>
                </c:pt>
                <c:pt idx="3162">
                  <c:v>1931</c:v>
                </c:pt>
                <c:pt idx="3163">
                  <c:v>12826</c:v>
                </c:pt>
                <c:pt idx="3164">
                  <c:v>913</c:v>
                </c:pt>
                <c:pt idx="3165">
                  <c:v>5792</c:v>
                </c:pt>
                <c:pt idx="3166">
                  <c:v>10712</c:v>
                </c:pt>
                <c:pt idx="3167">
                  <c:v>5439</c:v>
                </c:pt>
                <c:pt idx="3168">
                  <c:v>25338</c:v>
                </c:pt>
                <c:pt idx="3169">
                  <c:v>1005</c:v>
                </c:pt>
                <c:pt idx="3170">
                  <c:v>1124</c:v>
                </c:pt>
                <c:pt idx="3171">
                  <c:v>17308</c:v>
                </c:pt>
                <c:pt idx="3172">
                  <c:v>1002</c:v>
                </c:pt>
                <c:pt idx="3173">
                  <c:v>2159</c:v>
                </c:pt>
                <c:pt idx="3174">
                  <c:v>1155</c:v>
                </c:pt>
                <c:pt idx="3175">
                  <c:v>36638</c:v>
                </c:pt>
                <c:pt idx="3176">
                  <c:v>518</c:v>
                </c:pt>
                <c:pt idx="3177">
                  <c:v>4673</c:v>
                </c:pt>
                <c:pt idx="3178">
                  <c:v>13883</c:v>
                </c:pt>
                <c:pt idx="3179">
                  <c:v>623</c:v>
                </c:pt>
                <c:pt idx="3180">
                  <c:v>646</c:v>
                </c:pt>
                <c:pt idx="3181">
                  <c:v>45166</c:v>
                </c:pt>
                <c:pt idx="3182">
                  <c:v>23048</c:v>
                </c:pt>
                <c:pt idx="3183">
                  <c:v>52410</c:v>
                </c:pt>
                <c:pt idx="3184">
                  <c:v>774</c:v>
                </c:pt>
                <c:pt idx="3185">
                  <c:v>1670</c:v>
                </c:pt>
                <c:pt idx="3186">
                  <c:v>582</c:v>
                </c:pt>
                <c:pt idx="3187">
                  <c:v>9065</c:v>
                </c:pt>
                <c:pt idx="3188">
                  <c:v>1886</c:v>
                </c:pt>
                <c:pt idx="3189">
                  <c:v>584</c:v>
                </c:pt>
                <c:pt idx="3190">
                  <c:v>803</c:v>
                </c:pt>
                <c:pt idx="3191">
                  <c:v>2476</c:v>
                </c:pt>
                <c:pt idx="3192">
                  <c:v>4785</c:v>
                </c:pt>
                <c:pt idx="3193">
                  <c:v>9266</c:v>
                </c:pt>
                <c:pt idx="3194">
                  <c:v>922</c:v>
                </c:pt>
                <c:pt idx="3195">
                  <c:v>1107</c:v>
                </c:pt>
                <c:pt idx="3196">
                  <c:v>772</c:v>
                </c:pt>
                <c:pt idx="3197">
                  <c:v>5571</c:v>
                </c:pt>
                <c:pt idx="3198">
                  <c:v>1561</c:v>
                </c:pt>
                <c:pt idx="3199">
                  <c:v>38679</c:v>
                </c:pt>
                <c:pt idx="3200">
                  <c:v>2952</c:v>
                </c:pt>
                <c:pt idx="3201">
                  <c:v>2084</c:v>
                </c:pt>
                <c:pt idx="3202">
                  <c:v>1063</c:v>
                </c:pt>
                <c:pt idx="3203">
                  <c:v>747</c:v>
                </c:pt>
                <c:pt idx="3204">
                  <c:v>1610</c:v>
                </c:pt>
                <c:pt idx="3205">
                  <c:v>1202</c:v>
                </c:pt>
                <c:pt idx="3206">
                  <c:v>10080</c:v>
                </c:pt>
                <c:pt idx="3207">
                  <c:v>520</c:v>
                </c:pt>
                <c:pt idx="3208">
                  <c:v>501</c:v>
                </c:pt>
                <c:pt idx="3209">
                  <c:v>1907</c:v>
                </c:pt>
                <c:pt idx="3210">
                  <c:v>704</c:v>
                </c:pt>
                <c:pt idx="3211">
                  <c:v>1518</c:v>
                </c:pt>
                <c:pt idx="3212">
                  <c:v>3320</c:v>
                </c:pt>
                <c:pt idx="3213">
                  <c:v>537</c:v>
                </c:pt>
                <c:pt idx="3214">
                  <c:v>556</c:v>
                </c:pt>
                <c:pt idx="3215">
                  <c:v>575</c:v>
                </c:pt>
                <c:pt idx="3216">
                  <c:v>2911</c:v>
                </c:pt>
                <c:pt idx="3217">
                  <c:v>1853</c:v>
                </c:pt>
                <c:pt idx="3218">
                  <c:v>11628</c:v>
                </c:pt>
                <c:pt idx="3219">
                  <c:v>1135</c:v>
                </c:pt>
                <c:pt idx="3220">
                  <c:v>2899</c:v>
                </c:pt>
                <c:pt idx="3221">
                  <c:v>5259</c:v>
                </c:pt>
                <c:pt idx="3222">
                  <c:v>1742</c:v>
                </c:pt>
                <c:pt idx="3223">
                  <c:v>3240</c:v>
                </c:pt>
                <c:pt idx="3224">
                  <c:v>3266</c:v>
                </c:pt>
                <c:pt idx="3225">
                  <c:v>1258</c:v>
                </c:pt>
                <c:pt idx="3226">
                  <c:v>22769</c:v>
                </c:pt>
                <c:pt idx="3227">
                  <c:v>2384</c:v>
                </c:pt>
                <c:pt idx="3228">
                  <c:v>7666</c:v>
                </c:pt>
                <c:pt idx="3229">
                  <c:v>917</c:v>
                </c:pt>
                <c:pt idx="3230">
                  <c:v>5617</c:v>
                </c:pt>
                <c:pt idx="3231">
                  <c:v>6344</c:v>
                </c:pt>
                <c:pt idx="3232">
                  <c:v>531</c:v>
                </c:pt>
                <c:pt idx="3233">
                  <c:v>11496</c:v>
                </c:pt>
                <c:pt idx="3234">
                  <c:v>766</c:v>
                </c:pt>
                <c:pt idx="3235">
                  <c:v>505</c:v>
                </c:pt>
                <c:pt idx="3236">
                  <c:v>6129</c:v>
                </c:pt>
                <c:pt idx="3237">
                  <c:v>945</c:v>
                </c:pt>
                <c:pt idx="3238">
                  <c:v>909</c:v>
                </c:pt>
                <c:pt idx="3239">
                  <c:v>3819</c:v>
                </c:pt>
                <c:pt idx="3240">
                  <c:v>1089</c:v>
                </c:pt>
                <c:pt idx="3241">
                  <c:v>14322</c:v>
                </c:pt>
                <c:pt idx="3242">
                  <c:v>1331</c:v>
                </c:pt>
                <c:pt idx="3243">
                  <c:v>6833</c:v>
                </c:pt>
                <c:pt idx="3244">
                  <c:v>78477</c:v>
                </c:pt>
                <c:pt idx="3245">
                  <c:v>678</c:v>
                </c:pt>
                <c:pt idx="3246">
                  <c:v>103745</c:v>
                </c:pt>
                <c:pt idx="3247">
                  <c:v>930</c:v>
                </c:pt>
                <c:pt idx="3248">
                  <c:v>2732</c:v>
                </c:pt>
                <c:pt idx="3249">
                  <c:v>1546</c:v>
                </c:pt>
                <c:pt idx="3250">
                  <c:v>664</c:v>
                </c:pt>
                <c:pt idx="3251">
                  <c:v>10014</c:v>
                </c:pt>
                <c:pt idx="3252">
                  <c:v>840</c:v>
                </c:pt>
                <c:pt idx="3253">
                  <c:v>13900</c:v>
                </c:pt>
                <c:pt idx="3254">
                  <c:v>8865</c:v>
                </c:pt>
                <c:pt idx="3255">
                  <c:v>28579</c:v>
                </c:pt>
                <c:pt idx="3256">
                  <c:v>1242</c:v>
                </c:pt>
                <c:pt idx="3257">
                  <c:v>2817</c:v>
                </c:pt>
                <c:pt idx="3258">
                  <c:v>4684</c:v>
                </c:pt>
                <c:pt idx="3259">
                  <c:v>7601</c:v>
                </c:pt>
                <c:pt idx="3260">
                  <c:v>2602</c:v>
                </c:pt>
                <c:pt idx="3261">
                  <c:v>854</c:v>
                </c:pt>
                <c:pt idx="3262">
                  <c:v>1064</c:v>
                </c:pt>
                <c:pt idx="3263">
                  <c:v>1401</c:v>
                </c:pt>
                <c:pt idx="3264">
                  <c:v>6560</c:v>
                </c:pt>
                <c:pt idx="3265">
                  <c:v>733542</c:v>
                </c:pt>
                <c:pt idx="3266">
                  <c:v>2544</c:v>
                </c:pt>
                <c:pt idx="3267">
                  <c:v>1672</c:v>
                </c:pt>
                <c:pt idx="3268">
                  <c:v>1013</c:v>
                </c:pt>
                <c:pt idx="3269">
                  <c:v>9113</c:v>
                </c:pt>
                <c:pt idx="3270">
                  <c:v>840</c:v>
                </c:pt>
                <c:pt idx="3271">
                  <c:v>3987</c:v>
                </c:pt>
                <c:pt idx="3272">
                  <c:v>1321</c:v>
                </c:pt>
                <c:pt idx="3273">
                  <c:v>17097</c:v>
                </c:pt>
                <c:pt idx="3274">
                  <c:v>7784</c:v>
                </c:pt>
                <c:pt idx="3275">
                  <c:v>1366</c:v>
                </c:pt>
                <c:pt idx="3276">
                  <c:v>3351</c:v>
                </c:pt>
                <c:pt idx="3277">
                  <c:v>760662</c:v>
                </c:pt>
                <c:pt idx="3278">
                  <c:v>1205</c:v>
                </c:pt>
                <c:pt idx="3279">
                  <c:v>1882</c:v>
                </c:pt>
                <c:pt idx="3280">
                  <c:v>994</c:v>
                </c:pt>
                <c:pt idx="3281">
                  <c:v>732</c:v>
                </c:pt>
                <c:pt idx="3282">
                  <c:v>1936</c:v>
                </c:pt>
                <c:pt idx="3283">
                  <c:v>983</c:v>
                </c:pt>
                <c:pt idx="3284">
                  <c:v>737</c:v>
                </c:pt>
                <c:pt idx="3285">
                  <c:v>1560</c:v>
                </c:pt>
                <c:pt idx="3286">
                  <c:v>1125</c:v>
                </c:pt>
                <c:pt idx="3287">
                  <c:v>2705</c:v>
                </c:pt>
                <c:pt idx="3288">
                  <c:v>1541</c:v>
                </c:pt>
                <c:pt idx="3289">
                  <c:v>2717</c:v>
                </c:pt>
                <c:pt idx="3290">
                  <c:v>2889</c:v>
                </c:pt>
                <c:pt idx="3291">
                  <c:v>3995</c:v>
                </c:pt>
                <c:pt idx="3292">
                  <c:v>23401</c:v>
                </c:pt>
                <c:pt idx="3293">
                  <c:v>499.99999999999994</c:v>
                </c:pt>
                <c:pt idx="3294">
                  <c:v>561.0092271509814</c:v>
                </c:pt>
                <c:pt idx="3295">
                  <c:v>629.462705897083</c:v>
                </c:pt>
                <c:pt idx="3296">
                  <c:v>706.2687723113762</c:v>
                </c:pt>
                <c:pt idx="3297">
                  <c:v>792.4465962305553</c:v>
                </c:pt>
                <c:pt idx="3298">
                  <c:v>889.1397050194595</c:v>
                </c:pt>
                <c:pt idx="3299">
                  <c:v>997.6311574844373</c:v>
                </c:pt>
                <c:pt idx="3300">
                  <c:v>1119.3605692841666</c:v>
                </c:pt>
                <c:pt idx="3301">
                  <c:v>1255.9432157547858</c:v>
                </c:pt>
                <c:pt idx="3302">
                  <c:v>1409.1914656322215</c:v>
                </c:pt>
                <c:pt idx="3303">
                  <c:v>1581.138830084183</c:v>
                </c:pt>
                <c:pt idx="3304">
                  <c:v>1774.066946167869</c:v>
                </c:pt>
                <c:pt idx="3305">
                  <c:v>1990.5358527674762</c:v>
                </c:pt>
                <c:pt idx="3306">
                  <c:v>2233.4179607548035</c:v>
                </c:pt>
                <c:pt idx="3307">
                  <c:v>2505.9361681363466</c:v>
                </c:pt>
                <c:pt idx="3308">
                  <c:v>2811.706625951728</c:v>
                </c:pt>
                <c:pt idx="3309">
                  <c:v>3154.786722400945</c:v>
                </c:pt>
                <c:pt idx="3310">
                  <c:v>3539.7289219206646</c:v>
                </c:pt>
                <c:pt idx="3311">
                  <c:v>3971.6411736213777</c:v>
                </c:pt>
                <c:pt idx="3312">
                  <c:v>4456.254690668692</c:v>
                </c:pt>
                <c:pt idx="3313">
                  <c:v>4999.999999999958</c:v>
                </c:pt>
                <c:pt idx="3314">
                  <c:v>5610.092271509768</c:v>
                </c:pt>
                <c:pt idx="3315">
                  <c:v>6294.627058970778</c:v>
                </c:pt>
                <c:pt idx="3316">
                  <c:v>7062.687723113704</c:v>
                </c:pt>
                <c:pt idx="3317">
                  <c:v>7924.465962305489</c:v>
                </c:pt>
                <c:pt idx="3318">
                  <c:v>8891.397050194522</c:v>
                </c:pt>
                <c:pt idx="3319">
                  <c:v>9976.31157484429</c:v>
                </c:pt>
                <c:pt idx="3320">
                  <c:v>11193.605692841573</c:v>
                </c:pt>
                <c:pt idx="3321">
                  <c:v>12559.432157547755</c:v>
                </c:pt>
                <c:pt idx="3322">
                  <c:v>14091.9146563221</c:v>
                </c:pt>
                <c:pt idx="3323">
                  <c:v>15811.3883008417</c:v>
                </c:pt>
                <c:pt idx="3324">
                  <c:v>17740.669461678546</c:v>
                </c:pt>
                <c:pt idx="3325">
                  <c:v>19905.358527674598</c:v>
                </c:pt>
                <c:pt idx="3326">
                  <c:v>22334.17960754785</c:v>
                </c:pt>
                <c:pt idx="3327">
                  <c:v>25059.36168136326</c:v>
                </c:pt>
                <c:pt idx="3328">
                  <c:v>28117.066259517047</c:v>
                </c:pt>
                <c:pt idx="3329">
                  <c:v>31547.867224009195</c:v>
                </c:pt>
                <c:pt idx="3330">
                  <c:v>35397.28921920636</c:v>
                </c:pt>
                <c:pt idx="3331">
                  <c:v>39716.41173621345</c:v>
                </c:pt>
                <c:pt idx="3332">
                  <c:v>44562.54690668656</c:v>
                </c:pt>
                <c:pt idx="3333">
                  <c:v>49999.99999999917</c:v>
                </c:pt>
                <c:pt idx="3334">
                  <c:v>56100.92271509722</c:v>
                </c:pt>
                <c:pt idx="3335">
                  <c:v>62946.270589707274</c:v>
                </c:pt>
                <c:pt idx="3336">
                  <c:v>70626.87723113646</c:v>
                </c:pt>
                <c:pt idx="3337">
                  <c:v>79244.65962305423</c:v>
                </c:pt>
                <c:pt idx="3338">
                  <c:v>88913.97050194448</c:v>
                </c:pt>
                <c:pt idx="3339">
                  <c:v>99763.11574844208</c:v>
                </c:pt>
                <c:pt idx="3340">
                  <c:v>111936.05692841482</c:v>
                </c:pt>
                <c:pt idx="3341">
                  <c:v>125594.32157547653</c:v>
                </c:pt>
                <c:pt idx="3342">
                  <c:v>140919.14656321984</c:v>
                </c:pt>
                <c:pt idx="3343">
                  <c:v>158113.8830084157</c:v>
                </c:pt>
                <c:pt idx="3344">
                  <c:v>177406.694616784</c:v>
                </c:pt>
                <c:pt idx="3345">
                  <c:v>199053.58527674436</c:v>
                </c:pt>
                <c:pt idx="3346">
                  <c:v>223341.79607547668</c:v>
                </c:pt>
                <c:pt idx="3347">
                  <c:v>250593.61681363056</c:v>
                </c:pt>
                <c:pt idx="3348">
                  <c:v>281170.66259516816</c:v>
                </c:pt>
                <c:pt idx="3349">
                  <c:v>315478.67224008933</c:v>
                </c:pt>
                <c:pt idx="3350">
                  <c:v>353972.89219206065</c:v>
                </c:pt>
                <c:pt idx="3351">
                  <c:v>397164.11736213125</c:v>
                </c:pt>
                <c:pt idx="3352">
                  <c:v>445625.46906686196</c:v>
                </c:pt>
                <c:pt idx="3353">
                  <c:v>499999.99999998766</c:v>
                </c:pt>
                <c:pt idx="3354">
                  <c:v>561009.2271509677</c:v>
                </c:pt>
                <c:pt idx="3355">
                  <c:v>629462.7058970676</c:v>
                </c:pt>
                <c:pt idx="3356">
                  <c:v>706268.7723113588</c:v>
                </c:pt>
                <c:pt idx="3357">
                  <c:v>792446.5962305359</c:v>
                </c:pt>
                <c:pt idx="3358">
                  <c:v>889139.7050194377</c:v>
                </c:pt>
                <c:pt idx="3359">
                  <c:v>997631.1574844128</c:v>
                </c:pt>
                <c:pt idx="3360">
                  <c:v>1119360.569284139</c:v>
                </c:pt>
                <c:pt idx="3361">
                  <c:v>1255943.2157547548</c:v>
                </c:pt>
              </c:numCache>
            </c:numRef>
          </c:xVal>
          <c:yVal>
            <c:numRef>
              <c:f>Sheet1!$B$2:$B$3363</c:f>
              <c:numCache>
                <c:formatCode>General</c:formatCode>
                <c:ptCount val="3362"/>
                <c:pt idx="0">
                  <c:v>2</c:v>
                </c:pt>
                <c:pt idx="1">
                  <c:v>4</c:v>
                </c:pt>
                <c:pt idx="2">
                  <c:v>2</c:v>
                </c:pt>
                <c:pt idx="3">
                  <c:v>4</c:v>
                </c:pt>
                <c:pt idx="4">
                  <c:v>1</c:v>
                </c:pt>
                <c:pt idx="5">
                  <c:v>47</c:v>
                </c:pt>
                <c:pt idx="6">
                  <c:v>3</c:v>
                </c:pt>
                <c:pt idx="7">
                  <c:v>3</c:v>
                </c:pt>
                <c:pt idx="8">
                  <c:v>5</c:v>
                </c:pt>
                <c:pt idx="9">
                  <c:v>20</c:v>
                </c:pt>
                <c:pt idx="10">
                  <c:v>1</c:v>
                </c:pt>
                <c:pt idx="11">
                  <c:v>8</c:v>
                </c:pt>
                <c:pt idx="12">
                  <c:v>6</c:v>
                </c:pt>
                <c:pt idx="13">
                  <c:v>378</c:v>
                </c:pt>
                <c:pt idx="14">
                  <c:v>145</c:v>
                </c:pt>
                <c:pt idx="15">
                  <c:v>49</c:v>
                </c:pt>
                <c:pt idx="16">
                  <c:v>6</c:v>
                </c:pt>
                <c:pt idx="17">
                  <c:v>171</c:v>
                </c:pt>
                <c:pt idx="18">
                  <c:v>8</c:v>
                </c:pt>
                <c:pt idx="19">
                  <c:v>9</c:v>
                </c:pt>
                <c:pt idx="20">
                  <c:v>2</c:v>
                </c:pt>
                <c:pt idx="21">
                  <c:v>18</c:v>
                </c:pt>
                <c:pt idx="22">
                  <c:v>1</c:v>
                </c:pt>
                <c:pt idx="23">
                  <c:v>1</c:v>
                </c:pt>
                <c:pt idx="24">
                  <c:v>23</c:v>
                </c:pt>
                <c:pt idx="25">
                  <c:v>24</c:v>
                </c:pt>
                <c:pt idx="26">
                  <c:v>10</c:v>
                </c:pt>
                <c:pt idx="27">
                  <c:v>81</c:v>
                </c:pt>
                <c:pt idx="28">
                  <c:v>19</c:v>
                </c:pt>
                <c:pt idx="29">
                  <c:v>13</c:v>
                </c:pt>
                <c:pt idx="30">
                  <c:v>5</c:v>
                </c:pt>
                <c:pt idx="31">
                  <c:v>10</c:v>
                </c:pt>
                <c:pt idx="32">
                  <c:v>2</c:v>
                </c:pt>
                <c:pt idx="33">
                  <c:v>2</c:v>
                </c:pt>
                <c:pt idx="34">
                  <c:v>44</c:v>
                </c:pt>
                <c:pt idx="35">
                  <c:v>1</c:v>
                </c:pt>
                <c:pt idx="36">
                  <c:v>30</c:v>
                </c:pt>
                <c:pt idx="37">
                  <c:v>444</c:v>
                </c:pt>
                <c:pt idx="38">
                  <c:v>5019</c:v>
                </c:pt>
                <c:pt idx="39">
                  <c:v>8</c:v>
                </c:pt>
                <c:pt idx="40">
                  <c:v>9</c:v>
                </c:pt>
                <c:pt idx="41">
                  <c:v>14</c:v>
                </c:pt>
                <c:pt idx="42">
                  <c:v>6</c:v>
                </c:pt>
                <c:pt idx="43">
                  <c:v>24</c:v>
                </c:pt>
                <c:pt idx="44">
                  <c:v>12</c:v>
                </c:pt>
                <c:pt idx="45">
                  <c:v>2</c:v>
                </c:pt>
                <c:pt idx="46">
                  <c:v>2</c:v>
                </c:pt>
                <c:pt idx="47">
                  <c:v>44</c:v>
                </c:pt>
                <c:pt idx="48">
                  <c:v>1</c:v>
                </c:pt>
                <c:pt idx="49">
                  <c:v>3</c:v>
                </c:pt>
                <c:pt idx="50">
                  <c:v>2</c:v>
                </c:pt>
                <c:pt idx="51">
                  <c:v>6</c:v>
                </c:pt>
                <c:pt idx="52">
                  <c:v>18</c:v>
                </c:pt>
                <c:pt idx="53">
                  <c:v>77</c:v>
                </c:pt>
                <c:pt idx="54">
                  <c:v>8</c:v>
                </c:pt>
                <c:pt idx="55">
                  <c:v>9</c:v>
                </c:pt>
                <c:pt idx="56">
                  <c:v>1</c:v>
                </c:pt>
                <c:pt idx="57">
                  <c:v>2</c:v>
                </c:pt>
                <c:pt idx="58">
                  <c:v>853</c:v>
                </c:pt>
                <c:pt idx="59">
                  <c:v>5</c:v>
                </c:pt>
                <c:pt idx="60">
                  <c:v>3</c:v>
                </c:pt>
                <c:pt idx="61">
                  <c:v>7</c:v>
                </c:pt>
                <c:pt idx="62">
                  <c:v>2</c:v>
                </c:pt>
                <c:pt idx="63">
                  <c:v>7</c:v>
                </c:pt>
                <c:pt idx="64">
                  <c:v>2</c:v>
                </c:pt>
                <c:pt idx="65">
                  <c:v>12</c:v>
                </c:pt>
                <c:pt idx="66">
                  <c:v>2</c:v>
                </c:pt>
                <c:pt idx="67">
                  <c:v>2</c:v>
                </c:pt>
                <c:pt idx="68">
                  <c:v>2</c:v>
                </c:pt>
                <c:pt idx="69">
                  <c:v>6</c:v>
                </c:pt>
                <c:pt idx="70">
                  <c:v>2</c:v>
                </c:pt>
                <c:pt idx="71">
                  <c:v>2</c:v>
                </c:pt>
                <c:pt idx="72">
                  <c:v>1</c:v>
                </c:pt>
                <c:pt idx="73">
                  <c:v>1</c:v>
                </c:pt>
                <c:pt idx="74">
                  <c:v>10</c:v>
                </c:pt>
                <c:pt idx="75">
                  <c:v>244</c:v>
                </c:pt>
                <c:pt idx="76">
                  <c:v>8</c:v>
                </c:pt>
                <c:pt idx="77">
                  <c:v>2</c:v>
                </c:pt>
                <c:pt idx="78">
                  <c:v>2</c:v>
                </c:pt>
                <c:pt idx="79">
                  <c:v>11</c:v>
                </c:pt>
                <c:pt idx="80">
                  <c:v>2</c:v>
                </c:pt>
                <c:pt idx="81">
                  <c:v>2</c:v>
                </c:pt>
                <c:pt idx="82">
                  <c:v>2</c:v>
                </c:pt>
                <c:pt idx="83">
                  <c:v>4</c:v>
                </c:pt>
                <c:pt idx="84">
                  <c:v>3</c:v>
                </c:pt>
                <c:pt idx="85">
                  <c:v>4</c:v>
                </c:pt>
                <c:pt idx="86">
                  <c:v>9</c:v>
                </c:pt>
                <c:pt idx="87">
                  <c:v>51</c:v>
                </c:pt>
                <c:pt idx="88">
                  <c:v>4</c:v>
                </c:pt>
                <c:pt idx="89">
                  <c:v>15</c:v>
                </c:pt>
                <c:pt idx="90">
                  <c:v>15</c:v>
                </c:pt>
                <c:pt idx="91">
                  <c:v>2</c:v>
                </c:pt>
                <c:pt idx="92">
                  <c:v>6</c:v>
                </c:pt>
                <c:pt idx="93">
                  <c:v>20</c:v>
                </c:pt>
                <c:pt idx="94">
                  <c:v>2</c:v>
                </c:pt>
                <c:pt idx="95">
                  <c:v>23</c:v>
                </c:pt>
                <c:pt idx="96">
                  <c:v>1536</c:v>
                </c:pt>
                <c:pt idx="97">
                  <c:v>28</c:v>
                </c:pt>
                <c:pt idx="98">
                  <c:v>2</c:v>
                </c:pt>
                <c:pt idx="99">
                  <c:v>7</c:v>
                </c:pt>
                <c:pt idx="100">
                  <c:v>3</c:v>
                </c:pt>
                <c:pt idx="101">
                  <c:v>646</c:v>
                </c:pt>
                <c:pt idx="102">
                  <c:v>8</c:v>
                </c:pt>
                <c:pt idx="103">
                  <c:v>14</c:v>
                </c:pt>
                <c:pt idx="104">
                  <c:v>2</c:v>
                </c:pt>
                <c:pt idx="105">
                  <c:v>2</c:v>
                </c:pt>
                <c:pt idx="106">
                  <c:v>9</c:v>
                </c:pt>
                <c:pt idx="107">
                  <c:v>1</c:v>
                </c:pt>
                <c:pt idx="108">
                  <c:v>7</c:v>
                </c:pt>
                <c:pt idx="109">
                  <c:v>23</c:v>
                </c:pt>
                <c:pt idx="110">
                  <c:v>4</c:v>
                </c:pt>
                <c:pt idx="111">
                  <c:v>3</c:v>
                </c:pt>
                <c:pt idx="112">
                  <c:v>3</c:v>
                </c:pt>
                <c:pt idx="113">
                  <c:v>3</c:v>
                </c:pt>
                <c:pt idx="114">
                  <c:v>101</c:v>
                </c:pt>
                <c:pt idx="115">
                  <c:v>3</c:v>
                </c:pt>
                <c:pt idx="116">
                  <c:v>7</c:v>
                </c:pt>
                <c:pt idx="117">
                  <c:v>1</c:v>
                </c:pt>
                <c:pt idx="118">
                  <c:v>3</c:v>
                </c:pt>
                <c:pt idx="119">
                  <c:v>3</c:v>
                </c:pt>
                <c:pt idx="120">
                  <c:v>68</c:v>
                </c:pt>
                <c:pt idx="121">
                  <c:v>10</c:v>
                </c:pt>
                <c:pt idx="122">
                  <c:v>1</c:v>
                </c:pt>
                <c:pt idx="123">
                  <c:v>365</c:v>
                </c:pt>
                <c:pt idx="124">
                  <c:v>1</c:v>
                </c:pt>
                <c:pt idx="125">
                  <c:v>147</c:v>
                </c:pt>
                <c:pt idx="126">
                  <c:v>18</c:v>
                </c:pt>
                <c:pt idx="127">
                  <c:v>38</c:v>
                </c:pt>
                <c:pt idx="128">
                  <c:v>8</c:v>
                </c:pt>
                <c:pt idx="129">
                  <c:v>18</c:v>
                </c:pt>
                <c:pt idx="130">
                  <c:v>11</c:v>
                </c:pt>
                <c:pt idx="131">
                  <c:v>2</c:v>
                </c:pt>
                <c:pt idx="132">
                  <c:v>1</c:v>
                </c:pt>
                <c:pt idx="133">
                  <c:v>1</c:v>
                </c:pt>
                <c:pt idx="134">
                  <c:v>569</c:v>
                </c:pt>
                <c:pt idx="135">
                  <c:v>9</c:v>
                </c:pt>
                <c:pt idx="136">
                  <c:v>1</c:v>
                </c:pt>
                <c:pt idx="137">
                  <c:v>1</c:v>
                </c:pt>
                <c:pt idx="138">
                  <c:v>45</c:v>
                </c:pt>
                <c:pt idx="139">
                  <c:v>2</c:v>
                </c:pt>
                <c:pt idx="140">
                  <c:v>9</c:v>
                </c:pt>
                <c:pt idx="141">
                  <c:v>23</c:v>
                </c:pt>
                <c:pt idx="142">
                  <c:v>29</c:v>
                </c:pt>
                <c:pt idx="143">
                  <c:v>1</c:v>
                </c:pt>
                <c:pt idx="144">
                  <c:v>15</c:v>
                </c:pt>
                <c:pt idx="145">
                  <c:v>1574</c:v>
                </c:pt>
                <c:pt idx="146">
                  <c:v>1</c:v>
                </c:pt>
                <c:pt idx="147">
                  <c:v>13</c:v>
                </c:pt>
                <c:pt idx="148">
                  <c:v>4</c:v>
                </c:pt>
                <c:pt idx="149">
                  <c:v>42</c:v>
                </c:pt>
                <c:pt idx="150">
                  <c:v>2</c:v>
                </c:pt>
                <c:pt idx="151">
                  <c:v>18</c:v>
                </c:pt>
                <c:pt idx="152">
                  <c:v>23</c:v>
                </c:pt>
                <c:pt idx="153">
                  <c:v>6</c:v>
                </c:pt>
                <c:pt idx="154">
                  <c:v>121</c:v>
                </c:pt>
                <c:pt idx="155">
                  <c:v>3</c:v>
                </c:pt>
                <c:pt idx="156">
                  <c:v>13</c:v>
                </c:pt>
                <c:pt idx="157">
                  <c:v>1</c:v>
                </c:pt>
                <c:pt idx="158">
                  <c:v>1</c:v>
                </c:pt>
                <c:pt idx="159">
                  <c:v>25</c:v>
                </c:pt>
                <c:pt idx="160">
                  <c:v>201</c:v>
                </c:pt>
                <c:pt idx="161">
                  <c:v>1</c:v>
                </c:pt>
                <c:pt idx="162">
                  <c:v>12</c:v>
                </c:pt>
                <c:pt idx="163">
                  <c:v>4</c:v>
                </c:pt>
                <c:pt idx="164">
                  <c:v>4</c:v>
                </c:pt>
                <c:pt idx="165">
                  <c:v>3</c:v>
                </c:pt>
                <c:pt idx="166">
                  <c:v>137</c:v>
                </c:pt>
                <c:pt idx="167">
                  <c:v>12</c:v>
                </c:pt>
                <c:pt idx="168">
                  <c:v>6</c:v>
                </c:pt>
                <c:pt idx="169">
                  <c:v>4</c:v>
                </c:pt>
                <c:pt idx="170">
                  <c:v>7</c:v>
                </c:pt>
                <c:pt idx="171">
                  <c:v>117</c:v>
                </c:pt>
                <c:pt idx="172">
                  <c:v>3</c:v>
                </c:pt>
                <c:pt idx="173">
                  <c:v>2</c:v>
                </c:pt>
                <c:pt idx="174">
                  <c:v>2</c:v>
                </c:pt>
                <c:pt idx="175">
                  <c:v>37</c:v>
                </c:pt>
                <c:pt idx="176">
                  <c:v>4</c:v>
                </c:pt>
                <c:pt idx="177">
                  <c:v>3</c:v>
                </c:pt>
                <c:pt idx="178">
                  <c:v>2</c:v>
                </c:pt>
                <c:pt idx="179">
                  <c:v>329</c:v>
                </c:pt>
                <c:pt idx="180">
                  <c:v>1150</c:v>
                </c:pt>
                <c:pt idx="181">
                  <c:v>5</c:v>
                </c:pt>
                <c:pt idx="182">
                  <c:v>4</c:v>
                </c:pt>
                <c:pt idx="183">
                  <c:v>4</c:v>
                </c:pt>
                <c:pt idx="184">
                  <c:v>2</c:v>
                </c:pt>
                <c:pt idx="185">
                  <c:v>4</c:v>
                </c:pt>
                <c:pt idx="186">
                  <c:v>5</c:v>
                </c:pt>
                <c:pt idx="187">
                  <c:v>2</c:v>
                </c:pt>
                <c:pt idx="188">
                  <c:v>33</c:v>
                </c:pt>
                <c:pt idx="189">
                  <c:v>1</c:v>
                </c:pt>
                <c:pt idx="190">
                  <c:v>1</c:v>
                </c:pt>
                <c:pt idx="191">
                  <c:v>14</c:v>
                </c:pt>
                <c:pt idx="192">
                  <c:v>1</c:v>
                </c:pt>
                <c:pt idx="193">
                  <c:v>53</c:v>
                </c:pt>
                <c:pt idx="194">
                  <c:v>30</c:v>
                </c:pt>
                <c:pt idx="195">
                  <c:v>203</c:v>
                </c:pt>
                <c:pt idx="196">
                  <c:v>1</c:v>
                </c:pt>
                <c:pt idx="197">
                  <c:v>3</c:v>
                </c:pt>
                <c:pt idx="198">
                  <c:v>1</c:v>
                </c:pt>
                <c:pt idx="199">
                  <c:v>5</c:v>
                </c:pt>
                <c:pt idx="200">
                  <c:v>8</c:v>
                </c:pt>
                <c:pt idx="201">
                  <c:v>2</c:v>
                </c:pt>
                <c:pt idx="202">
                  <c:v>7</c:v>
                </c:pt>
                <c:pt idx="203">
                  <c:v>9</c:v>
                </c:pt>
                <c:pt idx="204">
                  <c:v>4</c:v>
                </c:pt>
                <c:pt idx="205">
                  <c:v>2345</c:v>
                </c:pt>
                <c:pt idx="206">
                  <c:v>2</c:v>
                </c:pt>
                <c:pt idx="207">
                  <c:v>3</c:v>
                </c:pt>
                <c:pt idx="208">
                  <c:v>1</c:v>
                </c:pt>
                <c:pt idx="209">
                  <c:v>17</c:v>
                </c:pt>
                <c:pt idx="210">
                  <c:v>1</c:v>
                </c:pt>
                <c:pt idx="211">
                  <c:v>3</c:v>
                </c:pt>
                <c:pt idx="212">
                  <c:v>2</c:v>
                </c:pt>
                <c:pt idx="213">
                  <c:v>4</c:v>
                </c:pt>
                <c:pt idx="214">
                  <c:v>65</c:v>
                </c:pt>
                <c:pt idx="215">
                  <c:v>1</c:v>
                </c:pt>
                <c:pt idx="216">
                  <c:v>8</c:v>
                </c:pt>
                <c:pt idx="217">
                  <c:v>4</c:v>
                </c:pt>
                <c:pt idx="218">
                  <c:v>2</c:v>
                </c:pt>
                <c:pt idx="219">
                  <c:v>13</c:v>
                </c:pt>
                <c:pt idx="220">
                  <c:v>500</c:v>
                </c:pt>
                <c:pt idx="221">
                  <c:v>4</c:v>
                </c:pt>
                <c:pt idx="222">
                  <c:v>1</c:v>
                </c:pt>
                <c:pt idx="223">
                  <c:v>3</c:v>
                </c:pt>
                <c:pt idx="224">
                  <c:v>5</c:v>
                </c:pt>
                <c:pt idx="225">
                  <c:v>161</c:v>
                </c:pt>
                <c:pt idx="226">
                  <c:v>12</c:v>
                </c:pt>
                <c:pt idx="227">
                  <c:v>4</c:v>
                </c:pt>
                <c:pt idx="228">
                  <c:v>1</c:v>
                </c:pt>
                <c:pt idx="229">
                  <c:v>52</c:v>
                </c:pt>
                <c:pt idx="230">
                  <c:v>2</c:v>
                </c:pt>
                <c:pt idx="231">
                  <c:v>15</c:v>
                </c:pt>
                <c:pt idx="232">
                  <c:v>12</c:v>
                </c:pt>
                <c:pt idx="233">
                  <c:v>4</c:v>
                </c:pt>
                <c:pt idx="234">
                  <c:v>7</c:v>
                </c:pt>
                <c:pt idx="235">
                  <c:v>2</c:v>
                </c:pt>
                <c:pt idx="236">
                  <c:v>963</c:v>
                </c:pt>
                <c:pt idx="237">
                  <c:v>85</c:v>
                </c:pt>
                <c:pt idx="238">
                  <c:v>3</c:v>
                </c:pt>
                <c:pt idx="239">
                  <c:v>3</c:v>
                </c:pt>
                <c:pt idx="240">
                  <c:v>11</c:v>
                </c:pt>
                <c:pt idx="241">
                  <c:v>100</c:v>
                </c:pt>
                <c:pt idx="242">
                  <c:v>8</c:v>
                </c:pt>
                <c:pt idx="243">
                  <c:v>2</c:v>
                </c:pt>
                <c:pt idx="244">
                  <c:v>6</c:v>
                </c:pt>
                <c:pt idx="245">
                  <c:v>18</c:v>
                </c:pt>
                <c:pt idx="246">
                  <c:v>1</c:v>
                </c:pt>
                <c:pt idx="247">
                  <c:v>1</c:v>
                </c:pt>
                <c:pt idx="248">
                  <c:v>1</c:v>
                </c:pt>
                <c:pt idx="249">
                  <c:v>6768</c:v>
                </c:pt>
                <c:pt idx="250">
                  <c:v>127</c:v>
                </c:pt>
                <c:pt idx="251">
                  <c:v>73</c:v>
                </c:pt>
                <c:pt idx="252">
                  <c:v>2</c:v>
                </c:pt>
                <c:pt idx="253">
                  <c:v>174</c:v>
                </c:pt>
                <c:pt idx="254">
                  <c:v>150</c:v>
                </c:pt>
                <c:pt idx="255">
                  <c:v>2</c:v>
                </c:pt>
                <c:pt idx="256">
                  <c:v>1</c:v>
                </c:pt>
                <c:pt idx="257">
                  <c:v>5</c:v>
                </c:pt>
                <c:pt idx="258">
                  <c:v>35</c:v>
                </c:pt>
                <c:pt idx="259">
                  <c:v>7</c:v>
                </c:pt>
                <c:pt idx="260">
                  <c:v>2</c:v>
                </c:pt>
                <c:pt idx="261">
                  <c:v>1</c:v>
                </c:pt>
                <c:pt idx="262">
                  <c:v>1</c:v>
                </c:pt>
                <c:pt idx="263">
                  <c:v>17</c:v>
                </c:pt>
                <c:pt idx="264">
                  <c:v>3</c:v>
                </c:pt>
                <c:pt idx="265">
                  <c:v>3</c:v>
                </c:pt>
                <c:pt idx="266">
                  <c:v>4</c:v>
                </c:pt>
                <c:pt idx="267">
                  <c:v>2</c:v>
                </c:pt>
                <c:pt idx="268">
                  <c:v>71</c:v>
                </c:pt>
                <c:pt idx="269">
                  <c:v>3</c:v>
                </c:pt>
                <c:pt idx="270">
                  <c:v>13</c:v>
                </c:pt>
                <c:pt idx="271">
                  <c:v>120</c:v>
                </c:pt>
                <c:pt idx="272">
                  <c:v>673</c:v>
                </c:pt>
                <c:pt idx="273">
                  <c:v>16</c:v>
                </c:pt>
                <c:pt idx="274">
                  <c:v>44</c:v>
                </c:pt>
                <c:pt idx="275">
                  <c:v>6</c:v>
                </c:pt>
                <c:pt idx="276">
                  <c:v>96</c:v>
                </c:pt>
                <c:pt idx="277">
                  <c:v>60</c:v>
                </c:pt>
                <c:pt idx="278">
                  <c:v>5</c:v>
                </c:pt>
                <c:pt idx="279">
                  <c:v>2</c:v>
                </c:pt>
                <c:pt idx="280">
                  <c:v>1</c:v>
                </c:pt>
                <c:pt idx="281">
                  <c:v>2</c:v>
                </c:pt>
                <c:pt idx="282">
                  <c:v>6</c:v>
                </c:pt>
                <c:pt idx="283">
                  <c:v>4</c:v>
                </c:pt>
                <c:pt idx="284">
                  <c:v>5</c:v>
                </c:pt>
                <c:pt idx="285">
                  <c:v>1</c:v>
                </c:pt>
                <c:pt idx="286">
                  <c:v>13</c:v>
                </c:pt>
                <c:pt idx="287">
                  <c:v>144</c:v>
                </c:pt>
                <c:pt idx="288">
                  <c:v>115</c:v>
                </c:pt>
                <c:pt idx="289">
                  <c:v>30</c:v>
                </c:pt>
                <c:pt idx="290">
                  <c:v>1</c:v>
                </c:pt>
                <c:pt idx="291">
                  <c:v>3</c:v>
                </c:pt>
                <c:pt idx="292">
                  <c:v>2</c:v>
                </c:pt>
                <c:pt idx="293">
                  <c:v>52</c:v>
                </c:pt>
                <c:pt idx="294">
                  <c:v>1</c:v>
                </c:pt>
                <c:pt idx="295">
                  <c:v>3</c:v>
                </c:pt>
                <c:pt idx="296">
                  <c:v>31</c:v>
                </c:pt>
                <c:pt idx="297">
                  <c:v>7</c:v>
                </c:pt>
                <c:pt idx="298">
                  <c:v>2</c:v>
                </c:pt>
                <c:pt idx="299">
                  <c:v>4</c:v>
                </c:pt>
                <c:pt idx="300">
                  <c:v>1</c:v>
                </c:pt>
                <c:pt idx="301">
                  <c:v>5</c:v>
                </c:pt>
                <c:pt idx="302">
                  <c:v>33</c:v>
                </c:pt>
                <c:pt idx="303">
                  <c:v>7</c:v>
                </c:pt>
                <c:pt idx="304">
                  <c:v>4</c:v>
                </c:pt>
                <c:pt idx="305">
                  <c:v>5</c:v>
                </c:pt>
                <c:pt idx="306">
                  <c:v>1</c:v>
                </c:pt>
                <c:pt idx="307">
                  <c:v>22</c:v>
                </c:pt>
                <c:pt idx="308">
                  <c:v>9</c:v>
                </c:pt>
                <c:pt idx="309">
                  <c:v>1</c:v>
                </c:pt>
                <c:pt idx="310">
                  <c:v>5</c:v>
                </c:pt>
                <c:pt idx="311">
                  <c:v>6</c:v>
                </c:pt>
                <c:pt idx="312">
                  <c:v>39</c:v>
                </c:pt>
                <c:pt idx="313">
                  <c:v>3</c:v>
                </c:pt>
                <c:pt idx="314">
                  <c:v>4</c:v>
                </c:pt>
                <c:pt idx="315">
                  <c:v>10</c:v>
                </c:pt>
                <c:pt idx="316">
                  <c:v>2</c:v>
                </c:pt>
                <c:pt idx="317">
                  <c:v>4</c:v>
                </c:pt>
                <c:pt idx="318">
                  <c:v>1</c:v>
                </c:pt>
                <c:pt idx="319">
                  <c:v>229</c:v>
                </c:pt>
                <c:pt idx="320">
                  <c:v>4</c:v>
                </c:pt>
                <c:pt idx="321">
                  <c:v>6</c:v>
                </c:pt>
                <c:pt idx="322">
                  <c:v>27</c:v>
                </c:pt>
                <c:pt idx="323">
                  <c:v>16</c:v>
                </c:pt>
                <c:pt idx="324">
                  <c:v>4</c:v>
                </c:pt>
                <c:pt idx="325">
                  <c:v>11</c:v>
                </c:pt>
                <c:pt idx="326">
                  <c:v>1</c:v>
                </c:pt>
                <c:pt idx="327">
                  <c:v>6</c:v>
                </c:pt>
                <c:pt idx="328">
                  <c:v>26</c:v>
                </c:pt>
                <c:pt idx="329">
                  <c:v>2</c:v>
                </c:pt>
                <c:pt idx="330">
                  <c:v>2</c:v>
                </c:pt>
                <c:pt idx="331">
                  <c:v>6</c:v>
                </c:pt>
                <c:pt idx="332">
                  <c:v>10</c:v>
                </c:pt>
                <c:pt idx="333">
                  <c:v>3</c:v>
                </c:pt>
                <c:pt idx="334">
                  <c:v>4</c:v>
                </c:pt>
                <c:pt idx="335">
                  <c:v>1</c:v>
                </c:pt>
                <c:pt idx="336">
                  <c:v>9</c:v>
                </c:pt>
                <c:pt idx="337">
                  <c:v>6</c:v>
                </c:pt>
                <c:pt idx="338">
                  <c:v>8</c:v>
                </c:pt>
                <c:pt idx="339">
                  <c:v>28</c:v>
                </c:pt>
                <c:pt idx="340">
                  <c:v>1</c:v>
                </c:pt>
                <c:pt idx="341">
                  <c:v>10</c:v>
                </c:pt>
                <c:pt idx="342">
                  <c:v>7</c:v>
                </c:pt>
                <c:pt idx="343">
                  <c:v>63</c:v>
                </c:pt>
                <c:pt idx="344">
                  <c:v>1</c:v>
                </c:pt>
                <c:pt idx="345">
                  <c:v>40</c:v>
                </c:pt>
                <c:pt idx="346">
                  <c:v>6</c:v>
                </c:pt>
                <c:pt idx="347">
                  <c:v>70</c:v>
                </c:pt>
                <c:pt idx="348">
                  <c:v>10</c:v>
                </c:pt>
                <c:pt idx="349">
                  <c:v>9</c:v>
                </c:pt>
                <c:pt idx="350">
                  <c:v>15</c:v>
                </c:pt>
                <c:pt idx="351">
                  <c:v>32</c:v>
                </c:pt>
                <c:pt idx="352">
                  <c:v>3</c:v>
                </c:pt>
                <c:pt idx="353">
                  <c:v>3</c:v>
                </c:pt>
                <c:pt idx="354">
                  <c:v>4</c:v>
                </c:pt>
                <c:pt idx="355">
                  <c:v>216</c:v>
                </c:pt>
                <c:pt idx="356">
                  <c:v>77</c:v>
                </c:pt>
                <c:pt idx="357">
                  <c:v>42</c:v>
                </c:pt>
                <c:pt idx="358">
                  <c:v>5584</c:v>
                </c:pt>
                <c:pt idx="359">
                  <c:v>1</c:v>
                </c:pt>
                <c:pt idx="360">
                  <c:v>24</c:v>
                </c:pt>
                <c:pt idx="361">
                  <c:v>1</c:v>
                </c:pt>
                <c:pt idx="362">
                  <c:v>1</c:v>
                </c:pt>
                <c:pt idx="363">
                  <c:v>4</c:v>
                </c:pt>
                <c:pt idx="364">
                  <c:v>5</c:v>
                </c:pt>
                <c:pt idx="365">
                  <c:v>1</c:v>
                </c:pt>
                <c:pt idx="366">
                  <c:v>3</c:v>
                </c:pt>
                <c:pt idx="367">
                  <c:v>1</c:v>
                </c:pt>
                <c:pt idx="368">
                  <c:v>9</c:v>
                </c:pt>
                <c:pt idx="369">
                  <c:v>3</c:v>
                </c:pt>
                <c:pt idx="370">
                  <c:v>6</c:v>
                </c:pt>
                <c:pt idx="371">
                  <c:v>17</c:v>
                </c:pt>
                <c:pt idx="372">
                  <c:v>1</c:v>
                </c:pt>
                <c:pt idx="373">
                  <c:v>2</c:v>
                </c:pt>
                <c:pt idx="374">
                  <c:v>3</c:v>
                </c:pt>
                <c:pt idx="375">
                  <c:v>72</c:v>
                </c:pt>
                <c:pt idx="376">
                  <c:v>7</c:v>
                </c:pt>
                <c:pt idx="377">
                  <c:v>15</c:v>
                </c:pt>
                <c:pt idx="378">
                  <c:v>1</c:v>
                </c:pt>
                <c:pt idx="379">
                  <c:v>4</c:v>
                </c:pt>
                <c:pt idx="380">
                  <c:v>6</c:v>
                </c:pt>
                <c:pt idx="381">
                  <c:v>1</c:v>
                </c:pt>
                <c:pt idx="382">
                  <c:v>2</c:v>
                </c:pt>
                <c:pt idx="383">
                  <c:v>12</c:v>
                </c:pt>
                <c:pt idx="384">
                  <c:v>2</c:v>
                </c:pt>
                <c:pt idx="385">
                  <c:v>2</c:v>
                </c:pt>
                <c:pt idx="386">
                  <c:v>8</c:v>
                </c:pt>
                <c:pt idx="387">
                  <c:v>168</c:v>
                </c:pt>
                <c:pt idx="388">
                  <c:v>3</c:v>
                </c:pt>
                <c:pt idx="389">
                  <c:v>2</c:v>
                </c:pt>
                <c:pt idx="390">
                  <c:v>18</c:v>
                </c:pt>
                <c:pt idx="391">
                  <c:v>3</c:v>
                </c:pt>
                <c:pt idx="392">
                  <c:v>60</c:v>
                </c:pt>
                <c:pt idx="393">
                  <c:v>1</c:v>
                </c:pt>
                <c:pt idx="394">
                  <c:v>27</c:v>
                </c:pt>
                <c:pt idx="395">
                  <c:v>467</c:v>
                </c:pt>
                <c:pt idx="396">
                  <c:v>72</c:v>
                </c:pt>
                <c:pt idx="397">
                  <c:v>4</c:v>
                </c:pt>
                <c:pt idx="398">
                  <c:v>41</c:v>
                </c:pt>
                <c:pt idx="399">
                  <c:v>2</c:v>
                </c:pt>
                <c:pt idx="400">
                  <c:v>10</c:v>
                </c:pt>
                <c:pt idx="401">
                  <c:v>1</c:v>
                </c:pt>
                <c:pt idx="402">
                  <c:v>3</c:v>
                </c:pt>
                <c:pt idx="403">
                  <c:v>224</c:v>
                </c:pt>
                <c:pt idx="404">
                  <c:v>4</c:v>
                </c:pt>
                <c:pt idx="405">
                  <c:v>3</c:v>
                </c:pt>
                <c:pt idx="406">
                  <c:v>2</c:v>
                </c:pt>
                <c:pt idx="407">
                  <c:v>6</c:v>
                </c:pt>
                <c:pt idx="408">
                  <c:v>23</c:v>
                </c:pt>
                <c:pt idx="409">
                  <c:v>5</c:v>
                </c:pt>
                <c:pt idx="410">
                  <c:v>2</c:v>
                </c:pt>
                <c:pt idx="411">
                  <c:v>15</c:v>
                </c:pt>
                <c:pt idx="412">
                  <c:v>11</c:v>
                </c:pt>
                <c:pt idx="413">
                  <c:v>5</c:v>
                </c:pt>
                <c:pt idx="414">
                  <c:v>1</c:v>
                </c:pt>
                <c:pt idx="415">
                  <c:v>51</c:v>
                </c:pt>
                <c:pt idx="416">
                  <c:v>81</c:v>
                </c:pt>
                <c:pt idx="417">
                  <c:v>1</c:v>
                </c:pt>
                <c:pt idx="418">
                  <c:v>3</c:v>
                </c:pt>
                <c:pt idx="419">
                  <c:v>2</c:v>
                </c:pt>
                <c:pt idx="420">
                  <c:v>36</c:v>
                </c:pt>
                <c:pt idx="421">
                  <c:v>1320</c:v>
                </c:pt>
                <c:pt idx="422">
                  <c:v>132</c:v>
                </c:pt>
                <c:pt idx="423">
                  <c:v>6</c:v>
                </c:pt>
                <c:pt idx="424">
                  <c:v>7</c:v>
                </c:pt>
                <c:pt idx="425">
                  <c:v>11</c:v>
                </c:pt>
                <c:pt idx="426">
                  <c:v>52</c:v>
                </c:pt>
                <c:pt idx="427">
                  <c:v>74</c:v>
                </c:pt>
                <c:pt idx="428">
                  <c:v>2</c:v>
                </c:pt>
                <c:pt idx="429">
                  <c:v>1</c:v>
                </c:pt>
                <c:pt idx="430">
                  <c:v>26</c:v>
                </c:pt>
                <c:pt idx="431">
                  <c:v>13</c:v>
                </c:pt>
                <c:pt idx="432">
                  <c:v>15</c:v>
                </c:pt>
                <c:pt idx="433">
                  <c:v>2</c:v>
                </c:pt>
                <c:pt idx="434">
                  <c:v>2</c:v>
                </c:pt>
                <c:pt idx="435">
                  <c:v>2</c:v>
                </c:pt>
                <c:pt idx="436">
                  <c:v>55</c:v>
                </c:pt>
                <c:pt idx="437">
                  <c:v>1</c:v>
                </c:pt>
                <c:pt idx="438">
                  <c:v>33</c:v>
                </c:pt>
                <c:pt idx="439">
                  <c:v>3</c:v>
                </c:pt>
                <c:pt idx="440">
                  <c:v>39</c:v>
                </c:pt>
                <c:pt idx="441">
                  <c:v>50</c:v>
                </c:pt>
                <c:pt idx="442">
                  <c:v>1</c:v>
                </c:pt>
                <c:pt idx="443">
                  <c:v>37</c:v>
                </c:pt>
                <c:pt idx="444">
                  <c:v>1</c:v>
                </c:pt>
                <c:pt idx="445">
                  <c:v>38</c:v>
                </c:pt>
                <c:pt idx="446">
                  <c:v>16</c:v>
                </c:pt>
                <c:pt idx="447">
                  <c:v>6</c:v>
                </c:pt>
                <c:pt idx="448">
                  <c:v>2</c:v>
                </c:pt>
                <c:pt idx="449">
                  <c:v>2</c:v>
                </c:pt>
                <c:pt idx="450">
                  <c:v>6</c:v>
                </c:pt>
                <c:pt idx="451">
                  <c:v>12</c:v>
                </c:pt>
                <c:pt idx="452">
                  <c:v>23</c:v>
                </c:pt>
                <c:pt idx="453">
                  <c:v>2</c:v>
                </c:pt>
                <c:pt idx="454">
                  <c:v>1</c:v>
                </c:pt>
                <c:pt idx="455">
                  <c:v>44</c:v>
                </c:pt>
                <c:pt idx="456">
                  <c:v>8</c:v>
                </c:pt>
                <c:pt idx="457">
                  <c:v>2</c:v>
                </c:pt>
                <c:pt idx="458">
                  <c:v>8</c:v>
                </c:pt>
                <c:pt idx="459">
                  <c:v>4</c:v>
                </c:pt>
                <c:pt idx="460">
                  <c:v>5</c:v>
                </c:pt>
                <c:pt idx="461">
                  <c:v>2</c:v>
                </c:pt>
                <c:pt idx="462">
                  <c:v>9</c:v>
                </c:pt>
                <c:pt idx="463">
                  <c:v>6</c:v>
                </c:pt>
                <c:pt idx="464">
                  <c:v>5</c:v>
                </c:pt>
                <c:pt idx="465">
                  <c:v>9</c:v>
                </c:pt>
                <c:pt idx="466">
                  <c:v>3</c:v>
                </c:pt>
                <c:pt idx="467">
                  <c:v>1</c:v>
                </c:pt>
                <c:pt idx="468">
                  <c:v>4</c:v>
                </c:pt>
                <c:pt idx="469">
                  <c:v>3</c:v>
                </c:pt>
                <c:pt idx="470">
                  <c:v>2</c:v>
                </c:pt>
                <c:pt idx="471">
                  <c:v>82</c:v>
                </c:pt>
                <c:pt idx="472">
                  <c:v>628</c:v>
                </c:pt>
                <c:pt idx="473">
                  <c:v>7</c:v>
                </c:pt>
                <c:pt idx="474">
                  <c:v>1</c:v>
                </c:pt>
                <c:pt idx="475">
                  <c:v>39</c:v>
                </c:pt>
                <c:pt idx="476">
                  <c:v>76</c:v>
                </c:pt>
                <c:pt idx="477">
                  <c:v>22</c:v>
                </c:pt>
                <c:pt idx="478">
                  <c:v>2</c:v>
                </c:pt>
                <c:pt idx="479">
                  <c:v>1</c:v>
                </c:pt>
                <c:pt idx="480">
                  <c:v>7</c:v>
                </c:pt>
                <c:pt idx="481">
                  <c:v>34</c:v>
                </c:pt>
                <c:pt idx="482">
                  <c:v>2</c:v>
                </c:pt>
                <c:pt idx="483">
                  <c:v>3</c:v>
                </c:pt>
                <c:pt idx="484">
                  <c:v>4506</c:v>
                </c:pt>
                <c:pt idx="485">
                  <c:v>4</c:v>
                </c:pt>
                <c:pt idx="486">
                  <c:v>13</c:v>
                </c:pt>
                <c:pt idx="487">
                  <c:v>1</c:v>
                </c:pt>
                <c:pt idx="488">
                  <c:v>5</c:v>
                </c:pt>
                <c:pt idx="489">
                  <c:v>3</c:v>
                </c:pt>
                <c:pt idx="490">
                  <c:v>2</c:v>
                </c:pt>
                <c:pt idx="491">
                  <c:v>1</c:v>
                </c:pt>
                <c:pt idx="492">
                  <c:v>989</c:v>
                </c:pt>
                <c:pt idx="493">
                  <c:v>4</c:v>
                </c:pt>
                <c:pt idx="494">
                  <c:v>3</c:v>
                </c:pt>
                <c:pt idx="495">
                  <c:v>3</c:v>
                </c:pt>
                <c:pt idx="496">
                  <c:v>145</c:v>
                </c:pt>
                <c:pt idx="497">
                  <c:v>2</c:v>
                </c:pt>
                <c:pt idx="498">
                  <c:v>6</c:v>
                </c:pt>
                <c:pt idx="499">
                  <c:v>10</c:v>
                </c:pt>
                <c:pt idx="500">
                  <c:v>112</c:v>
                </c:pt>
                <c:pt idx="501">
                  <c:v>3</c:v>
                </c:pt>
                <c:pt idx="502">
                  <c:v>4</c:v>
                </c:pt>
                <c:pt idx="503">
                  <c:v>1</c:v>
                </c:pt>
                <c:pt idx="504">
                  <c:v>1</c:v>
                </c:pt>
                <c:pt idx="505">
                  <c:v>5</c:v>
                </c:pt>
                <c:pt idx="506">
                  <c:v>2</c:v>
                </c:pt>
                <c:pt idx="507">
                  <c:v>6</c:v>
                </c:pt>
                <c:pt idx="508">
                  <c:v>49</c:v>
                </c:pt>
                <c:pt idx="509">
                  <c:v>1</c:v>
                </c:pt>
                <c:pt idx="510">
                  <c:v>200</c:v>
                </c:pt>
                <c:pt idx="511">
                  <c:v>2</c:v>
                </c:pt>
                <c:pt idx="512">
                  <c:v>6</c:v>
                </c:pt>
                <c:pt idx="513">
                  <c:v>1</c:v>
                </c:pt>
                <c:pt idx="514">
                  <c:v>5</c:v>
                </c:pt>
                <c:pt idx="515">
                  <c:v>77</c:v>
                </c:pt>
                <c:pt idx="516">
                  <c:v>2</c:v>
                </c:pt>
                <c:pt idx="517">
                  <c:v>6</c:v>
                </c:pt>
                <c:pt idx="518">
                  <c:v>1</c:v>
                </c:pt>
                <c:pt idx="519">
                  <c:v>261</c:v>
                </c:pt>
                <c:pt idx="520">
                  <c:v>1302</c:v>
                </c:pt>
                <c:pt idx="521">
                  <c:v>12</c:v>
                </c:pt>
                <c:pt idx="522">
                  <c:v>1</c:v>
                </c:pt>
                <c:pt idx="523">
                  <c:v>1</c:v>
                </c:pt>
                <c:pt idx="524">
                  <c:v>4</c:v>
                </c:pt>
                <c:pt idx="525">
                  <c:v>8</c:v>
                </c:pt>
                <c:pt idx="526">
                  <c:v>19</c:v>
                </c:pt>
                <c:pt idx="527">
                  <c:v>1</c:v>
                </c:pt>
                <c:pt idx="528">
                  <c:v>1</c:v>
                </c:pt>
                <c:pt idx="529">
                  <c:v>2</c:v>
                </c:pt>
                <c:pt idx="530">
                  <c:v>39</c:v>
                </c:pt>
                <c:pt idx="531">
                  <c:v>2</c:v>
                </c:pt>
                <c:pt idx="532">
                  <c:v>1</c:v>
                </c:pt>
                <c:pt idx="533">
                  <c:v>8</c:v>
                </c:pt>
                <c:pt idx="534">
                  <c:v>1381</c:v>
                </c:pt>
                <c:pt idx="535">
                  <c:v>16</c:v>
                </c:pt>
                <c:pt idx="536">
                  <c:v>1</c:v>
                </c:pt>
                <c:pt idx="537">
                  <c:v>11</c:v>
                </c:pt>
                <c:pt idx="538">
                  <c:v>1</c:v>
                </c:pt>
                <c:pt idx="539">
                  <c:v>16</c:v>
                </c:pt>
                <c:pt idx="540">
                  <c:v>1</c:v>
                </c:pt>
                <c:pt idx="541">
                  <c:v>10</c:v>
                </c:pt>
                <c:pt idx="542">
                  <c:v>52</c:v>
                </c:pt>
                <c:pt idx="543">
                  <c:v>5</c:v>
                </c:pt>
                <c:pt idx="544">
                  <c:v>5</c:v>
                </c:pt>
                <c:pt idx="545">
                  <c:v>3</c:v>
                </c:pt>
                <c:pt idx="546">
                  <c:v>984</c:v>
                </c:pt>
                <c:pt idx="547">
                  <c:v>2</c:v>
                </c:pt>
                <c:pt idx="548">
                  <c:v>6</c:v>
                </c:pt>
                <c:pt idx="549">
                  <c:v>1281</c:v>
                </c:pt>
                <c:pt idx="550">
                  <c:v>4</c:v>
                </c:pt>
                <c:pt idx="551">
                  <c:v>1</c:v>
                </c:pt>
                <c:pt idx="552">
                  <c:v>23</c:v>
                </c:pt>
                <c:pt idx="553">
                  <c:v>3</c:v>
                </c:pt>
                <c:pt idx="554">
                  <c:v>437</c:v>
                </c:pt>
                <c:pt idx="555">
                  <c:v>3</c:v>
                </c:pt>
                <c:pt idx="556">
                  <c:v>1</c:v>
                </c:pt>
                <c:pt idx="557">
                  <c:v>77</c:v>
                </c:pt>
                <c:pt idx="558">
                  <c:v>1</c:v>
                </c:pt>
                <c:pt idx="559">
                  <c:v>7903</c:v>
                </c:pt>
                <c:pt idx="560">
                  <c:v>6</c:v>
                </c:pt>
                <c:pt idx="561">
                  <c:v>3</c:v>
                </c:pt>
                <c:pt idx="562">
                  <c:v>1</c:v>
                </c:pt>
                <c:pt idx="563">
                  <c:v>31</c:v>
                </c:pt>
                <c:pt idx="564">
                  <c:v>135</c:v>
                </c:pt>
                <c:pt idx="565">
                  <c:v>1</c:v>
                </c:pt>
                <c:pt idx="566">
                  <c:v>1</c:v>
                </c:pt>
                <c:pt idx="567">
                  <c:v>3363</c:v>
                </c:pt>
                <c:pt idx="568">
                  <c:v>10</c:v>
                </c:pt>
                <c:pt idx="569">
                  <c:v>2</c:v>
                </c:pt>
                <c:pt idx="570">
                  <c:v>1</c:v>
                </c:pt>
                <c:pt idx="571">
                  <c:v>2</c:v>
                </c:pt>
                <c:pt idx="572">
                  <c:v>28</c:v>
                </c:pt>
                <c:pt idx="573">
                  <c:v>1</c:v>
                </c:pt>
                <c:pt idx="574">
                  <c:v>1</c:v>
                </c:pt>
                <c:pt idx="575">
                  <c:v>1</c:v>
                </c:pt>
                <c:pt idx="576">
                  <c:v>14</c:v>
                </c:pt>
                <c:pt idx="577">
                  <c:v>412</c:v>
                </c:pt>
                <c:pt idx="578">
                  <c:v>7</c:v>
                </c:pt>
                <c:pt idx="579">
                  <c:v>1</c:v>
                </c:pt>
                <c:pt idx="580">
                  <c:v>1</c:v>
                </c:pt>
                <c:pt idx="581">
                  <c:v>2</c:v>
                </c:pt>
                <c:pt idx="582">
                  <c:v>2</c:v>
                </c:pt>
                <c:pt idx="583">
                  <c:v>2</c:v>
                </c:pt>
                <c:pt idx="584">
                  <c:v>5</c:v>
                </c:pt>
                <c:pt idx="585">
                  <c:v>4</c:v>
                </c:pt>
                <c:pt idx="586">
                  <c:v>5</c:v>
                </c:pt>
                <c:pt idx="587">
                  <c:v>1</c:v>
                </c:pt>
                <c:pt idx="588">
                  <c:v>2</c:v>
                </c:pt>
                <c:pt idx="589">
                  <c:v>4</c:v>
                </c:pt>
                <c:pt idx="590">
                  <c:v>4</c:v>
                </c:pt>
                <c:pt idx="591">
                  <c:v>741</c:v>
                </c:pt>
                <c:pt idx="592">
                  <c:v>5</c:v>
                </c:pt>
                <c:pt idx="593">
                  <c:v>1</c:v>
                </c:pt>
                <c:pt idx="594">
                  <c:v>4</c:v>
                </c:pt>
                <c:pt idx="595">
                  <c:v>2</c:v>
                </c:pt>
                <c:pt idx="596">
                  <c:v>15</c:v>
                </c:pt>
                <c:pt idx="597">
                  <c:v>3</c:v>
                </c:pt>
                <c:pt idx="598">
                  <c:v>1</c:v>
                </c:pt>
                <c:pt idx="599">
                  <c:v>9</c:v>
                </c:pt>
                <c:pt idx="600">
                  <c:v>16</c:v>
                </c:pt>
                <c:pt idx="601">
                  <c:v>2</c:v>
                </c:pt>
                <c:pt idx="602">
                  <c:v>11</c:v>
                </c:pt>
                <c:pt idx="603">
                  <c:v>20</c:v>
                </c:pt>
                <c:pt idx="604">
                  <c:v>3</c:v>
                </c:pt>
                <c:pt idx="605">
                  <c:v>2</c:v>
                </c:pt>
                <c:pt idx="606">
                  <c:v>8</c:v>
                </c:pt>
                <c:pt idx="607">
                  <c:v>1</c:v>
                </c:pt>
                <c:pt idx="608">
                  <c:v>1</c:v>
                </c:pt>
                <c:pt idx="609">
                  <c:v>6</c:v>
                </c:pt>
                <c:pt idx="610">
                  <c:v>1</c:v>
                </c:pt>
                <c:pt idx="611">
                  <c:v>187</c:v>
                </c:pt>
                <c:pt idx="612">
                  <c:v>90</c:v>
                </c:pt>
                <c:pt idx="613">
                  <c:v>2</c:v>
                </c:pt>
                <c:pt idx="614">
                  <c:v>1</c:v>
                </c:pt>
                <c:pt idx="615">
                  <c:v>38</c:v>
                </c:pt>
                <c:pt idx="616">
                  <c:v>6</c:v>
                </c:pt>
                <c:pt idx="617">
                  <c:v>2</c:v>
                </c:pt>
                <c:pt idx="618">
                  <c:v>1</c:v>
                </c:pt>
                <c:pt idx="619">
                  <c:v>80</c:v>
                </c:pt>
                <c:pt idx="620">
                  <c:v>2</c:v>
                </c:pt>
                <c:pt idx="621">
                  <c:v>1</c:v>
                </c:pt>
                <c:pt idx="622">
                  <c:v>2</c:v>
                </c:pt>
                <c:pt idx="623">
                  <c:v>1</c:v>
                </c:pt>
                <c:pt idx="624">
                  <c:v>267</c:v>
                </c:pt>
                <c:pt idx="625">
                  <c:v>16</c:v>
                </c:pt>
                <c:pt idx="626">
                  <c:v>2</c:v>
                </c:pt>
                <c:pt idx="627">
                  <c:v>1</c:v>
                </c:pt>
                <c:pt idx="628">
                  <c:v>1</c:v>
                </c:pt>
                <c:pt idx="629">
                  <c:v>7</c:v>
                </c:pt>
                <c:pt idx="630">
                  <c:v>2</c:v>
                </c:pt>
                <c:pt idx="631">
                  <c:v>1</c:v>
                </c:pt>
                <c:pt idx="632">
                  <c:v>28</c:v>
                </c:pt>
                <c:pt idx="633">
                  <c:v>3</c:v>
                </c:pt>
                <c:pt idx="634">
                  <c:v>28</c:v>
                </c:pt>
                <c:pt idx="635">
                  <c:v>2</c:v>
                </c:pt>
                <c:pt idx="636">
                  <c:v>7</c:v>
                </c:pt>
                <c:pt idx="637">
                  <c:v>7</c:v>
                </c:pt>
                <c:pt idx="638">
                  <c:v>132</c:v>
                </c:pt>
                <c:pt idx="639">
                  <c:v>23</c:v>
                </c:pt>
                <c:pt idx="640">
                  <c:v>15</c:v>
                </c:pt>
                <c:pt idx="641">
                  <c:v>2</c:v>
                </c:pt>
                <c:pt idx="642">
                  <c:v>43</c:v>
                </c:pt>
                <c:pt idx="643">
                  <c:v>2</c:v>
                </c:pt>
                <c:pt idx="644">
                  <c:v>1</c:v>
                </c:pt>
                <c:pt idx="645">
                  <c:v>1</c:v>
                </c:pt>
                <c:pt idx="646">
                  <c:v>14</c:v>
                </c:pt>
                <c:pt idx="647">
                  <c:v>32</c:v>
                </c:pt>
                <c:pt idx="648">
                  <c:v>14</c:v>
                </c:pt>
                <c:pt idx="649">
                  <c:v>4</c:v>
                </c:pt>
                <c:pt idx="650">
                  <c:v>24</c:v>
                </c:pt>
                <c:pt idx="651">
                  <c:v>21</c:v>
                </c:pt>
                <c:pt idx="652">
                  <c:v>1</c:v>
                </c:pt>
                <c:pt idx="653">
                  <c:v>12</c:v>
                </c:pt>
                <c:pt idx="654">
                  <c:v>3</c:v>
                </c:pt>
                <c:pt idx="655">
                  <c:v>2922</c:v>
                </c:pt>
                <c:pt idx="656">
                  <c:v>2</c:v>
                </c:pt>
                <c:pt idx="657">
                  <c:v>25</c:v>
                </c:pt>
                <c:pt idx="658">
                  <c:v>3</c:v>
                </c:pt>
                <c:pt idx="659">
                  <c:v>10</c:v>
                </c:pt>
                <c:pt idx="660">
                  <c:v>11</c:v>
                </c:pt>
                <c:pt idx="661">
                  <c:v>8</c:v>
                </c:pt>
                <c:pt idx="662">
                  <c:v>13</c:v>
                </c:pt>
                <c:pt idx="663">
                  <c:v>4</c:v>
                </c:pt>
                <c:pt idx="664">
                  <c:v>6</c:v>
                </c:pt>
                <c:pt idx="665">
                  <c:v>15</c:v>
                </c:pt>
                <c:pt idx="666">
                  <c:v>1</c:v>
                </c:pt>
                <c:pt idx="667">
                  <c:v>3</c:v>
                </c:pt>
                <c:pt idx="668">
                  <c:v>5</c:v>
                </c:pt>
                <c:pt idx="669">
                  <c:v>2</c:v>
                </c:pt>
                <c:pt idx="670">
                  <c:v>1</c:v>
                </c:pt>
                <c:pt idx="671">
                  <c:v>30</c:v>
                </c:pt>
                <c:pt idx="672">
                  <c:v>4</c:v>
                </c:pt>
                <c:pt idx="673">
                  <c:v>9</c:v>
                </c:pt>
                <c:pt idx="674">
                  <c:v>3</c:v>
                </c:pt>
                <c:pt idx="675">
                  <c:v>7</c:v>
                </c:pt>
                <c:pt idx="676">
                  <c:v>5</c:v>
                </c:pt>
                <c:pt idx="677">
                  <c:v>78</c:v>
                </c:pt>
                <c:pt idx="678">
                  <c:v>4</c:v>
                </c:pt>
                <c:pt idx="679">
                  <c:v>1</c:v>
                </c:pt>
                <c:pt idx="680">
                  <c:v>2</c:v>
                </c:pt>
                <c:pt idx="681">
                  <c:v>183</c:v>
                </c:pt>
                <c:pt idx="682">
                  <c:v>17</c:v>
                </c:pt>
                <c:pt idx="683">
                  <c:v>5</c:v>
                </c:pt>
                <c:pt idx="684">
                  <c:v>45</c:v>
                </c:pt>
                <c:pt idx="685">
                  <c:v>3</c:v>
                </c:pt>
                <c:pt idx="686">
                  <c:v>7</c:v>
                </c:pt>
                <c:pt idx="687">
                  <c:v>1</c:v>
                </c:pt>
                <c:pt idx="688">
                  <c:v>5</c:v>
                </c:pt>
                <c:pt idx="689">
                  <c:v>4</c:v>
                </c:pt>
                <c:pt idx="690">
                  <c:v>3</c:v>
                </c:pt>
                <c:pt idx="691">
                  <c:v>32</c:v>
                </c:pt>
                <c:pt idx="692">
                  <c:v>2254</c:v>
                </c:pt>
                <c:pt idx="693">
                  <c:v>3</c:v>
                </c:pt>
                <c:pt idx="694">
                  <c:v>150</c:v>
                </c:pt>
                <c:pt idx="695">
                  <c:v>12</c:v>
                </c:pt>
                <c:pt idx="696">
                  <c:v>3</c:v>
                </c:pt>
                <c:pt idx="697">
                  <c:v>282</c:v>
                </c:pt>
                <c:pt idx="698">
                  <c:v>4</c:v>
                </c:pt>
                <c:pt idx="699">
                  <c:v>1</c:v>
                </c:pt>
                <c:pt idx="700">
                  <c:v>2</c:v>
                </c:pt>
                <c:pt idx="701">
                  <c:v>2</c:v>
                </c:pt>
                <c:pt idx="702">
                  <c:v>94</c:v>
                </c:pt>
                <c:pt idx="703">
                  <c:v>123</c:v>
                </c:pt>
                <c:pt idx="704">
                  <c:v>2</c:v>
                </c:pt>
                <c:pt idx="705">
                  <c:v>180</c:v>
                </c:pt>
                <c:pt idx="706">
                  <c:v>5</c:v>
                </c:pt>
                <c:pt idx="707">
                  <c:v>1</c:v>
                </c:pt>
                <c:pt idx="708">
                  <c:v>1</c:v>
                </c:pt>
                <c:pt idx="709">
                  <c:v>5</c:v>
                </c:pt>
                <c:pt idx="710">
                  <c:v>2</c:v>
                </c:pt>
                <c:pt idx="711">
                  <c:v>47</c:v>
                </c:pt>
                <c:pt idx="712">
                  <c:v>1</c:v>
                </c:pt>
                <c:pt idx="713">
                  <c:v>10</c:v>
                </c:pt>
                <c:pt idx="714">
                  <c:v>1</c:v>
                </c:pt>
                <c:pt idx="715">
                  <c:v>213</c:v>
                </c:pt>
                <c:pt idx="716">
                  <c:v>17</c:v>
                </c:pt>
                <c:pt idx="717">
                  <c:v>2</c:v>
                </c:pt>
                <c:pt idx="718">
                  <c:v>3</c:v>
                </c:pt>
                <c:pt idx="719">
                  <c:v>204</c:v>
                </c:pt>
                <c:pt idx="720">
                  <c:v>3</c:v>
                </c:pt>
                <c:pt idx="721">
                  <c:v>152</c:v>
                </c:pt>
                <c:pt idx="722">
                  <c:v>2</c:v>
                </c:pt>
                <c:pt idx="723">
                  <c:v>5</c:v>
                </c:pt>
                <c:pt idx="724">
                  <c:v>29</c:v>
                </c:pt>
                <c:pt idx="725">
                  <c:v>30</c:v>
                </c:pt>
                <c:pt idx="726">
                  <c:v>2</c:v>
                </c:pt>
                <c:pt idx="727">
                  <c:v>6</c:v>
                </c:pt>
                <c:pt idx="728">
                  <c:v>41</c:v>
                </c:pt>
                <c:pt idx="729">
                  <c:v>1</c:v>
                </c:pt>
                <c:pt idx="730">
                  <c:v>5</c:v>
                </c:pt>
                <c:pt idx="731">
                  <c:v>2</c:v>
                </c:pt>
                <c:pt idx="732">
                  <c:v>1</c:v>
                </c:pt>
                <c:pt idx="733">
                  <c:v>13</c:v>
                </c:pt>
                <c:pt idx="734">
                  <c:v>6</c:v>
                </c:pt>
                <c:pt idx="735">
                  <c:v>1</c:v>
                </c:pt>
                <c:pt idx="736">
                  <c:v>5</c:v>
                </c:pt>
                <c:pt idx="737">
                  <c:v>15</c:v>
                </c:pt>
                <c:pt idx="738">
                  <c:v>8</c:v>
                </c:pt>
                <c:pt idx="739">
                  <c:v>1</c:v>
                </c:pt>
                <c:pt idx="740">
                  <c:v>2</c:v>
                </c:pt>
                <c:pt idx="741">
                  <c:v>9</c:v>
                </c:pt>
                <c:pt idx="742">
                  <c:v>14</c:v>
                </c:pt>
                <c:pt idx="743">
                  <c:v>1</c:v>
                </c:pt>
                <c:pt idx="744">
                  <c:v>35</c:v>
                </c:pt>
                <c:pt idx="745">
                  <c:v>21</c:v>
                </c:pt>
                <c:pt idx="746">
                  <c:v>6</c:v>
                </c:pt>
                <c:pt idx="747">
                  <c:v>14</c:v>
                </c:pt>
                <c:pt idx="748">
                  <c:v>13</c:v>
                </c:pt>
                <c:pt idx="749">
                  <c:v>40</c:v>
                </c:pt>
                <c:pt idx="750">
                  <c:v>43</c:v>
                </c:pt>
                <c:pt idx="751">
                  <c:v>3</c:v>
                </c:pt>
                <c:pt idx="752">
                  <c:v>2</c:v>
                </c:pt>
                <c:pt idx="753">
                  <c:v>171</c:v>
                </c:pt>
                <c:pt idx="754">
                  <c:v>4</c:v>
                </c:pt>
                <c:pt idx="755">
                  <c:v>9</c:v>
                </c:pt>
                <c:pt idx="756">
                  <c:v>2</c:v>
                </c:pt>
                <c:pt idx="757">
                  <c:v>1</c:v>
                </c:pt>
                <c:pt idx="758">
                  <c:v>38</c:v>
                </c:pt>
                <c:pt idx="759">
                  <c:v>3</c:v>
                </c:pt>
                <c:pt idx="760">
                  <c:v>1</c:v>
                </c:pt>
                <c:pt idx="761">
                  <c:v>1</c:v>
                </c:pt>
                <c:pt idx="762">
                  <c:v>1</c:v>
                </c:pt>
                <c:pt idx="763">
                  <c:v>2</c:v>
                </c:pt>
                <c:pt idx="764">
                  <c:v>58</c:v>
                </c:pt>
                <c:pt idx="765">
                  <c:v>2</c:v>
                </c:pt>
                <c:pt idx="766">
                  <c:v>2</c:v>
                </c:pt>
                <c:pt idx="767">
                  <c:v>3</c:v>
                </c:pt>
                <c:pt idx="768">
                  <c:v>49</c:v>
                </c:pt>
                <c:pt idx="769">
                  <c:v>2263</c:v>
                </c:pt>
                <c:pt idx="770">
                  <c:v>12</c:v>
                </c:pt>
                <c:pt idx="771">
                  <c:v>2</c:v>
                </c:pt>
                <c:pt idx="772">
                  <c:v>25</c:v>
                </c:pt>
                <c:pt idx="773">
                  <c:v>1</c:v>
                </c:pt>
                <c:pt idx="774">
                  <c:v>1</c:v>
                </c:pt>
                <c:pt idx="775">
                  <c:v>1</c:v>
                </c:pt>
                <c:pt idx="776">
                  <c:v>3</c:v>
                </c:pt>
                <c:pt idx="777">
                  <c:v>36</c:v>
                </c:pt>
                <c:pt idx="778">
                  <c:v>5</c:v>
                </c:pt>
                <c:pt idx="779">
                  <c:v>3</c:v>
                </c:pt>
                <c:pt idx="780">
                  <c:v>18</c:v>
                </c:pt>
                <c:pt idx="781">
                  <c:v>1</c:v>
                </c:pt>
                <c:pt idx="782">
                  <c:v>27</c:v>
                </c:pt>
                <c:pt idx="783">
                  <c:v>1</c:v>
                </c:pt>
                <c:pt idx="784">
                  <c:v>8</c:v>
                </c:pt>
                <c:pt idx="785">
                  <c:v>3</c:v>
                </c:pt>
                <c:pt idx="786">
                  <c:v>16</c:v>
                </c:pt>
                <c:pt idx="787">
                  <c:v>1</c:v>
                </c:pt>
                <c:pt idx="788">
                  <c:v>1</c:v>
                </c:pt>
                <c:pt idx="789">
                  <c:v>14</c:v>
                </c:pt>
                <c:pt idx="790">
                  <c:v>375</c:v>
                </c:pt>
                <c:pt idx="791">
                  <c:v>5</c:v>
                </c:pt>
                <c:pt idx="792">
                  <c:v>78</c:v>
                </c:pt>
                <c:pt idx="793">
                  <c:v>292</c:v>
                </c:pt>
                <c:pt idx="794">
                  <c:v>2</c:v>
                </c:pt>
                <c:pt idx="795">
                  <c:v>6</c:v>
                </c:pt>
                <c:pt idx="796">
                  <c:v>6</c:v>
                </c:pt>
                <c:pt idx="797">
                  <c:v>3</c:v>
                </c:pt>
                <c:pt idx="798">
                  <c:v>929</c:v>
                </c:pt>
                <c:pt idx="799">
                  <c:v>3</c:v>
                </c:pt>
                <c:pt idx="800">
                  <c:v>4</c:v>
                </c:pt>
                <c:pt idx="801">
                  <c:v>197</c:v>
                </c:pt>
                <c:pt idx="802">
                  <c:v>44</c:v>
                </c:pt>
                <c:pt idx="803">
                  <c:v>184</c:v>
                </c:pt>
                <c:pt idx="804">
                  <c:v>5</c:v>
                </c:pt>
                <c:pt idx="805">
                  <c:v>1</c:v>
                </c:pt>
                <c:pt idx="806">
                  <c:v>3</c:v>
                </c:pt>
                <c:pt idx="807">
                  <c:v>151</c:v>
                </c:pt>
                <c:pt idx="808">
                  <c:v>3</c:v>
                </c:pt>
                <c:pt idx="809">
                  <c:v>1</c:v>
                </c:pt>
                <c:pt idx="810">
                  <c:v>3</c:v>
                </c:pt>
                <c:pt idx="811">
                  <c:v>3</c:v>
                </c:pt>
                <c:pt idx="812">
                  <c:v>17</c:v>
                </c:pt>
                <c:pt idx="813">
                  <c:v>3</c:v>
                </c:pt>
                <c:pt idx="814">
                  <c:v>4</c:v>
                </c:pt>
                <c:pt idx="815">
                  <c:v>9</c:v>
                </c:pt>
                <c:pt idx="816">
                  <c:v>18</c:v>
                </c:pt>
                <c:pt idx="817">
                  <c:v>2</c:v>
                </c:pt>
                <c:pt idx="818">
                  <c:v>7</c:v>
                </c:pt>
                <c:pt idx="819">
                  <c:v>62</c:v>
                </c:pt>
                <c:pt idx="820">
                  <c:v>2</c:v>
                </c:pt>
                <c:pt idx="821">
                  <c:v>31</c:v>
                </c:pt>
                <c:pt idx="822">
                  <c:v>7</c:v>
                </c:pt>
                <c:pt idx="823">
                  <c:v>15</c:v>
                </c:pt>
                <c:pt idx="824">
                  <c:v>1</c:v>
                </c:pt>
                <c:pt idx="825">
                  <c:v>13</c:v>
                </c:pt>
                <c:pt idx="826">
                  <c:v>10</c:v>
                </c:pt>
                <c:pt idx="827">
                  <c:v>2</c:v>
                </c:pt>
                <c:pt idx="828">
                  <c:v>2</c:v>
                </c:pt>
                <c:pt idx="829">
                  <c:v>1154</c:v>
                </c:pt>
                <c:pt idx="830">
                  <c:v>9</c:v>
                </c:pt>
                <c:pt idx="831">
                  <c:v>41</c:v>
                </c:pt>
                <c:pt idx="832">
                  <c:v>10</c:v>
                </c:pt>
                <c:pt idx="833">
                  <c:v>1</c:v>
                </c:pt>
                <c:pt idx="834">
                  <c:v>5</c:v>
                </c:pt>
                <c:pt idx="835">
                  <c:v>263</c:v>
                </c:pt>
                <c:pt idx="836">
                  <c:v>1</c:v>
                </c:pt>
                <c:pt idx="837">
                  <c:v>1</c:v>
                </c:pt>
                <c:pt idx="838">
                  <c:v>3</c:v>
                </c:pt>
                <c:pt idx="839">
                  <c:v>3</c:v>
                </c:pt>
                <c:pt idx="840">
                  <c:v>1</c:v>
                </c:pt>
                <c:pt idx="841">
                  <c:v>88</c:v>
                </c:pt>
                <c:pt idx="842">
                  <c:v>3</c:v>
                </c:pt>
                <c:pt idx="843">
                  <c:v>256</c:v>
                </c:pt>
                <c:pt idx="844">
                  <c:v>8</c:v>
                </c:pt>
                <c:pt idx="845">
                  <c:v>1</c:v>
                </c:pt>
                <c:pt idx="846">
                  <c:v>1</c:v>
                </c:pt>
                <c:pt idx="847">
                  <c:v>28</c:v>
                </c:pt>
                <c:pt idx="848">
                  <c:v>2</c:v>
                </c:pt>
                <c:pt idx="849">
                  <c:v>26</c:v>
                </c:pt>
                <c:pt idx="850">
                  <c:v>137</c:v>
                </c:pt>
                <c:pt idx="851">
                  <c:v>1</c:v>
                </c:pt>
                <c:pt idx="852">
                  <c:v>1</c:v>
                </c:pt>
                <c:pt idx="853">
                  <c:v>1</c:v>
                </c:pt>
                <c:pt idx="854">
                  <c:v>1</c:v>
                </c:pt>
                <c:pt idx="855">
                  <c:v>7</c:v>
                </c:pt>
                <c:pt idx="856">
                  <c:v>32</c:v>
                </c:pt>
                <c:pt idx="857">
                  <c:v>1</c:v>
                </c:pt>
                <c:pt idx="858">
                  <c:v>2</c:v>
                </c:pt>
                <c:pt idx="859">
                  <c:v>38</c:v>
                </c:pt>
                <c:pt idx="860">
                  <c:v>1</c:v>
                </c:pt>
                <c:pt idx="861">
                  <c:v>3</c:v>
                </c:pt>
                <c:pt idx="862">
                  <c:v>1</c:v>
                </c:pt>
                <c:pt idx="863">
                  <c:v>1</c:v>
                </c:pt>
                <c:pt idx="864">
                  <c:v>3</c:v>
                </c:pt>
                <c:pt idx="865">
                  <c:v>4</c:v>
                </c:pt>
                <c:pt idx="866">
                  <c:v>2</c:v>
                </c:pt>
                <c:pt idx="867">
                  <c:v>69</c:v>
                </c:pt>
                <c:pt idx="868">
                  <c:v>37</c:v>
                </c:pt>
                <c:pt idx="869">
                  <c:v>4</c:v>
                </c:pt>
                <c:pt idx="870">
                  <c:v>3</c:v>
                </c:pt>
                <c:pt idx="871">
                  <c:v>6</c:v>
                </c:pt>
                <c:pt idx="872">
                  <c:v>5</c:v>
                </c:pt>
                <c:pt idx="873">
                  <c:v>3</c:v>
                </c:pt>
                <c:pt idx="874">
                  <c:v>1</c:v>
                </c:pt>
                <c:pt idx="875">
                  <c:v>29530</c:v>
                </c:pt>
                <c:pt idx="876">
                  <c:v>2</c:v>
                </c:pt>
                <c:pt idx="877">
                  <c:v>5</c:v>
                </c:pt>
                <c:pt idx="878">
                  <c:v>11</c:v>
                </c:pt>
                <c:pt idx="879">
                  <c:v>87</c:v>
                </c:pt>
                <c:pt idx="880">
                  <c:v>5</c:v>
                </c:pt>
                <c:pt idx="881">
                  <c:v>49</c:v>
                </c:pt>
                <c:pt idx="882">
                  <c:v>16</c:v>
                </c:pt>
                <c:pt idx="883">
                  <c:v>2</c:v>
                </c:pt>
                <c:pt idx="884">
                  <c:v>73</c:v>
                </c:pt>
                <c:pt idx="885">
                  <c:v>12</c:v>
                </c:pt>
                <c:pt idx="886">
                  <c:v>5</c:v>
                </c:pt>
                <c:pt idx="887">
                  <c:v>43</c:v>
                </c:pt>
                <c:pt idx="888">
                  <c:v>6</c:v>
                </c:pt>
                <c:pt idx="889">
                  <c:v>7</c:v>
                </c:pt>
                <c:pt idx="890">
                  <c:v>3</c:v>
                </c:pt>
                <c:pt idx="891">
                  <c:v>28</c:v>
                </c:pt>
                <c:pt idx="892">
                  <c:v>6</c:v>
                </c:pt>
                <c:pt idx="893">
                  <c:v>9</c:v>
                </c:pt>
                <c:pt idx="894">
                  <c:v>56</c:v>
                </c:pt>
                <c:pt idx="895">
                  <c:v>3</c:v>
                </c:pt>
                <c:pt idx="896">
                  <c:v>2</c:v>
                </c:pt>
                <c:pt idx="897">
                  <c:v>5</c:v>
                </c:pt>
                <c:pt idx="898">
                  <c:v>220</c:v>
                </c:pt>
                <c:pt idx="899">
                  <c:v>5</c:v>
                </c:pt>
                <c:pt idx="900">
                  <c:v>1</c:v>
                </c:pt>
                <c:pt idx="901">
                  <c:v>4</c:v>
                </c:pt>
                <c:pt idx="902">
                  <c:v>430</c:v>
                </c:pt>
                <c:pt idx="903">
                  <c:v>1</c:v>
                </c:pt>
                <c:pt idx="904">
                  <c:v>10</c:v>
                </c:pt>
                <c:pt idx="905">
                  <c:v>1027</c:v>
                </c:pt>
                <c:pt idx="906">
                  <c:v>649</c:v>
                </c:pt>
                <c:pt idx="907">
                  <c:v>49</c:v>
                </c:pt>
                <c:pt idx="908">
                  <c:v>59</c:v>
                </c:pt>
                <c:pt idx="909">
                  <c:v>5</c:v>
                </c:pt>
                <c:pt idx="910">
                  <c:v>119</c:v>
                </c:pt>
                <c:pt idx="911">
                  <c:v>2</c:v>
                </c:pt>
                <c:pt idx="912">
                  <c:v>15</c:v>
                </c:pt>
                <c:pt idx="913">
                  <c:v>4</c:v>
                </c:pt>
                <c:pt idx="914">
                  <c:v>1</c:v>
                </c:pt>
                <c:pt idx="915">
                  <c:v>11</c:v>
                </c:pt>
                <c:pt idx="916">
                  <c:v>12</c:v>
                </c:pt>
                <c:pt idx="917">
                  <c:v>37</c:v>
                </c:pt>
                <c:pt idx="918">
                  <c:v>1</c:v>
                </c:pt>
                <c:pt idx="919">
                  <c:v>2</c:v>
                </c:pt>
                <c:pt idx="920">
                  <c:v>30</c:v>
                </c:pt>
                <c:pt idx="921">
                  <c:v>8</c:v>
                </c:pt>
                <c:pt idx="922">
                  <c:v>2</c:v>
                </c:pt>
                <c:pt idx="923">
                  <c:v>368</c:v>
                </c:pt>
                <c:pt idx="924">
                  <c:v>1</c:v>
                </c:pt>
                <c:pt idx="925">
                  <c:v>1</c:v>
                </c:pt>
                <c:pt idx="926">
                  <c:v>1</c:v>
                </c:pt>
                <c:pt idx="927">
                  <c:v>2</c:v>
                </c:pt>
                <c:pt idx="928">
                  <c:v>6</c:v>
                </c:pt>
                <c:pt idx="929">
                  <c:v>1</c:v>
                </c:pt>
                <c:pt idx="930">
                  <c:v>18</c:v>
                </c:pt>
                <c:pt idx="931">
                  <c:v>17</c:v>
                </c:pt>
                <c:pt idx="932">
                  <c:v>29</c:v>
                </c:pt>
                <c:pt idx="933">
                  <c:v>11</c:v>
                </c:pt>
                <c:pt idx="934">
                  <c:v>4</c:v>
                </c:pt>
                <c:pt idx="935">
                  <c:v>7</c:v>
                </c:pt>
                <c:pt idx="936">
                  <c:v>1</c:v>
                </c:pt>
                <c:pt idx="937">
                  <c:v>9</c:v>
                </c:pt>
                <c:pt idx="938">
                  <c:v>1</c:v>
                </c:pt>
                <c:pt idx="939">
                  <c:v>7</c:v>
                </c:pt>
                <c:pt idx="940">
                  <c:v>12</c:v>
                </c:pt>
                <c:pt idx="941">
                  <c:v>34</c:v>
                </c:pt>
                <c:pt idx="942">
                  <c:v>60</c:v>
                </c:pt>
                <c:pt idx="943">
                  <c:v>2</c:v>
                </c:pt>
                <c:pt idx="944">
                  <c:v>1</c:v>
                </c:pt>
                <c:pt idx="945">
                  <c:v>980</c:v>
                </c:pt>
                <c:pt idx="946">
                  <c:v>57</c:v>
                </c:pt>
                <c:pt idx="947">
                  <c:v>6</c:v>
                </c:pt>
                <c:pt idx="948">
                  <c:v>589</c:v>
                </c:pt>
                <c:pt idx="949">
                  <c:v>64</c:v>
                </c:pt>
                <c:pt idx="950">
                  <c:v>191</c:v>
                </c:pt>
                <c:pt idx="951">
                  <c:v>1</c:v>
                </c:pt>
                <c:pt idx="952">
                  <c:v>1</c:v>
                </c:pt>
                <c:pt idx="953">
                  <c:v>36</c:v>
                </c:pt>
                <c:pt idx="954">
                  <c:v>1</c:v>
                </c:pt>
                <c:pt idx="955">
                  <c:v>15</c:v>
                </c:pt>
                <c:pt idx="956">
                  <c:v>55</c:v>
                </c:pt>
                <c:pt idx="957">
                  <c:v>9</c:v>
                </c:pt>
                <c:pt idx="958">
                  <c:v>10</c:v>
                </c:pt>
                <c:pt idx="959">
                  <c:v>80</c:v>
                </c:pt>
                <c:pt idx="960">
                  <c:v>43</c:v>
                </c:pt>
                <c:pt idx="961">
                  <c:v>5</c:v>
                </c:pt>
                <c:pt idx="962">
                  <c:v>44</c:v>
                </c:pt>
                <c:pt idx="963">
                  <c:v>14440</c:v>
                </c:pt>
                <c:pt idx="964">
                  <c:v>1</c:v>
                </c:pt>
                <c:pt idx="965">
                  <c:v>5</c:v>
                </c:pt>
                <c:pt idx="966">
                  <c:v>162</c:v>
                </c:pt>
                <c:pt idx="967">
                  <c:v>5</c:v>
                </c:pt>
                <c:pt idx="968">
                  <c:v>25</c:v>
                </c:pt>
                <c:pt idx="969">
                  <c:v>1</c:v>
                </c:pt>
                <c:pt idx="970">
                  <c:v>1</c:v>
                </c:pt>
                <c:pt idx="971">
                  <c:v>1</c:v>
                </c:pt>
                <c:pt idx="972">
                  <c:v>2</c:v>
                </c:pt>
                <c:pt idx="973">
                  <c:v>4</c:v>
                </c:pt>
                <c:pt idx="974">
                  <c:v>21</c:v>
                </c:pt>
                <c:pt idx="975">
                  <c:v>3</c:v>
                </c:pt>
                <c:pt idx="976">
                  <c:v>4</c:v>
                </c:pt>
                <c:pt idx="977">
                  <c:v>1</c:v>
                </c:pt>
                <c:pt idx="978">
                  <c:v>5</c:v>
                </c:pt>
                <c:pt idx="979">
                  <c:v>7</c:v>
                </c:pt>
                <c:pt idx="980">
                  <c:v>2</c:v>
                </c:pt>
                <c:pt idx="981">
                  <c:v>2</c:v>
                </c:pt>
                <c:pt idx="982">
                  <c:v>6</c:v>
                </c:pt>
                <c:pt idx="983">
                  <c:v>1</c:v>
                </c:pt>
                <c:pt idx="984">
                  <c:v>231</c:v>
                </c:pt>
                <c:pt idx="985">
                  <c:v>9</c:v>
                </c:pt>
                <c:pt idx="986">
                  <c:v>23</c:v>
                </c:pt>
                <c:pt idx="987">
                  <c:v>1</c:v>
                </c:pt>
                <c:pt idx="988">
                  <c:v>31</c:v>
                </c:pt>
                <c:pt idx="989">
                  <c:v>9</c:v>
                </c:pt>
                <c:pt idx="990">
                  <c:v>2</c:v>
                </c:pt>
                <c:pt idx="991">
                  <c:v>4</c:v>
                </c:pt>
                <c:pt idx="992">
                  <c:v>4</c:v>
                </c:pt>
                <c:pt idx="993">
                  <c:v>111</c:v>
                </c:pt>
                <c:pt idx="994">
                  <c:v>3165</c:v>
                </c:pt>
                <c:pt idx="995">
                  <c:v>1</c:v>
                </c:pt>
                <c:pt idx="996">
                  <c:v>120</c:v>
                </c:pt>
                <c:pt idx="997">
                  <c:v>1</c:v>
                </c:pt>
                <c:pt idx="998">
                  <c:v>54</c:v>
                </c:pt>
                <c:pt idx="999">
                  <c:v>2</c:v>
                </c:pt>
                <c:pt idx="1000">
                  <c:v>23</c:v>
                </c:pt>
                <c:pt idx="1001">
                  <c:v>3</c:v>
                </c:pt>
                <c:pt idx="1002">
                  <c:v>6</c:v>
                </c:pt>
                <c:pt idx="1003">
                  <c:v>18</c:v>
                </c:pt>
                <c:pt idx="1004">
                  <c:v>3</c:v>
                </c:pt>
                <c:pt idx="1005">
                  <c:v>10</c:v>
                </c:pt>
                <c:pt idx="1006">
                  <c:v>762</c:v>
                </c:pt>
                <c:pt idx="1007">
                  <c:v>1</c:v>
                </c:pt>
                <c:pt idx="1008">
                  <c:v>5</c:v>
                </c:pt>
                <c:pt idx="1009">
                  <c:v>1</c:v>
                </c:pt>
                <c:pt idx="1010">
                  <c:v>1</c:v>
                </c:pt>
                <c:pt idx="1011">
                  <c:v>31</c:v>
                </c:pt>
                <c:pt idx="1012">
                  <c:v>4</c:v>
                </c:pt>
                <c:pt idx="1013">
                  <c:v>3</c:v>
                </c:pt>
                <c:pt idx="1014">
                  <c:v>4</c:v>
                </c:pt>
                <c:pt idx="1015">
                  <c:v>3</c:v>
                </c:pt>
                <c:pt idx="1016">
                  <c:v>3</c:v>
                </c:pt>
                <c:pt idx="1017">
                  <c:v>2</c:v>
                </c:pt>
                <c:pt idx="1018">
                  <c:v>91</c:v>
                </c:pt>
                <c:pt idx="1019">
                  <c:v>2</c:v>
                </c:pt>
                <c:pt idx="1020">
                  <c:v>84</c:v>
                </c:pt>
                <c:pt idx="1021">
                  <c:v>7</c:v>
                </c:pt>
                <c:pt idx="1022">
                  <c:v>3</c:v>
                </c:pt>
                <c:pt idx="1023">
                  <c:v>312</c:v>
                </c:pt>
                <c:pt idx="1024">
                  <c:v>5</c:v>
                </c:pt>
                <c:pt idx="1025">
                  <c:v>4</c:v>
                </c:pt>
                <c:pt idx="1026">
                  <c:v>5</c:v>
                </c:pt>
                <c:pt idx="1027">
                  <c:v>11</c:v>
                </c:pt>
                <c:pt idx="1028">
                  <c:v>2</c:v>
                </c:pt>
                <c:pt idx="1029">
                  <c:v>4</c:v>
                </c:pt>
                <c:pt idx="1030">
                  <c:v>2</c:v>
                </c:pt>
                <c:pt idx="1031">
                  <c:v>13</c:v>
                </c:pt>
                <c:pt idx="1032">
                  <c:v>1</c:v>
                </c:pt>
                <c:pt idx="1033">
                  <c:v>1</c:v>
                </c:pt>
                <c:pt idx="1034">
                  <c:v>6</c:v>
                </c:pt>
                <c:pt idx="1035">
                  <c:v>271</c:v>
                </c:pt>
                <c:pt idx="1036">
                  <c:v>23</c:v>
                </c:pt>
                <c:pt idx="1037">
                  <c:v>101</c:v>
                </c:pt>
                <c:pt idx="1038">
                  <c:v>9</c:v>
                </c:pt>
                <c:pt idx="1039">
                  <c:v>1300</c:v>
                </c:pt>
                <c:pt idx="1040">
                  <c:v>6</c:v>
                </c:pt>
                <c:pt idx="1041">
                  <c:v>1</c:v>
                </c:pt>
                <c:pt idx="1042">
                  <c:v>1</c:v>
                </c:pt>
                <c:pt idx="1043">
                  <c:v>1</c:v>
                </c:pt>
                <c:pt idx="1044">
                  <c:v>22</c:v>
                </c:pt>
                <c:pt idx="1045">
                  <c:v>230</c:v>
                </c:pt>
                <c:pt idx="1046">
                  <c:v>18</c:v>
                </c:pt>
                <c:pt idx="1047">
                  <c:v>1</c:v>
                </c:pt>
                <c:pt idx="1048">
                  <c:v>5</c:v>
                </c:pt>
                <c:pt idx="1049">
                  <c:v>1</c:v>
                </c:pt>
                <c:pt idx="1050">
                  <c:v>61</c:v>
                </c:pt>
                <c:pt idx="1051">
                  <c:v>1</c:v>
                </c:pt>
                <c:pt idx="1052">
                  <c:v>11</c:v>
                </c:pt>
                <c:pt idx="1053">
                  <c:v>22</c:v>
                </c:pt>
                <c:pt idx="1054">
                  <c:v>28</c:v>
                </c:pt>
                <c:pt idx="1055">
                  <c:v>1</c:v>
                </c:pt>
                <c:pt idx="1056">
                  <c:v>7</c:v>
                </c:pt>
                <c:pt idx="1057">
                  <c:v>10</c:v>
                </c:pt>
                <c:pt idx="1058">
                  <c:v>4</c:v>
                </c:pt>
                <c:pt idx="1059">
                  <c:v>1</c:v>
                </c:pt>
                <c:pt idx="1060">
                  <c:v>2</c:v>
                </c:pt>
                <c:pt idx="1061">
                  <c:v>2</c:v>
                </c:pt>
                <c:pt idx="1062">
                  <c:v>4</c:v>
                </c:pt>
                <c:pt idx="1063">
                  <c:v>9</c:v>
                </c:pt>
                <c:pt idx="1064">
                  <c:v>22</c:v>
                </c:pt>
                <c:pt idx="1065">
                  <c:v>3</c:v>
                </c:pt>
                <c:pt idx="1066">
                  <c:v>6</c:v>
                </c:pt>
                <c:pt idx="1067">
                  <c:v>3</c:v>
                </c:pt>
                <c:pt idx="1068">
                  <c:v>3</c:v>
                </c:pt>
                <c:pt idx="1069">
                  <c:v>39</c:v>
                </c:pt>
                <c:pt idx="1070">
                  <c:v>9</c:v>
                </c:pt>
                <c:pt idx="1071">
                  <c:v>1</c:v>
                </c:pt>
                <c:pt idx="1072">
                  <c:v>13</c:v>
                </c:pt>
                <c:pt idx="1073">
                  <c:v>2</c:v>
                </c:pt>
                <c:pt idx="1074">
                  <c:v>6</c:v>
                </c:pt>
                <c:pt idx="1075">
                  <c:v>12</c:v>
                </c:pt>
                <c:pt idx="1076">
                  <c:v>1</c:v>
                </c:pt>
                <c:pt idx="1077">
                  <c:v>3</c:v>
                </c:pt>
                <c:pt idx="1078">
                  <c:v>1</c:v>
                </c:pt>
                <c:pt idx="1079">
                  <c:v>13</c:v>
                </c:pt>
                <c:pt idx="1080">
                  <c:v>1</c:v>
                </c:pt>
                <c:pt idx="1081">
                  <c:v>1</c:v>
                </c:pt>
                <c:pt idx="1082">
                  <c:v>5</c:v>
                </c:pt>
                <c:pt idx="1083">
                  <c:v>2</c:v>
                </c:pt>
                <c:pt idx="1084">
                  <c:v>4</c:v>
                </c:pt>
                <c:pt idx="1085">
                  <c:v>46</c:v>
                </c:pt>
                <c:pt idx="1086">
                  <c:v>3</c:v>
                </c:pt>
                <c:pt idx="1087">
                  <c:v>4224</c:v>
                </c:pt>
                <c:pt idx="1088">
                  <c:v>13</c:v>
                </c:pt>
                <c:pt idx="1089">
                  <c:v>47</c:v>
                </c:pt>
                <c:pt idx="1090">
                  <c:v>1</c:v>
                </c:pt>
                <c:pt idx="1091">
                  <c:v>7</c:v>
                </c:pt>
                <c:pt idx="1092">
                  <c:v>7</c:v>
                </c:pt>
                <c:pt idx="1093">
                  <c:v>5</c:v>
                </c:pt>
                <c:pt idx="1094">
                  <c:v>3</c:v>
                </c:pt>
                <c:pt idx="1095">
                  <c:v>2</c:v>
                </c:pt>
                <c:pt idx="1096">
                  <c:v>59</c:v>
                </c:pt>
                <c:pt idx="1097">
                  <c:v>232</c:v>
                </c:pt>
                <c:pt idx="1098">
                  <c:v>3</c:v>
                </c:pt>
                <c:pt idx="1099">
                  <c:v>2</c:v>
                </c:pt>
                <c:pt idx="1100">
                  <c:v>1</c:v>
                </c:pt>
                <c:pt idx="1101">
                  <c:v>430</c:v>
                </c:pt>
                <c:pt idx="1102">
                  <c:v>1</c:v>
                </c:pt>
                <c:pt idx="1103">
                  <c:v>2</c:v>
                </c:pt>
                <c:pt idx="1104">
                  <c:v>4</c:v>
                </c:pt>
                <c:pt idx="1105">
                  <c:v>4</c:v>
                </c:pt>
                <c:pt idx="1106">
                  <c:v>3</c:v>
                </c:pt>
                <c:pt idx="1107">
                  <c:v>32</c:v>
                </c:pt>
                <c:pt idx="1108">
                  <c:v>3</c:v>
                </c:pt>
                <c:pt idx="1109">
                  <c:v>1</c:v>
                </c:pt>
                <c:pt idx="1110">
                  <c:v>39</c:v>
                </c:pt>
                <c:pt idx="1111">
                  <c:v>40</c:v>
                </c:pt>
                <c:pt idx="1112">
                  <c:v>1</c:v>
                </c:pt>
                <c:pt idx="1113">
                  <c:v>6</c:v>
                </c:pt>
                <c:pt idx="1114">
                  <c:v>24</c:v>
                </c:pt>
                <c:pt idx="1115">
                  <c:v>4</c:v>
                </c:pt>
                <c:pt idx="1116">
                  <c:v>1</c:v>
                </c:pt>
                <c:pt idx="1117">
                  <c:v>424</c:v>
                </c:pt>
                <c:pt idx="1118">
                  <c:v>35</c:v>
                </c:pt>
                <c:pt idx="1119">
                  <c:v>17</c:v>
                </c:pt>
                <c:pt idx="1120">
                  <c:v>2</c:v>
                </c:pt>
                <c:pt idx="1121">
                  <c:v>16</c:v>
                </c:pt>
                <c:pt idx="1122">
                  <c:v>1</c:v>
                </c:pt>
                <c:pt idx="1123">
                  <c:v>12</c:v>
                </c:pt>
                <c:pt idx="1124">
                  <c:v>1</c:v>
                </c:pt>
                <c:pt idx="1125">
                  <c:v>3</c:v>
                </c:pt>
                <c:pt idx="1126">
                  <c:v>3</c:v>
                </c:pt>
                <c:pt idx="1127">
                  <c:v>5</c:v>
                </c:pt>
                <c:pt idx="1128">
                  <c:v>1</c:v>
                </c:pt>
                <c:pt idx="1129">
                  <c:v>186</c:v>
                </c:pt>
                <c:pt idx="1130">
                  <c:v>5</c:v>
                </c:pt>
                <c:pt idx="1131">
                  <c:v>126</c:v>
                </c:pt>
                <c:pt idx="1132">
                  <c:v>6</c:v>
                </c:pt>
                <c:pt idx="1133">
                  <c:v>2</c:v>
                </c:pt>
                <c:pt idx="1134">
                  <c:v>2</c:v>
                </c:pt>
                <c:pt idx="1135">
                  <c:v>6</c:v>
                </c:pt>
                <c:pt idx="1136">
                  <c:v>2</c:v>
                </c:pt>
                <c:pt idx="1137">
                  <c:v>1</c:v>
                </c:pt>
                <c:pt idx="1138">
                  <c:v>13</c:v>
                </c:pt>
                <c:pt idx="1139">
                  <c:v>1</c:v>
                </c:pt>
                <c:pt idx="1140">
                  <c:v>6</c:v>
                </c:pt>
                <c:pt idx="1141">
                  <c:v>3</c:v>
                </c:pt>
                <c:pt idx="1142">
                  <c:v>24</c:v>
                </c:pt>
                <c:pt idx="1143">
                  <c:v>2</c:v>
                </c:pt>
                <c:pt idx="1144">
                  <c:v>7</c:v>
                </c:pt>
                <c:pt idx="1145">
                  <c:v>2</c:v>
                </c:pt>
                <c:pt idx="1146">
                  <c:v>2</c:v>
                </c:pt>
                <c:pt idx="1147">
                  <c:v>104</c:v>
                </c:pt>
                <c:pt idx="1148">
                  <c:v>9</c:v>
                </c:pt>
                <c:pt idx="1149">
                  <c:v>8</c:v>
                </c:pt>
                <c:pt idx="1150">
                  <c:v>6</c:v>
                </c:pt>
                <c:pt idx="1151">
                  <c:v>19</c:v>
                </c:pt>
                <c:pt idx="1152">
                  <c:v>1</c:v>
                </c:pt>
                <c:pt idx="1153">
                  <c:v>24</c:v>
                </c:pt>
                <c:pt idx="1154">
                  <c:v>27</c:v>
                </c:pt>
                <c:pt idx="1155">
                  <c:v>5</c:v>
                </c:pt>
                <c:pt idx="1156">
                  <c:v>2</c:v>
                </c:pt>
                <c:pt idx="1157">
                  <c:v>94</c:v>
                </c:pt>
                <c:pt idx="1158">
                  <c:v>19</c:v>
                </c:pt>
                <c:pt idx="1159">
                  <c:v>7</c:v>
                </c:pt>
                <c:pt idx="1160">
                  <c:v>1</c:v>
                </c:pt>
                <c:pt idx="1161">
                  <c:v>5</c:v>
                </c:pt>
                <c:pt idx="1162">
                  <c:v>3</c:v>
                </c:pt>
                <c:pt idx="1163">
                  <c:v>3</c:v>
                </c:pt>
                <c:pt idx="1164">
                  <c:v>5</c:v>
                </c:pt>
                <c:pt idx="1165">
                  <c:v>2</c:v>
                </c:pt>
                <c:pt idx="1166">
                  <c:v>3</c:v>
                </c:pt>
                <c:pt idx="1167">
                  <c:v>14</c:v>
                </c:pt>
                <c:pt idx="1168">
                  <c:v>2</c:v>
                </c:pt>
                <c:pt idx="1169">
                  <c:v>3</c:v>
                </c:pt>
                <c:pt idx="1170">
                  <c:v>5</c:v>
                </c:pt>
                <c:pt idx="1171">
                  <c:v>4</c:v>
                </c:pt>
                <c:pt idx="1172">
                  <c:v>10</c:v>
                </c:pt>
                <c:pt idx="1173">
                  <c:v>3</c:v>
                </c:pt>
                <c:pt idx="1174">
                  <c:v>14</c:v>
                </c:pt>
                <c:pt idx="1175">
                  <c:v>4</c:v>
                </c:pt>
                <c:pt idx="1176">
                  <c:v>1</c:v>
                </c:pt>
                <c:pt idx="1177">
                  <c:v>90</c:v>
                </c:pt>
                <c:pt idx="1178">
                  <c:v>5</c:v>
                </c:pt>
                <c:pt idx="1179">
                  <c:v>5</c:v>
                </c:pt>
                <c:pt idx="1180">
                  <c:v>15</c:v>
                </c:pt>
                <c:pt idx="1181">
                  <c:v>4</c:v>
                </c:pt>
                <c:pt idx="1182">
                  <c:v>184</c:v>
                </c:pt>
                <c:pt idx="1183">
                  <c:v>3</c:v>
                </c:pt>
                <c:pt idx="1184">
                  <c:v>7</c:v>
                </c:pt>
                <c:pt idx="1185">
                  <c:v>2</c:v>
                </c:pt>
                <c:pt idx="1186">
                  <c:v>1</c:v>
                </c:pt>
                <c:pt idx="1187">
                  <c:v>16</c:v>
                </c:pt>
                <c:pt idx="1188">
                  <c:v>3</c:v>
                </c:pt>
                <c:pt idx="1189">
                  <c:v>4</c:v>
                </c:pt>
                <c:pt idx="1190">
                  <c:v>33</c:v>
                </c:pt>
                <c:pt idx="1191">
                  <c:v>1</c:v>
                </c:pt>
                <c:pt idx="1192">
                  <c:v>191</c:v>
                </c:pt>
                <c:pt idx="1193">
                  <c:v>2</c:v>
                </c:pt>
                <c:pt idx="1194">
                  <c:v>3</c:v>
                </c:pt>
                <c:pt idx="1195">
                  <c:v>2</c:v>
                </c:pt>
                <c:pt idx="1196">
                  <c:v>11</c:v>
                </c:pt>
                <c:pt idx="1197">
                  <c:v>2</c:v>
                </c:pt>
                <c:pt idx="1198">
                  <c:v>74</c:v>
                </c:pt>
                <c:pt idx="1199">
                  <c:v>22</c:v>
                </c:pt>
                <c:pt idx="1200">
                  <c:v>14</c:v>
                </c:pt>
                <c:pt idx="1201">
                  <c:v>5</c:v>
                </c:pt>
                <c:pt idx="1202">
                  <c:v>6</c:v>
                </c:pt>
                <c:pt idx="1203">
                  <c:v>19</c:v>
                </c:pt>
                <c:pt idx="1204">
                  <c:v>2</c:v>
                </c:pt>
                <c:pt idx="1205">
                  <c:v>7</c:v>
                </c:pt>
                <c:pt idx="1206">
                  <c:v>828</c:v>
                </c:pt>
                <c:pt idx="1207">
                  <c:v>3</c:v>
                </c:pt>
                <c:pt idx="1208">
                  <c:v>311</c:v>
                </c:pt>
                <c:pt idx="1209">
                  <c:v>83</c:v>
                </c:pt>
                <c:pt idx="1210">
                  <c:v>34</c:v>
                </c:pt>
                <c:pt idx="1211">
                  <c:v>1</c:v>
                </c:pt>
                <c:pt idx="1212">
                  <c:v>3</c:v>
                </c:pt>
                <c:pt idx="1213">
                  <c:v>1</c:v>
                </c:pt>
                <c:pt idx="1214">
                  <c:v>1</c:v>
                </c:pt>
                <c:pt idx="1215">
                  <c:v>3</c:v>
                </c:pt>
                <c:pt idx="1216">
                  <c:v>2</c:v>
                </c:pt>
                <c:pt idx="1217">
                  <c:v>40</c:v>
                </c:pt>
                <c:pt idx="1218">
                  <c:v>3</c:v>
                </c:pt>
                <c:pt idx="1219">
                  <c:v>28</c:v>
                </c:pt>
                <c:pt idx="1220">
                  <c:v>870</c:v>
                </c:pt>
                <c:pt idx="1221">
                  <c:v>7</c:v>
                </c:pt>
                <c:pt idx="1222">
                  <c:v>4</c:v>
                </c:pt>
                <c:pt idx="1223">
                  <c:v>20</c:v>
                </c:pt>
                <c:pt idx="1224">
                  <c:v>16</c:v>
                </c:pt>
                <c:pt idx="1225">
                  <c:v>11</c:v>
                </c:pt>
                <c:pt idx="1226">
                  <c:v>3</c:v>
                </c:pt>
                <c:pt idx="1227">
                  <c:v>5</c:v>
                </c:pt>
                <c:pt idx="1228">
                  <c:v>26</c:v>
                </c:pt>
                <c:pt idx="1229">
                  <c:v>2</c:v>
                </c:pt>
                <c:pt idx="1230">
                  <c:v>1</c:v>
                </c:pt>
                <c:pt idx="1231">
                  <c:v>64</c:v>
                </c:pt>
                <c:pt idx="1232">
                  <c:v>230</c:v>
                </c:pt>
                <c:pt idx="1233">
                  <c:v>11</c:v>
                </c:pt>
                <c:pt idx="1234">
                  <c:v>2</c:v>
                </c:pt>
                <c:pt idx="1235">
                  <c:v>3</c:v>
                </c:pt>
                <c:pt idx="1236">
                  <c:v>3</c:v>
                </c:pt>
                <c:pt idx="1237">
                  <c:v>4</c:v>
                </c:pt>
                <c:pt idx="1238">
                  <c:v>30</c:v>
                </c:pt>
                <c:pt idx="1239">
                  <c:v>27</c:v>
                </c:pt>
                <c:pt idx="1240">
                  <c:v>1</c:v>
                </c:pt>
                <c:pt idx="1241">
                  <c:v>2</c:v>
                </c:pt>
                <c:pt idx="1242">
                  <c:v>1</c:v>
                </c:pt>
                <c:pt idx="1243">
                  <c:v>2</c:v>
                </c:pt>
                <c:pt idx="1244">
                  <c:v>4</c:v>
                </c:pt>
                <c:pt idx="1245">
                  <c:v>5</c:v>
                </c:pt>
                <c:pt idx="1246">
                  <c:v>2</c:v>
                </c:pt>
                <c:pt idx="1247">
                  <c:v>3</c:v>
                </c:pt>
                <c:pt idx="1248">
                  <c:v>645</c:v>
                </c:pt>
                <c:pt idx="1249">
                  <c:v>20</c:v>
                </c:pt>
                <c:pt idx="1250">
                  <c:v>1</c:v>
                </c:pt>
                <c:pt idx="1251">
                  <c:v>13</c:v>
                </c:pt>
                <c:pt idx="1252">
                  <c:v>1</c:v>
                </c:pt>
                <c:pt idx="1253">
                  <c:v>2</c:v>
                </c:pt>
                <c:pt idx="1254">
                  <c:v>5</c:v>
                </c:pt>
                <c:pt idx="1255">
                  <c:v>3</c:v>
                </c:pt>
                <c:pt idx="1256">
                  <c:v>15</c:v>
                </c:pt>
                <c:pt idx="1257">
                  <c:v>6</c:v>
                </c:pt>
                <c:pt idx="1258">
                  <c:v>3</c:v>
                </c:pt>
                <c:pt idx="1259">
                  <c:v>3</c:v>
                </c:pt>
                <c:pt idx="1260">
                  <c:v>2</c:v>
                </c:pt>
                <c:pt idx="1261">
                  <c:v>17</c:v>
                </c:pt>
                <c:pt idx="1262">
                  <c:v>3</c:v>
                </c:pt>
                <c:pt idx="1263">
                  <c:v>3</c:v>
                </c:pt>
                <c:pt idx="1264">
                  <c:v>1</c:v>
                </c:pt>
                <c:pt idx="1265">
                  <c:v>22</c:v>
                </c:pt>
                <c:pt idx="1266">
                  <c:v>10</c:v>
                </c:pt>
                <c:pt idx="1267">
                  <c:v>19</c:v>
                </c:pt>
                <c:pt idx="1268">
                  <c:v>1</c:v>
                </c:pt>
                <c:pt idx="1269">
                  <c:v>2</c:v>
                </c:pt>
                <c:pt idx="1270">
                  <c:v>308</c:v>
                </c:pt>
                <c:pt idx="1271">
                  <c:v>6</c:v>
                </c:pt>
                <c:pt idx="1272">
                  <c:v>6200</c:v>
                </c:pt>
                <c:pt idx="1273">
                  <c:v>6</c:v>
                </c:pt>
                <c:pt idx="1274">
                  <c:v>69</c:v>
                </c:pt>
                <c:pt idx="1275">
                  <c:v>2</c:v>
                </c:pt>
                <c:pt idx="1276">
                  <c:v>3</c:v>
                </c:pt>
                <c:pt idx="1277">
                  <c:v>4</c:v>
                </c:pt>
                <c:pt idx="1278">
                  <c:v>1</c:v>
                </c:pt>
                <c:pt idx="1279">
                  <c:v>2</c:v>
                </c:pt>
                <c:pt idx="1280">
                  <c:v>3</c:v>
                </c:pt>
                <c:pt idx="1281">
                  <c:v>44</c:v>
                </c:pt>
                <c:pt idx="1282">
                  <c:v>16</c:v>
                </c:pt>
                <c:pt idx="1283">
                  <c:v>9</c:v>
                </c:pt>
                <c:pt idx="1284">
                  <c:v>21</c:v>
                </c:pt>
                <c:pt idx="1285">
                  <c:v>114</c:v>
                </c:pt>
                <c:pt idx="1286">
                  <c:v>1</c:v>
                </c:pt>
                <c:pt idx="1287">
                  <c:v>43</c:v>
                </c:pt>
                <c:pt idx="1288">
                  <c:v>3</c:v>
                </c:pt>
                <c:pt idx="1289">
                  <c:v>7</c:v>
                </c:pt>
                <c:pt idx="1290">
                  <c:v>2249</c:v>
                </c:pt>
                <c:pt idx="1291">
                  <c:v>4</c:v>
                </c:pt>
                <c:pt idx="1292">
                  <c:v>3</c:v>
                </c:pt>
                <c:pt idx="1293">
                  <c:v>42</c:v>
                </c:pt>
                <c:pt idx="1294">
                  <c:v>30</c:v>
                </c:pt>
                <c:pt idx="1295">
                  <c:v>3368</c:v>
                </c:pt>
                <c:pt idx="1296">
                  <c:v>6</c:v>
                </c:pt>
                <c:pt idx="1297">
                  <c:v>2</c:v>
                </c:pt>
                <c:pt idx="1298">
                  <c:v>9</c:v>
                </c:pt>
                <c:pt idx="1299">
                  <c:v>1</c:v>
                </c:pt>
                <c:pt idx="1300">
                  <c:v>16</c:v>
                </c:pt>
                <c:pt idx="1301">
                  <c:v>1</c:v>
                </c:pt>
                <c:pt idx="1302">
                  <c:v>11</c:v>
                </c:pt>
                <c:pt idx="1303">
                  <c:v>192</c:v>
                </c:pt>
                <c:pt idx="1304">
                  <c:v>1985</c:v>
                </c:pt>
                <c:pt idx="1305">
                  <c:v>77</c:v>
                </c:pt>
                <c:pt idx="1306">
                  <c:v>4</c:v>
                </c:pt>
                <c:pt idx="1307">
                  <c:v>2</c:v>
                </c:pt>
                <c:pt idx="1308">
                  <c:v>2</c:v>
                </c:pt>
                <c:pt idx="1309">
                  <c:v>13</c:v>
                </c:pt>
                <c:pt idx="1310">
                  <c:v>2</c:v>
                </c:pt>
                <c:pt idx="1311">
                  <c:v>1</c:v>
                </c:pt>
                <c:pt idx="1312">
                  <c:v>146</c:v>
                </c:pt>
                <c:pt idx="1313">
                  <c:v>5</c:v>
                </c:pt>
                <c:pt idx="1314">
                  <c:v>22</c:v>
                </c:pt>
                <c:pt idx="1315">
                  <c:v>7</c:v>
                </c:pt>
                <c:pt idx="1316">
                  <c:v>1</c:v>
                </c:pt>
                <c:pt idx="1317">
                  <c:v>13</c:v>
                </c:pt>
                <c:pt idx="1318">
                  <c:v>1</c:v>
                </c:pt>
                <c:pt idx="1319">
                  <c:v>7</c:v>
                </c:pt>
                <c:pt idx="1320">
                  <c:v>13</c:v>
                </c:pt>
                <c:pt idx="1321">
                  <c:v>4</c:v>
                </c:pt>
                <c:pt idx="1322">
                  <c:v>2</c:v>
                </c:pt>
                <c:pt idx="1323">
                  <c:v>73</c:v>
                </c:pt>
                <c:pt idx="1324">
                  <c:v>14</c:v>
                </c:pt>
                <c:pt idx="1325">
                  <c:v>89</c:v>
                </c:pt>
                <c:pt idx="1326">
                  <c:v>4</c:v>
                </c:pt>
                <c:pt idx="1327">
                  <c:v>6</c:v>
                </c:pt>
                <c:pt idx="1328">
                  <c:v>19</c:v>
                </c:pt>
                <c:pt idx="1329">
                  <c:v>14</c:v>
                </c:pt>
                <c:pt idx="1330">
                  <c:v>1</c:v>
                </c:pt>
                <c:pt idx="1331">
                  <c:v>1</c:v>
                </c:pt>
                <c:pt idx="1332">
                  <c:v>3</c:v>
                </c:pt>
                <c:pt idx="1333">
                  <c:v>2</c:v>
                </c:pt>
                <c:pt idx="1334">
                  <c:v>5</c:v>
                </c:pt>
                <c:pt idx="1335">
                  <c:v>7</c:v>
                </c:pt>
                <c:pt idx="1336">
                  <c:v>4</c:v>
                </c:pt>
                <c:pt idx="1337">
                  <c:v>1</c:v>
                </c:pt>
                <c:pt idx="1338">
                  <c:v>3</c:v>
                </c:pt>
                <c:pt idx="1339">
                  <c:v>2</c:v>
                </c:pt>
                <c:pt idx="1340">
                  <c:v>3381</c:v>
                </c:pt>
                <c:pt idx="1341">
                  <c:v>2</c:v>
                </c:pt>
                <c:pt idx="1342">
                  <c:v>4</c:v>
                </c:pt>
                <c:pt idx="1343">
                  <c:v>7</c:v>
                </c:pt>
                <c:pt idx="1344">
                  <c:v>1</c:v>
                </c:pt>
                <c:pt idx="1345">
                  <c:v>7</c:v>
                </c:pt>
                <c:pt idx="1346">
                  <c:v>263</c:v>
                </c:pt>
                <c:pt idx="1347">
                  <c:v>8</c:v>
                </c:pt>
                <c:pt idx="1348">
                  <c:v>52</c:v>
                </c:pt>
                <c:pt idx="1349">
                  <c:v>10</c:v>
                </c:pt>
                <c:pt idx="1350">
                  <c:v>23</c:v>
                </c:pt>
                <c:pt idx="1351">
                  <c:v>3</c:v>
                </c:pt>
                <c:pt idx="1352">
                  <c:v>8</c:v>
                </c:pt>
                <c:pt idx="1353">
                  <c:v>11</c:v>
                </c:pt>
                <c:pt idx="1354">
                  <c:v>70</c:v>
                </c:pt>
                <c:pt idx="1355">
                  <c:v>45</c:v>
                </c:pt>
                <c:pt idx="1356">
                  <c:v>2</c:v>
                </c:pt>
                <c:pt idx="1357">
                  <c:v>2</c:v>
                </c:pt>
                <c:pt idx="1358">
                  <c:v>2</c:v>
                </c:pt>
                <c:pt idx="1359">
                  <c:v>83</c:v>
                </c:pt>
                <c:pt idx="1360">
                  <c:v>1</c:v>
                </c:pt>
                <c:pt idx="1361">
                  <c:v>4</c:v>
                </c:pt>
                <c:pt idx="1362">
                  <c:v>3</c:v>
                </c:pt>
                <c:pt idx="1363">
                  <c:v>1</c:v>
                </c:pt>
                <c:pt idx="1364">
                  <c:v>7</c:v>
                </c:pt>
                <c:pt idx="1365">
                  <c:v>2</c:v>
                </c:pt>
                <c:pt idx="1366">
                  <c:v>1</c:v>
                </c:pt>
                <c:pt idx="1367">
                  <c:v>11</c:v>
                </c:pt>
                <c:pt idx="1368">
                  <c:v>6</c:v>
                </c:pt>
                <c:pt idx="1369">
                  <c:v>6</c:v>
                </c:pt>
                <c:pt idx="1370">
                  <c:v>3</c:v>
                </c:pt>
                <c:pt idx="1371">
                  <c:v>4</c:v>
                </c:pt>
                <c:pt idx="1372">
                  <c:v>341</c:v>
                </c:pt>
                <c:pt idx="1373">
                  <c:v>3</c:v>
                </c:pt>
                <c:pt idx="1374">
                  <c:v>16</c:v>
                </c:pt>
                <c:pt idx="1375">
                  <c:v>2</c:v>
                </c:pt>
                <c:pt idx="1376">
                  <c:v>1</c:v>
                </c:pt>
                <c:pt idx="1377">
                  <c:v>10</c:v>
                </c:pt>
                <c:pt idx="1378">
                  <c:v>3</c:v>
                </c:pt>
                <c:pt idx="1379">
                  <c:v>3</c:v>
                </c:pt>
                <c:pt idx="1380">
                  <c:v>2967</c:v>
                </c:pt>
                <c:pt idx="1381">
                  <c:v>60</c:v>
                </c:pt>
                <c:pt idx="1382">
                  <c:v>17</c:v>
                </c:pt>
                <c:pt idx="1383">
                  <c:v>1</c:v>
                </c:pt>
                <c:pt idx="1384">
                  <c:v>1</c:v>
                </c:pt>
                <c:pt idx="1385">
                  <c:v>16</c:v>
                </c:pt>
                <c:pt idx="1386">
                  <c:v>19</c:v>
                </c:pt>
                <c:pt idx="1387">
                  <c:v>2</c:v>
                </c:pt>
                <c:pt idx="1388">
                  <c:v>5</c:v>
                </c:pt>
                <c:pt idx="1389">
                  <c:v>4</c:v>
                </c:pt>
                <c:pt idx="1390">
                  <c:v>92</c:v>
                </c:pt>
                <c:pt idx="1391">
                  <c:v>9</c:v>
                </c:pt>
                <c:pt idx="1392">
                  <c:v>4</c:v>
                </c:pt>
                <c:pt idx="1393">
                  <c:v>4</c:v>
                </c:pt>
                <c:pt idx="1394">
                  <c:v>2</c:v>
                </c:pt>
                <c:pt idx="1395">
                  <c:v>8</c:v>
                </c:pt>
                <c:pt idx="1396">
                  <c:v>31</c:v>
                </c:pt>
                <c:pt idx="1397">
                  <c:v>4</c:v>
                </c:pt>
                <c:pt idx="1398">
                  <c:v>12</c:v>
                </c:pt>
                <c:pt idx="1399">
                  <c:v>2</c:v>
                </c:pt>
                <c:pt idx="1400">
                  <c:v>4</c:v>
                </c:pt>
                <c:pt idx="1401">
                  <c:v>3</c:v>
                </c:pt>
                <c:pt idx="1402">
                  <c:v>3</c:v>
                </c:pt>
                <c:pt idx="1403">
                  <c:v>6</c:v>
                </c:pt>
                <c:pt idx="1404">
                  <c:v>22</c:v>
                </c:pt>
                <c:pt idx="1405">
                  <c:v>6</c:v>
                </c:pt>
                <c:pt idx="1406">
                  <c:v>2</c:v>
                </c:pt>
                <c:pt idx="1407">
                  <c:v>3</c:v>
                </c:pt>
                <c:pt idx="1408">
                  <c:v>47</c:v>
                </c:pt>
                <c:pt idx="1409">
                  <c:v>28</c:v>
                </c:pt>
                <c:pt idx="1410">
                  <c:v>17</c:v>
                </c:pt>
                <c:pt idx="1411">
                  <c:v>2</c:v>
                </c:pt>
                <c:pt idx="1412">
                  <c:v>31</c:v>
                </c:pt>
                <c:pt idx="1413">
                  <c:v>9</c:v>
                </c:pt>
                <c:pt idx="1414">
                  <c:v>363</c:v>
                </c:pt>
                <c:pt idx="1415">
                  <c:v>6</c:v>
                </c:pt>
                <c:pt idx="1416">
                  <c:v>117</c:v>
                </c:pt>
                <c:pt idx="1417">
                  <c:v>699</c:v>
                </c:pt>
                <c:pt idx="1418">
                  <c:v>2</c:v>
                </c:pt>
                <c:pt idx="1419">
                  <c:v>1</c:v>
                </c:pt>
                <c:pt idx="1420">
                  <c:v>6</c:v>
                </c:pt>
                <c:pt idx="1421">
                  <c:v>205</c:v>
                </c:pt>
                <c:pt idx="1422">
                  <c:v>26</c:v>
                </c:pt>
                <c:pt idx="1423">
                  <c:v>20</c:v>
                </c:pt>
                <c:pt idx="1424">
                  <c:v>4</c:v>
                </c:pt>
                <c:pt idx="1425">
                  <c:v>15</c:v>
                </c:pt>
                <c:pt idx="1426">
                  <c:v>4</c:v>
                </c:pt>
                <c:pt idx="1427">
                  <c:v>5</c:v>
                </c:pt>
                <c:pt idx="1428">
                  <c:v>5</c:v>
                </c:pt>
                <c:pt idx="1429">
                  <c:v>41</c:v>
                </c:pt>
                <c:pt idx="1430">
                  <c:v>9</c:v>
                </c:pt>
                <c:pt idx="1431">
                  <c:v>1</c:v>
                </c:pt>
                <c:pt idx="1432">
                  <c:v>1</c:v>
                </c:pt>
                <c:pt idx="1433">
                  <c:v>1</c:v>
                </c:pt>
                <c:pt idx="1434">
                  <c:v>62</c:v>
                </c:pt>
                <c:pt idx="1435">
                  <c:v>18</c:v>
                </c:pt>
                <c:pt idx="1436">
                  <c:v>4</c:v>
                </c:pt>
                <c:pt idx="1437">
                  <c:v>1</c:v>
                </c:pt>
                <c:pt idx="1438">
                  <c:v>69</c:v>
                </c:pt>
                <c:pt idx="1439">
                  <c:v>1</c:v>
                </c:pt>
                <c:pt idx="1440">
                  <c:v>34</c:v>
                </c:pt>
                <c:pt idx="1441">
                  <c:v>6</c:v>
                </c:pt>
                <c:pt idx="1442">
                  <c:v>3</c:v>
                </c:pt>
                <c:pt idx="1443">
                  <c:v>10</c:v>
                </c:pt>
                <c:pt idx="1444">
                  <c:v>1</c:v>
                </c:pt>
                <c:pt idx="1445">
                  <c:v>2</c:v>
                </c:pt>
                <c:pt idx="1446">
                  <c:v>2</c:v>
                </c:pt>
                <c:pt idx="1447">
                  <c:v>1</c:v>
                </c:pt>
                <c:pt idx="1448">
                  <c:v>3</c:v>
                </c:pt>
                <c:pt idx="1449">
                  <c:v>5</c:v>
                </c:pt>
                <c:pt idx="1450">
                  <c:v>1</c:v>
                </c:pt>
                <c:pt idx="1451">
                  <c:v>72</c:v>
                </c:pt>
                <c:pt idx="1452">
                  <c:v>2</c:v>
                </c:pt>
                <c:pt idx="1453">
                  <c:v>2</c:v>
                </c:pt>
                <c:pt idx="1454">
                  <c:v>4</c:v>
                </c:pt>
                <c:pt idx="1455">
                  <c:v>473</c:v>
                </c:pt>
                <c:pt idx="1456">
                  <c:v>2</c:v>
                </c:pt>
                <c:pt idx="1457">
                  <c:v>5</c:v>
                </c:pt>
                <c:pt idx="1458">
                  <c:v>5</c:v>
                </c:pt>
                <c:pt idx="1459">
                  <c:v>7</c:v>
                </c:pt>
                <c:pt idx="1460">
                  <c:v>4</c:v>
                </c:pt>
                <c:pt idx="1461">
                  <c:v>21</c:v>
                </c:pt>
                <c:pt idx="1462">
                  <c:v>1</c:v>
                </c:pt>
                <c:pt idx="1463">
                  <c:v>12</c:v>
                </c:pt>
                <c:pt idx="1464">
                  <c:v>1</c:v>
                </c:pt>
                <c:pt idx="1465">
                  <c:v>1</c:v>
                </c:pt>
                <c:pt idx="1466">
                  <c:v>1</c:v>
                </c:pt>
                <c:pt idx="1467">
                  <c:v>37</c:v>
                </c:pt>
                <c:pt idx="1468">
                  <c:v>4</c:v>
                </c:pt>
                <c:pt idx="1469">
                  <c:v>1</c:v>
                </c:pt>
                <c:pt idx="1470">
                  <c:v>61</c:v>
                </c:pt>
                <c:pt idx="1471">
                  <c:v>2</c:v>
                </c:pt>
                <c:pt idx="1472">
                  <c:v>3</c:v>
                </c:pt>
                <c:pt idx="1473">
                  <c:v>198</c:v>
                </c:pt>
                <c:pt idx="1474">
                  <c:v>2</c:v>
                </c:pt>
                <c:pt idx="1475">
                  <c:v>632</c:v>
                </c:pt>
                <c:pt idx="1476">
                  <c:v>654</c:v>
                </c:pt>
                <c:pt idx="1477">
                  <c:v>47</c:v>
                </c:pt>
                <c:pt idx="1478">
                  <c:v>4</c:v>
                </c:pt>
                <c:pt idx="1479">
                  <c:v>5</c:v>
                </c:pt>
                <c:pt idx="1480">
                  <c:v>5</c:v>
                </c:pt>
                <c:pt idx="1481">
                  <c:v>3</c:v>
                </c:pt>
                <c:pt idx="1482">
                  <c:v>1</c:v>
                </c:pt>
                <c:pt idx="1483">
                  <c:v>21</c:v>
                </c:pt>
                <c:pt idx="1484">
                  <c:v>5717</c:v>
                </c:pt>
                <c:pt idx="1485">
                  <c:v>1</c:v>
                </c:pt>
                <c:pt idx="1486">
                  <c:v>5</c:v>
                </c:pt>
                <c:pt idx="1487">
                  <c:v>7</c:v>
                </c:pt>
                <c:pt idx="1488">
                  <c:v>2</c:v>
                </c:pt>
                <c:pt idx="1489">
                  <c:v>27</c:v>
                </c:pt>
                <c:pt idx="1490">
                  <c:v>113</c:v>
                </c:pt>
                <c:pt idx="1491">
                  <c:v>1</c:v>
                </c:pt>
                <c:pt idx="1492">
                  <c:v>7</c:v>
                </c:pt>
                <c:pt idx="1493">
                  <c:v>1</c:v>
                </c:pt>
                <c:pt idx="1494">
                  <c:v>2</c:v>
                </c:pt>
                <c:pt idx="1495">
                  <c:v>47</c:v>
                </c:pt>
                <c:pt idx="1496">
                  <c:v>1</c:v>
                </c:pt>
                <c:pt idx="1497">
                  <c:v>9</c:v>
                </c:pt>
                <c:pt idx="1498">
                  <c:v>2</c:v>
                </c:pt>
                <c:pt idx="1499">
                  <c:v>6</c:v>
                </c:pt>
                <c:pt idx="1500">
                  <c:v>407</c:v>
                </c:pt>
                <c:pt idx="1501">
                  <c:v>1</c:v>
                </c:pt>
                <c:pt idx="1502">
                  <c:v>1</c:v>
                </c:pt>
                <c:pt idx="1503">
                  <c:v>161</c:v>
                </c:pt>
                <c:pt idx="1504">
                  <c:v>1</c:v>
                </c:pt>
                <c:pt idx="1505">
                  <c:v>3</c:v>
                </c:pt>
                <c:pt idx="1506">
                  <c:v>2</c:v>
                </c:pt>
                <c:pt idx="1507">
                  <c:v>5</c:v>
                </c:pt>
                <c:pt idx="1508">
                  <c:v>14</c:v>
                </c:pt>
                <c:pt idx="1509">
                  <c:v>9</c:v>
                </c:pt>
                <c:pt idx="1510">
                  <c:v>32</c:v>
                </c:pt>
                <c:pt idx="1511">
                  <c:v>1</c:v>
                </c:pt>
                <c:pt idx="1512">
                  <c:v>1</c:v>
                </c:pt>
                <c:pt idx="1513">
                  <c:v>2</c:v>
                </c:pt>
                <c:pt idx="1514">
                  <c:v>19</c:v>
                </c:pt>
                <c:pt idx="1515">
                  <c:v>64</c:v>
                </c:pt>
                <c:pt idx="1516">
                  <c:v>3</c:v>
                </c:pt>
                <c:pt idx="1517">
                  <c:v>1</c:v>
                </c:pt>
                <c:pt idx="1518">
                  <c:v>220</c:v>
                </c:pt>
                <c:pt idx="1519">
                  <c:v>40</c:v>
                </c:pt>
                <c:pt idx="1520">
                  <c:v>7</c:v>
                </c:pt>
                <c:pt idx="1521">
                  <c:v>16</c:v>
                </c:pt>
                <c:pt idx="1522">
                  <c:v>1</c:v>
                </c:pt>
                <c:pt idx="1523">
                  <c:v>72</c:v>
                </c:pt>
                <c:pt idx="1524">
                  <c:v>6</c:v>
                </c:pt>
                <c:pt idx="1525">
                  <c:v>2</c:v>
                </c:pt>
                <c:pt idx="1526">
                  <c:v>26</c:v>
                </c:pt>
                <c:pt idx="1527">
                  <c:v>41</c:v>
                </c:pt>
                <c:pt idx="1528">
                  <c:v>1</c:v>
                </c:pt>
                <c:pt idx="1529">
                  <c:v>5</c:v>
                </c:pt>
                <c:pt idx="1530">
                  <c:v>15</c:v>
                </c:pt>
                <c:pt idx="1531">
                  <c:v>20</c:v>
                </c:pt>
                <c:pt idx="1532">
                  <c:v>11</c:v>
                </c:pt>
                <c:pt idx="1533">
                  <c:v>11</c:v>
                </c:pt>
                <c:pt idx="1534">
                  <c:v>17</c:v>
                </c:pt>
                <c:pt idx="1535">
                  <c:v>2</c:v>
                </c:pt>
                <c:pt idx="1536">
                  <c:v>1</c:v>
                </c:pt>
                <c:pt idx="1537">
                  <c:v>5</c:v>
                </c:pt>
                <c:pt idx="1538">
                  <c:v>3</c:v>
                </c:pt>
                <c:pt idx="1539">
                  <c:v>6</c:v>
                </c:pt>
                <c:pt idx="1540">
                  <c:v>4</c:v>
                </c:pt>
                <c:pt idx="1541">
                  <c:v>3</c:v>
                </c:pt>
                <c:pt idx="1542">
                  <c:v>52</c:v>
                </c:pt>
                <c:pt idx="1543">
                  <c:v>3</c:v>
                </c:pt>
                <c:pt idx="1544">
                  <c:v>15</c:v>
                </c:pt>
                <c:pt idx="1545">
                  <c:v>2</c:v>
                </c:pt>
                <c:pt idx="1546">
                  <c:v>430</c:v>
                </c:pt>
                <c:pt idx="1547">
                  <c:v>38</c:v>
                </c:pt>
                <c:pt idx="1548">
                  <c:v>29</c:v>
                </c:pt>
                <c:pt idx="1549">
                  <c:v>239</c:v>
                </c:pt>
                <c:pt idx="1550">
                  <c:v>10</c:v>
                </c:pt>
                <c:pt idx="1551">
                  <c:v>1</c:v>
                </c:pt>
                <c:pt idx="1552">
                  <c:v>4</c:v>
                </c:pt>
                <c:pt idx="1553">
                  <c:v>4</c:v>
                </c:pt>
                <c:pt idx="1554">
                  <c:v>18</c:v>
                </c:pt>
                <c:pt idx="1555">
                  <c:v>19</c:v>
                </c:pt>
                <c:pt idx="1556">
                  <c:v>9</c:v>
                </c:pt>
                <c:pt idx="1557">
                  <c:v>8</c:v>
                </c:pt>
                <c:pt idx="1558">
                  <c:v>6</c:v>
                </c:pt>
                <c:pt idx="1559">
                  <c:v>4</c:v>
                </c:pt>
                <c:pt idx="1560">
                  <c:v>5</c:v>
                </c:pt>
                <c:pt idx="1561">
                  <c:v>3</c:v>
                </c:pt>
                <c:pt idx="1562">
                  <c:v>1</c:v>
                </c:pt>
                <c:pt idx="1563">
                  <c:v>1</c:v>
                </c:pt>
                <c:pt idx="1564">
                  <c:v>2</c:v>
                </c:pt>
                <c:pt idx="1565">
                  <c:v>34</c:v>
                </c:pt>
                <c:pt idx="1566">
                  <c:v>10</c:v>
                </c:pt>
                <c:pt idx="1567">
                  <c:v>37</c:v>
                </c:pt>
                <c:pt idx="1568">
                  <c:v>6</c:v>
                </c:pt>
                <c:pt idx="1569">
                  <c:v>1</c:v>
                </c:pt>
                <c:pt idx="1570">
                  <c:v>7</c:v>
                </c:pt>
                <c:pt idx="1571">
                  <c:v>1</c:v>
                </c:pt>
                <c:pt idx="1572">
                  <c:v>8</c:v>
                </c:pt>
                <c:pt idx="1573">
                  <c:v>1</c:v>
                </c:pt>
                <c:pt idx="1574">
                  <c:v>2</c:v>
                </c:pt>
                <c:pt idx="1575">
                  <c:v>12</c:v>
                </c:pt>
                <c:pt idx="1576">
                  <c:v>11</c:v>
                </c:pt>
                <c:pt idx="1577">
                  <c:v>1</c:v>
                </c:pt>
                <c:pt idx="1578">
                  <c:v>2</c:v>
                </c:pt>
                <c:pt idx="1579">
                  <c:v>211</c:v>
                </c:pt>
                <c:pt idx="1580">
                  <c:v>1</c:v>
                </c:pt>
                <c:pt idx="1581">
                  <c:v>29</c:v>
                </c:pt>
                <c:pt idx="1582">
                  <c:v>30</c:v>
                </c:pt>
                <c:pt idx="1583">
                  <c:v>2</c:v>
                </c:pt>
                <c:pt idx="1584">
                  <c:v>2</c:v>
                </c:pt>
                <c:pt idx="1585">
                  <c:v>7</c:v>
                </c:pt>
                <c:pt idx="1586">
                  <c:v>2</c:v>
                </c:pt>
                <c:pt idx="1587">
                  <c:v>2</c:v>
                </c:pt>
                <c:pt idx="1588">
                  <c:v>1</c:v>
                </c:pt>
                <c:pt idx="1589">
                  <c:v>17</c:v>
                </c:pt>
                <c:pt idx="1590">
                  <c:v>26</c:v>
                </c:pt>
                <c:pt idx="1591">
                  <c:v>2</c:v>
                </c:pt>
                <c:pt idx="1592">
                  <c:v>2</c:v>
                </c:pt>
                <c:pt idx="1593">
                  <c:v>6</c:v>
                </c:pt>
                <c:pt idx="1594">
                  <c:v>277</c:v>
                </c:pt>
                <c:pt idx="1595">
                  <c:v>3</c:v>
                </c:pt>
                <c:pt idx="1596">
                  <c:v>102</c:v>
                </c:pt>
                <c:pt idx="1597">
                  <c:v>17</c:v>
                </c:pt>
                <c:pt idx="1598">
                  <c:v>19</c:v>
                </c:pt>
                <c:pt idx="1599">
                  <c:v>1</c:v>
                </c:pt>
                <c:pt idx="1600">
                  <c:v>1</c:v>
                </c:pt>
                <c:pt idx="1601">
                  <c:v>4</c:v>
                </c:pt>
                <c:pt idx="1602">
                  <c:v>7</c:v>
                </c:pt>
                <c:pt idx="1603">
                  <c:v>5</c:v>
                </c:pt>
                <c:pt idx="1604">
                  <c:v>471</c:v>
                </c:pt>
                <c:pt idx="1605">
                  <c:v>1</c:v>
                </c:pt>
                <c:pt idx="1606">
                  <c:v>11</c:v>
                </c:pt>
                <c:pt idx="1607">
                  <c:v>62</c:v>
                </c:pt>
                <c:pt idx="1608">
                  <c:v>3</c:v>
                </c:pt>
                <c:pt idx="1609">
                  <c:v>2</c:v>
                </c:pt>
                <c:pt idx="1610">
                  <c:v>5</c:v>
                </c:pt>
                <c:pt idx="1611">
                  <c:v>37</c:v>
                </c:pt>
                <c:pt idx="1612">
                  <c:v>3</c:v>
                </c:pt>
                <c:pt idx="1613">
                  <c:v>1</c:v>
                </c:pt>
                <c:pt idx="1614">
                  <c:v>3</c:v>
                </c:pt>
                <c:pt idx="1615">
                  <c:v>48</c:v>
                </c:pt>
                <c:pt idx="1616">
                  <c:v>4</c:v>
                </c:pt>
                <c:pt idx="1617">
                  <c:v>1</c:v>
                </c:pt>
                <c:pt idx="1618">
                  <c:v>1</c:v>
                </c:pt>
                <c:pt idx="1619">
                  <c:v>4</c:v>
                </c:pt>
                <c:pt idx="1620">
                  <c:v>141</c:v>
                </c:pt>
                <c:pt idx="1621">
                  <c:v>27</c:v>
                </c:pt>
                <c:pt idx="1622">
                  <c:v>2</c:v>
                </c:pt>
                <c:pt idx="1623">
                  <c:v>3</c:v>
                </c:pt>
                <c:pt idx="1624">
                  <c:v>349</c:v>
                </c:pt>
                <c:pt idx="1625">
                  <c:v>1</c:v>
                </c:pt>
                <c:pt idx="1626">
                  <c:v>30</c:v>
                </c:pt>
                <c:pt idx="1627">
                  <c:v>186</c:v>
                </c:pt>
                <c:pt idx="1628">
                  <c:v>2</c:v>
                </c:pt>
                <c:pt idx="1629">
                  <c:v>41</c:v>
                </c:pt>
                <c:pt idx="1630">
                  <c:v>14</c:v>
                </c:pt>
                <c:pt idx="1631">
                  <c:v>1</c:v>
                </c:pt>
                <c:pt idx="1632">
                  <c:v>18</c:v>
                </c:pt>
                <c:pt idx="1633">
                  <c:v>2</c:v>
                </c:pt>
                <c:pt idx="1634">
                  <c:v>7</c:v>
                </c:pt>
                <c:pt idx="1635">
                  <c:v>1</c:v>
                </c:pt>
                <c:pt idx="1636">
                  <c:v>1</c:v>
                </c:pt>
                <c:pt idx="1637">
                  <c:v>4</c:v>
                </c:pt>
                <c:pt idx="1638">
                  <c:v>53</c:v>
                </c:pt>
                <c:pt idx="1639">
                  <c:v>1</c:v>
                </c:pt>
                <c:pt idx="1640">
                  <c:v>4</c:v>
                </c:pt>
                <c:pt idx="1641">
                  <c:v>1</c:v>
                </c:pt>
                <c:pt idx="1642">
                  <c:v>1</c:v>
                </c:pt>
                <c:pt idx="1643">
                  <c:v>2</c:v>
                </c:pt>
                <c:pt idx="1644">
                  <c:v>70</c:v>
                </c:pt>
                <c:pt idx="1645">
                  <c:v>4</c:v>
                </c:pt>
                <c:pt idx="1646">
                  <c:v>518</c:v>
                </c:pt>
                <c:pt idx="1647">
                  <c:v>12</c:v>
                </c:pt>
                <c:pt idx="1648">
                  <c:v>18</c:v>
                </c:pt>
                <c:pt idx="1649">
                  <c:v>5</c:v>
                </c:pt>
                <c:pt idx="1650">
                  <c:v>4</c:v>
                </c:pt>
                <c:pt idx="1651">
                  <c:v>7</c:v>
                </c:pt>
                <c:pt idx="1652">
                  <c:v>2372</c:v>
                </c:pt>
                <c:pt idx="1653">
                  <c:v>3</c:v>
                </c:pt>
                <c:pt idx="1654">
                  <c:v>5</c:v>
                </c:pt>
                <c:pt idx="1655">
                  <c:v>11</c:v>
                </c:pt>
                <c:pt idx="1656">
                  <c:v>7</c:v>
                </c:pt>
                <c:pt idx="1657">
                  <c:v>1</c:v>
                </c:pt>
                <c:pt idx="1658">
                  <c:v>3</c:v>
                </c:pt>
                <c:pt idx="1659">
                  <c:v>1</c:v>
                </c:pt>
                <c:pt idx="1660">
                  <c:v>52</c:v>
                </c:pt>
                <c:pt idx="1661">
                  <c:v>7</c:v>
                </c:pt>
                <c:pt idx="1662">
                  <c:v>7</c:v>
                </c:pt>
                <c:pt idx="1663">
                  <c:v>1</c:v>
                </c:pt>
                <c:pt idx="1664">
                  <c:v>4</c:v>
                </c:pt>
                <c:pt idx="1665">
                  <c:v>5</c:v>
                </c:pt>
                <c:pt idx="1666">
                  <c:v>5</c:v>
                </c:pt>
                <c:pt idx="1667">
                  <c:v>9</c:v>
                </c:pt>
                <c:pt idx="1668">
                  <c:v>1</c:v>
                </c:pt>
                <c:pt idx="1669">
                  <c:v>134</c:v>
                </c:pt>
                <c:pt idx="1670">
                  <c:v>46</c:v>
                </c:pt>
                <c:pt idx="1671">
                  <c:v>1</c:v>
                </c:pt>
                <c:pt idx="1672">
                  <c:v>2</c:v>
                </c:pt>
                <c:pt idx="1673">
                  <c:v>1</c:v>
                </c:pt>
                <c:pt idx="1674">
                  <c:v>5</c:v>
                </c:pt>
                <c:pt idx="1675">
                  <c:v>4</c:v>
                </c:pt>
                <c:pt idx="1676">
                  <c:v>3</c:v>
                </c:pt>
                <c:pt idx="1677">
                  <c:v>7</c:v>
                </c:pt>
                <c:pt idx="1678">
                  <c:v>23</c:v>
                </c:pt>
                <c:pt idx="1679">
                  <c:v>32</c:v>
                </c:pt>
                <c:pt idx="1680">
                  <c:v>7</c:v>
                </c:pt>
                <c:pt idx="1681">
                  <c:v>1</c:v>
                </c:pt>
                <c:pt idx="1682">
                  <c:v>3</c:v>
                </c:pt>
                <c:pt idx="1683">
                  <c:v>8</c:v>
                </c:pt>
                <c:pt idx="1684">
                  <c:v>3</c:v>
                </c:pt>
                <c:pt idx="1685">
                  <c:v>5</c:v>
                </c:pt>
                <c:pt idx="1686">
                  <c:v>7</c:v>
                </c:pt>
                <c:pt idx="1687">
                  <c:v>7</c:v>
                </c:pt>
                <c:pt idx="1688">
                  <c:v>33</c:v>
                </c:pt>
                <c:pt idx="1689">
                  <c:v>19</c:v>
                </c:pt>
                <c:pt idx="1690">
                  <c:v>15</c:v>
                </c:pt>
                <c:pt idx="1691">
                  <c:v>621</c:v>
                </c:pt>
                <c:pt idx="1692">
                  <c:v>21</c:v>
                </c:pt>
                <c:pt idx="1693">
                  <c:v>1</c:v>
                </c:pt>
                <c:pt idx="1694">
                  <c:v>3</c:v>
                </c:pt>
                <c:pt idx="1695">
                  <c:v>2</c:v>
                </c:pt>
                <c:pt idx="1696">
                  <c:v>8</c:v>
                </c:pt>
                <c:pt idx="1697">
                  <c:v>2</c:v>
                </c:pt>
                <c:pt idx="1698">
                  <c:v>8</c:v>
                </c:pt>
                <c:pt idx="1699">
                  <c:v>13</c:v>
                </c:pt>
                <c:pt idx="1700">
                  <c:v>150</c:v>
                </c:pt>
                <c:pt idx="1701">
                  <c:v>6</c:v>
                </c:pt>
                <c:pt idx="1702">
                  <c:v>3</c:v>
                </c:pt>
                <c:pt idx="1703">
                  <c:v>1</c:v>
                </c:pt>
                <c:pt idx="1704">
                  <c:v>314</c:v>
                </c:pt>
                <c:pt idx="1705">
                  <c:v>92</c:v>
                </c:pt>
                <c:pt idx="1706">
                  <c:v>31</c:v>
                </c:pt>
                <c:pt idx="1707">
                  <c:v>1</c:v>
                </c:pt>
                <c:pt idx="1708">
                  <c:v>5</c:v>
                </c:pt>
                <c:pt idx="1709">
                  <c:v>3</c:v>
                </c:pt>
                <c:pt idx="1710">
                  <c:v>448</c:v>
                </c:pt>
                <c:pt idx="1711">
                  <c:v>2</c:v>
                </c:pt>
                <c:pt idx="1712">
                  <c:v>2</c:v>
                </c:pt>
                <c:pt idx="1713">
                  <c:v>5</c:v>
                </c:pt>
                <c:pt idx="1714">
                  <c:v>3</c:v>
                </c:pt>
                <c:pt idx="1715">
                  <c:v>481</c:v>
                </c:pt>
                <c:pt idx="1716">
                  <c:v>212</c:v>
                </c:pt>
                <c:pt idx="1717">
                  <c:v>1</c:v>
                </c:pt>
                <c:pt idx="1718">
                  <c:v>4</c:v>
                </c:pt>
                <c:pt idx="1719">
                  <c:v>2</c:v>
                </c:pt>
                <c:pt idx="1720">
                  <c:v>1</c:v>
                </c:pt>
                <c:pt idx="1721">
                  <c:v>16</c:v>
                </c:pt>
                <c:pt idx="1722">
                  <c:v>26</c:v>
                </c:pt>
                <c:pt idx="1723">
                  <c:v>2</c:v>
                </c:pt>
                <c:pt idx="1724">
                  <c:v>2</c:v>
                </c:pt>
                <c:pt idx="1725">
                  <c:v>2</c:v>
                </c:pt>
                <c:pt idx="1726">
                  <c:v>13</c:v>
                </c:pt>
                <c:pt idx="1727">
                  <c:v>2</c:v>
                </c:pt>
                <c:pt idx="1728">
                  <c:v>2</c:v>
                </c:pt>
                <c:pt idx="1729">
                  <c:v>3</c:v>
                </c:pt>
                <c:pt idx="1730">
                  <c:v>33</c:v>
                </c:pt>
                <c:pt idx="1731">
                  <c:v>1</c:v>
                </c:pt>
                <c:pt idx="1732">
                  <c:v>3</c:v>
                </c:pt>
                <c:pt idx="1733">
                  <c:v>5</c:v>
                </c:pt>
                <c:pt idx="1734">
                  <c:v>1</c:v>
                </c:pt>
                <c:pt idx="1735">
                  <c:v>4</c:v>
                </c:pt>
                <c:pt idx="1736">
                  <c:v>14</c:v>
                </c:pt>
                <c:pt idx="1737">
                  <c:v>1</c:v>
                </c:pt>
                <c:pt idx="1738">
                  <c:v>47</c:v>
                </c:pt>
                <c:pt idx="1739">
                  <c:v>82</c:v>
                </c:pt>
                <c:pt idx="1740">
                  <c:v>6</c:v>
                </c:pt>
                <c:pt idx="1741">
                  <c:v>4</c:v>
                </c:pt>
                <c:pt idx="1742">
                  <c:v>1</c:v>
                </c:pt>
                <c:pt idx="1743">
                  <c:v>98</c:v>
                </c:pt>
                <c:pt idx="1744">
                  <c:v>4</c:v>
                </c:pt>
                <c:pt idx="1745">
                  <c:v>4</c:v>
                </c:pt>
                <c:pt idx="1746">
                  <c:v>2</c:v>
                </c:pt>
                <c:pt idx="1747">
                  <c:v>4</c:v>
                </c:pt>
                <c:pt idx="1748">
                  <c:v>9</c:v>
                </c:pt>
                <c:pt idx="1749">
                  <c:v>4</c:v>
                </c:pt>
                <c:pt idx="1750">
                  <c:v>6</c:v>
                </c:pt>
                <c:pt idx="1751">
                  <c:v>10</c:v>
                </c:pt>
                <c:pt idx="1752">
                  <c:v>3</c:v>
                </c:pt>
                <c:pt idx="1753">
                  <c:v>2</c:v>
                </c:pt>
                <c:pt idx="1754">
                  <c:v>2</c:v>
                </c:pt>
                <c:pt idx="1755">
                  <c:v>4</c:v>
                </c:pt>
                <c:pt idx="1756">
                  <c:v>2</c:v>
                </c:pt>
                <c:pt idx="1757">
                  <c:v>2</c:v>
                </c:pt>
                <c:pt idx="1758">
                  <c:v>12</c:v>
                </c:pt>
                <c:pt idx="1759">
                  <c:v>2</c:v>
                </c:pt>
                <c:pt idx="1760">
                  <c:v>1</c:v>
                </c:pt>
                <c:pt idx="1761">
                  <c:v>1</c:v>
                </c:pt>
                <c:pt idx="1762">
                  <c:v>1</c:v>
                </c:pt>
                <c:pt idx="1763">
                  <c:v>45</c:v>
                </c:pt>
                <c:pt idx="1764">
                  <c:v>8</c:v>
                </c:pt>
                <c:pt idx="1765">
                  <c:v>2</c:v>
                </c:pt>
                <c:pt idx="1766">
                  <c:v>2929</c:v>
                </c:pt>
                <c:pt idx="1767">
                  <c:v>58</c:v>
                </c:pt>
                <c:pt idx="1768">
                  <c:v>35</c:v>
                </c:pt>
                <c:pt idx="1769">
                  <c:v>28</c:v>
                </c:pt>
                <c:pt idx="1770">
                  <c:v>46</c:v>
                </c:pt>
                <c:pt idx="1771">
                  <c:v>2</c:v>
                </c:pt>
                <c:pt idx="1772">
                  <c:v>6</c:v>
                </c:pt>
                <c:pt idx="1773">
                  <c:v>96</c:v>
                </c:pt>
                <c:pt idx="1774">
                  <c:v>2</c:v>
                </c:pt>
                <c:pt idx="1775">
                  <c:v>8</c:v>
                </c:pt>
                <c:pt idx="1776">
                  <c:v>163</c:v>
                </c:pt>
                <c:pt idx="1777">
                  <c:v>19</c:v>
                </c:pt>
                <c:pt idx="1778">
                  <c:v>7</c:v>
                </c:pt>
                <c:pt idx="1779">
                  <c:v>3</c:v>
                </c:pt>
                <c:pt idx="1780">
                  <c:v>1</c:v>
                </c:pt>
                <c:pt idx="1781">
                  <c:v>21</c:v>
                </c:pt>
                <c:pt idx="1782">
                  <c:v>3</c:v>
                </c:pt>
                <c:pt idx="1783">
                  <c:v>1</c:v>
                </c:pt>
                <c:pt idx="1784">
                  <c:v>2</c:v>
                </c:pt>
                <c:pt idx="1785">
                  <c:v>698</c:v>
                </c:pt>
                <c:pt idx="1786">
                  <c:v>5</c:v>
                </c:pt>
                <c:pt idx="1787">
                  <c:v>66</c:v>
                </c:pt>
                <c:pt idx="1788">
                  <c:v>22</c:v>
                </c:pt>
                <c:pt idx="1789">
                  <c:v>8</c:v>
                </c:pt>
                <c:pt idx="1790">
                  <c:v>2</c:v>
                </c:pt>
                <c:pt idx="1791">
                  <c:v>278</c:v>
                </c:pt>
                <c:pt idx="1792">
                  <c:v>2</c:v>
                </c:pt>
                <c:pt idx="1793">
                  <c:v>4</c:v>
                </c:pt>
                <c:pt idx="1794">
                  <c:v>5</c:v>
                </c:pt>
                <c:pt idx="1795">
                  <c:v>1</c:v>
                </c:pt>
                <c:pt idx="1796">
                  <c:v>4</c:v>
                </c:pt>
                <c:pt idx="1797">
                  <c:v>3</c:v>
                </c:pt>
                <c:pt idx="1798">
                  <c:v>1</c:v>
                </c:pt>
                <c:pt idx="1799">
                  <c:v>4</c:v>
                </c:pt>
                <c:pt idx="1800">
                  <c:v>3</c:v>
                </c:pt>
                <c:pt idx="1801">
                  <c:v>4</c:v>
                </c:pt>
                <c:pt idx="1802">
                  <c:v>2</c:v>
                </c:pt>
                <c:pt idx="1803">
                  <c:v>16</c:v>
                </c:pt>
                <c:pt idx="1804">
                  <c:v>4</c:v>
                </c:pt>
                <c:pt idx="1805">
                  <c:v>1</c:v>
                </c:pt>
                <c:pt idx="1806">
                  <c:v>3</c:v>
                </c:pt>
                <c:pt idx="1807">
                  <c:v>9</c:v>
                </c:pt>
                <c:pt idx="1808">
                  <c:v>1</c:v>
                </c:pt>
                <c:pt idx="1809">
                  <c:v>4</c:v>
                </c:pt>
                <c:pt idx="1810">
                  <c:v>26</c:v>
                </c:pt>
                <c:pt idx="1811">
                  <c:v>1289</c:v>
                </c:pt>
                <c:pt idx="1812">
                  <c:v>14</c:v>
                </c:pt>
                <c:pt idx="1813">
                  <c:v>1</c:v>
                </c:pt>
                <c:pt idx="1814">
                  <c:v>2</c:v>
                </c:pt>
                <c:pt idx="1815">
                  <c:v>23</c:v>
                </c:pt>
                <c:pt idx="1816">
                  <c:v>4</c:v>
                </c:pt>
                <c:pt idx="1817">
                  <c:v>15</c:v>
                </c:pt>
                <c:pt idx="1818">
                  <c:v>7</c:v>
                </c:pt>
                <c:pt idx="1819">
                  <c:v>11</c:v>
                </c:pt>
                <c:pt idx="1820">
                  <c:v>2</c:v>
                </c:pt>
                <c:pt idx="1821">
                  <c:v>24</c:v>
                </c:pt>
                <c:pt idx="1822">
                  <c:v>16</c:v>
                </c:pt>
                <c:pt idx="1823">
                  <c:v>16</c:v>
                </c:pt>
                <c:pt idx="1824">
                  <c:v>12</c:v>
                </c:pt>
                <c:pt idx="1825">
                  <c:v>4</c:v>
                </c:pt>
                <c:pt idx="1826">
                  <c:v>1</c:v>
                </c:pt>
                <c:pt idx="1827">
                  <c:v>7</c:v>
                </c:pt>
                <c:pt idx="1828">
                  <c:v>9979</c:v>
                </c:pt>
                <c:pt idx="1829">
                  <c:v>2</c:v>
                </c:pt>
                <c:pt idx="1830">
                  <c:v>4</c:v>
                </c:pt>
                <c:pt idx="1831">
                  <c:v>3</c:v>
                </c:pt>
                <c:pt idx="1832">
                  <c:v>38</c:v>
                </c:pt>
                <c:pt idx="1833">
                  <c:v>14</c:v>
                </c:pt>
                <c:pt idx="1834">
                  <c:v>1</c:v>
                </c:pt>
                <c:pt idx="1835">
                  <c:v>33</c:v>
                </c:pt>
                <c:pt idx="1836">
                  <c:v>23</c:v>
                </c:pt>
                <c:pt idx="1837">
                  <c:v>8</c:v>
                </c:pt>
                <c:pt idx="1838">
                  <c:v>169</c:v>
                </c:pt>
                <c:pt idx="1839">
                  <c:v>213</c:v>
                </c:pt>
                <c:pt idx="1840">
                  <c:v>39</c:v>
                </c:pt>
                <c:pt idx="1841">
                  <c:v>3</c:v>
                </c:pt>
                <c:pt idx="1842">
                  <c:v>1</c:v>
                </c:pt>
                <c:pt idx="1843">
                  <c:v>908</c:v>
                </c:pt>
                <c:pt idx="1844">
                  <c:v>18</c:v>
                </c:pt>
                <c:pt idx="1845">
                  <c:v>12</c:v>
                </c:pt>
                <c:pt idx="1846">
                  <c:v>12</c:v>
                </c:pt>
                <c:pt idx="1847">
                  <c:v>6</c:v>
                </c:pt>
                <c:pt idx="1848">
                  <c:v>22</c:v>
                </c:pt>
                <c:pt idx="1849">
                  <c:v>8</c:v>
                </c:pt>
                <c:pt idx="1850">
                  <c:v>3</c:v>
                </c:pt>
                <c:pt idx="1851">
                  <c:v>8</c:v>
                </c:pt>
                <c:pt idx="1852">
                  <c:v>4</c:v>
                </c:pt>
                <c:pt idx="1853">
                  <c:v>175</c:v>
                </c:pt>
                <c:pt idx="1854">
                  <c:v>58</c:v>
                </c:pt>
                <c:pt idx="1855">
                  <c:v>5217</c:v>
                </c:pt>
                <c:pt idx="1856">
                  <c:v>2</c:v>
                </c:pt>
                <c:pt idx="1857">
                  <c:v>12</c:v>
                </c:pt>
                <c:pt idx="1858">
                  <c:v>1</c:v>
                </c:pt>
                <c:pt idx="1859">
                  <c:v>14</c:v>
                </c:pt>
                <c:pt idx="1860">
                  <c:v>23</c:v>
                </c:pt>
                <c:pt idx="1861">
                  <c:v>2</c:v>
                </c:pt>
                <c:pt idx="1862">
                  <c:v>2</c:v>
                </c:pt>
                <c:pt idx="1863">
                  <c:v>4</c:v>
                </c:pt>
                <c:pt idx="1864">
                  <c:v>10</c:v>
                </c:pt>
                <c:pt idx="1865">
                  <c:v>1</c:v>
                </c:pt>
                <c:pt idx="1866">
                  <c:v>47</c:v>
                </c:pt>
                <c:pt idx="1867">
                  <c:v>7</c:v>
                </c:pt>
                <c:pt idx="1868">
                  <c:v>1</c:v>
                </c:pt>
                <c:pt idx="1869">
                  <c:v>2</c:v>
                </c:pt>
                <c:pt idx="1870">
                  <c:v>1</c:v>
                </c:pt>
                <c:pt idx="1871">
                  <c:v>21</c:v>
                </c:pt>
                <c:pt idx="1872">
                  <c:v>1</c:v>
                </c:pt>
                <c:pt idx="1873">
                  <c:v>3</c:v>
                </c:pt>
                <c:pt idx="1874">
                  <c:v>6</c:v>
                </c:pt>
                <c:pt idx="1875">
                  <c:v>14</c:v>
                </c:pt>
                <c:pt idx="1876">
                  <c:v>3</c:v>
                </c:pt>
                <c:pt idx="1877">
                  <c:v>1</c:v>
                </c:pt>
                <c:pt idx="1878">
                  <c:v>517</c:v>
                </c:pt>
                <c:pt idx="1879">
                  <c:v>12</c:v>
                </c:pt>
                <c:pt idx="1880">
                  <c:v>1</c:v>
                </c:pt>
                <c:pt idx="1881">
                  <c:v>23</c:v>
                </c:pt>
                <c:pt idx="1882">
                  <c:v>4</c:v>
                </c:pt>
                <c:pt idx="1883">
                  <c:v>43</c:v>
                </c:pt>
                <c:pt idx="1884">
                  <c:v>28</c:v>
                </c:pt>
                <c:pt idx="1885">
                  <c:v>1</c:v>
                </c:pt>
                <c:pt idx="1886">
                  <c:v>9</c:v>
                </c:pt>
                <c:pt idx="1887">
                  <c:v>3</c:v>
                </c:pt>
                <c:pt idx="1888">
                  <c:v>78</c:v>
                </c:pt>
                <c:pt idx="1889">
                  <c:v>2</c:v>
                </c:pt>
                <c:pt idx="1890">
                  <c:v>2</c:v>
                </c:pt>
                <c:pt idx="1891">
                  <c:v>5</c:v>
                </c:pt>
                <c:pt idx="1892">
                  <c:v>9</c:v>
                </c:pt>
                <c:pt idx="1893">
                  <c:v>2</c:v>
                </c:pt>
                <c:pt idx="1894">
                  <c:v>2</c:v>
                </c:pt>
                <c:pt idx="1895">
                  <c:v>2</c:v>
                </c:pt>
                <c:pt idx="1896">
                  <c:v>4</c:v>
                </c:pt>
                <c:pt idx="1897">
                  <c:v>6</c:v>
                </c:pt>
                <c:pt idx="1898">
                  <c:v>15</c:v>
                </c:pt>
                <c:pt idx="1899">
                  <c:v>14</c:v>
                </c:pt>
                <c:pt idx="1900">
                  <c:v>166</c:v>
                </c:pt>
                <c:pt idx="1901">
                  <c:v>10</c:v>
                </c:pt>
                <c:pt idx="1902">
                  <c:v>3</c:v>
                </c:pt>
                <c:pt idx="1903">
                  <c:v>3</c:v>
                </c:pt>
                <c:pt idx="1904">
                  <c:v>5</c:v>
                </c:pt>
                <c:pt idx="1905">
                  <c:v>703</c:v>
                </c:pt>
                <c:pt idx="1906">
                  <c:v>1009</c:v>
                </c:pt>
                <c:pt idx="1907">
                  <c:v>3</c:v>
                </c:pt>
                <c:pt idx="1908">
                  <c:v>4</c:v>
                </c:pt>
                <c:pt idx="1909">
                  <c:v>10</c:v>
                </c:pt>
                <c:pt idx="1910">
                  <c:v>5</c:v>
                </c:pt>
                <c:pt idx="1911">
                  <c:v>1</c:v>
                </c:pt>
                <c:pt idx="1912">
                  <c:v>4</c:v>
                </c:pt>
                <c:pt idx="1913">
                  <c:v>1</c:v>
                </c:pt>
                <c:pt idx="1914">
                  <c:v>4</c:v>
                </c:pt>
                <c:pt idx="1915">
                  <c:v>3</c:v>
                </c:pt>
                <c:pt idx="1916">
                  <c:v>1</c:v>
                </c:pt>
                <c:pt idx="1917">
                  <c:v>6</c:v>
                </c:pt>
                <c:pt idx="1918">
                  <c:v>2</c:v>
                </c:pt>
                <c:pt idx="1919">
                  <c:v>1</c:v>
                </c:pt>
                <c:pt idx="1920">
                  <c:v>1</c:v>
                </c:pt>
                <c:pt idx="1921">
                  <c:v>21</c:v>
                </c:pt>
                <c:pt idx="1922">
                  <c:v>12</c:v>
                </c:pt>
                <c:pt idx="1923">
                  <c:v>1</c:v>
                </c:pt>
                <c:pt idx="1924">
                  <c:v>3</c:v>
                </c:pt>
                <c:pt idx="1925">
                  <c:v>1</c:v>
                </c:pt>
                <c:pt idx="1926">
                  <c:v>1</c:v>
                </c:pt>
                <c:pt idx="1927">
                  <c:v>23</c:v>
                </c:pt>
                <c:pt idx="1928">
                  <c:v>1</c:v>
                </c:pt>
                <c:pt idx="1929">
                  <c:v>3</c:v>
                </c:pt>
                <c:pt idx="1930">
                  <c:v>12</c:v>
                </c:pt>
                <c:pt idx="1931">
                  <c:v>11</c:v>
                </c:pt>
                <c:pt idx="1932">
                  <c:v>1</c:v>
                </c:pt>
                <c:pt idx="1933">
                  <c:v>128</c:v>
                </c:pt>
                <c:pt idx="1934">
                  <c:v>3</c:v>
                </c:pt>
                <c:pt idx="1935">
                  <c:v>27</c:v>
                </c:pt>
                <c:pt idx="1936">
                  <c:v>2</c:v>
                </c:pt>
                <c:pt idx="1937">
                  <c:v>6</c:v>
                </c:pt>
                <c:pt idx="1938">
                  <c:v>3</c:v>
                </c:pt>
                <c:pt idx="1939">
                  <c:v>4</c:v>
                </c:pt>
                <c:pt idx="1940">
                  <c:v>13</c:v>
                </c:pt>
                <c:pt idx="1941">
                  <c:v>3</c:v>
                </c:pt>
                <c:pt idx="1942">
                  <c:v>14</c:v>
                </c:pt>
                <c:pt idx="1943">
                  <c:v>12</c:v>
                </c:pt>
                <c:pt idx="1944">
                  <c:v>86</c:v>
                </c:pt>
                <c:pt idx="1945">
                  <c:v>1</c:v>
                </c:pt>
                <c:pt idx="1946">
                  <c:v>46</c:v>
                </c:pt>
                <c:pt idx="1947">
                  <c:v>2</c:v>
                </c:pt>
                <c:pt idx="1948">
                  <c:v>109</c:v>
                </c:pt>
                <c:pt idx="1949">
                  <c:v>1</c:v>
                </c:pt>
                <c:pt idx="1950">
                  <c:v>2</c:v>
                </c:pt>
                <c:pt idx="1951">
                  <c:v>46</c:v>
                </c:pt>
                <c:pt idx="1952">
                  <c:v>5</c:v>
                </c:pt>
                <c:pt idx="1953">
                  <c:v>3</c:v>
                </c:pt>
                <c:pt idx="1954">
                  <c:v>42</c:v>
                </c:pt>
                <c:pt idx="1955">
                  <c:v>3</c:v>
                </c:pt>
                <c:pt idx="1956">
                  <c:v>4</c:v>
                </c:pt>
                <c:pt idx="1957">
                  <c:v>1</c:v>
                </c:pt>
                <c:pt idx="1958">
                  <c:v>143</c:v>
                </c:pt>
                <c:pt idx="1959">
                  <c:v>1601</c:v>
                </c:pt>
                <c:pt idx="1960">
                  <c:v>26</c:v>
                </c:pt>
                <c:pt idx="1961">
                  <c:v>3</c:v>
                </c:pt>
                <c:pt idx="1962">
                  <c:v>1</c:v>
                </c:pt>
                <c:pt idx="1963">
                  <c:v>34</c:v>
                </c:pt>
                <c:pt idx="1964">
                  <c:v>1386</c:v>
                </c:pt>
                <c:pt idx="1965">
                  <c:v>9</c:v>
                </c:pt>
                <c:pt idx="1966">
                  <c:v>5</c:v>
                </c:pt>
                <c:pt idx="1967">
                  <c:v>7</c:v>
                </c:pt>
                <c:pt idx="1968">
                  <c:v>23</c:v>
                </c:pt>
                <c:pt idx="1969">
                  <c:v>94</c:v>
                </c:pt>
                <c:pt idx="1970">
                  <c:v>11</c:v>
                </c:pt>
                <c:pt idx="1971">
                  <c:v>1</c:v>
                </c:pt>
                <c:pt idx="1972">
                  <c:v>3</c:v>
                </c:pt>
                <c:pt idx="1973">
                  <c:v>16</c:v>
                </c:pt>
                <c:pt idx="1974">
                  <c:v>1</c:v>
                </c:pt>
                <c:pt idx="1975">
                  <c:v>7</c:v>
                </c:pt>
                <c:pt idx="1976">
                  <c:v>4</c:v>
                </c:pt>
                <c:pt idx="1977">
                  <c:v>6</c:v>
                </c:pt>
                <c:pt idx="1978">
                  <c:v>91</c:v>
                </c:pt>
                <c:pt idx="1979">
                  <c:v>2775</c:v>
                </c:pt>
                <c:pt idx="1980">
                  <c:v>2</c:v>
                </c:pt>
                <c:pt idx="1981">
                  <c:v>4</c:v>
                </c:pt>
                <c:pt idx="1982">
                  <c:v>18</c:v>
                </c:pt>
                <c:pt idx="1983">
                  <c:v>120</c:v>
                </c:pt>
                <c:pt idx="1984">
                  <c:v>1</c:v>
                </c:pt>
                <c:pt idx="1985">
                  <c:v>4</c:v>
                </c:pt>
                <c:pt idx="1986">
                  <c:v>12</c:v>
                </c:pt>
                <c:pt idx="1987">
                  <c:v>4</c:v>
                </c:pt>
                <c:pt idx="1988">
                  <c:v>3</c:v>
                </c:pt>
                <c:pt idx="1989">
                  <c:v>3</c:v>
                </c:pt>
                <c:pt idx="1990">
                  <c:v>1124</c:v>
                </c:pt>
                <c:pt idx="1991">
                  <c:v>15</c:v>
                </c:pt>
                <c:pt idx="1992">
                  <c:v>3</c:v>
                </c:pt>
                <c:pt idx="1993">
                  <c:v>23</c:v>
                </c:pt>
                <c:pt idx="1994">
                  <c:v>4</c:v>
                </c:pt>
                <c:pt idx="1995">
                  <c:v>3</c:v>
                </c:pt>
                <c:pt idx="1996">
                  <c:v>3</c:v>
                </c:pt>
                <c:pt idx="1997">
                  <c:v>98</c:v>
                </c:pt>
                <c:pt idx="1998">
                  <c:v>4</c:v>
                </c:pt>
                <c:pt idx="1999">
                  <c:v>5</c:v>
                </c:pt>
                <c:pt idx="2000">
                  <c:v>2</c:v>
                </c:pt>
                <c:pt idx="2001">
                  <c:v>2</c:v>
                </c:pt>
                <c:pt idx="2002">
                  <c:v>1</c:v>
                </c:pt>
                <c:pt idx="2003">
                  <c:v>2</c:v>
                </c:pt>
                <c:pt idx="2004">
                  <c:v>3</c:v>
                </c:pt>
                <c:pt idx="2005">
                  <c:v>2</c:v>
                </c:pt>
                <c:pt idx="2006">
                  <c:v>12</c:v>
                </c:pt>
                <c:pt idx="2007">
                  <c:v>7</c:v>
                </c:pt>
                <c:pt idx="2008">
                  <c:v>10</c:v>
                </c:pt>
                <c:pt idx="2009">
                  <c:v>3</c:v>
                </c:pt>
                <c:pt idx="2010">
                  <c:v>5</c:v>
                </c:pt>
                <c:pt idx="2011">
                  <c:v>3</c:v>
                </c:pt>
                <c:pt idx="2012">
                  <c:v>2</c:v>
                </c:pt>
                <c:pt idx="2013">
                  <c:v>1</c:v>
                </c:pt>
                <c:pt idx="2014">
                  <c:v>73</c:v>
                </c:pt>
                <c:pt idx="2015">
                  <c:v>7</c:v>
                </c:pt>
                <c:pt idx="2016">
                  <c:v>19</c:v>
                </c:pt>
                <c:pt idx="2017">
                  <c:v>5</c:v>
                </c:pt>
                <c:pt idx="2018">
                  <c:v>85</c:v>
                </c:pt>
                <c:pt idx="2019">
                  <c:v>2</c:v>
                </c:pt>
                <c:pt idx="2020">
                  <c:v>1</c:v>
                </c:pt>
                <c:pt idx="2021">
                  <c:v>480</c:v>
                </c:pt>
                <c:pt idx="2022">
                  <c:v>6</c:v>
                </c:pt>
                <c:pt idx="2023">
                  <c:v>11</c:v>
                </c:pt>
                <c:pt idx="2024">
                  <c:v>4</c:v>
                </c:pt>
                <c:pt idx="2025">
                  <c:v>3</c:v>
                </c:pt>
                <c:pt idx="2026">
                  <c:v>36</c:v>
                </c:pt>
                <c:pt idx="2027">
                  <c:v>7</c:v>
                </c:pt>
                <c:pt idx="2028">
                  <c:v>4</c:v>
                </c:pt>
                <c:pt idx="2029">
                  <c:v>2</c:v>
                </c:pt>
                <c:pt idx="2030">
                  <c:v>1</c:v>
                </c:pt>
                <c:pt idx="2031">
                  <c:v>2</c:v>
                </c:pt>
                <c:pt idx="2032">
                  <c:v>3</c:v>
                </c:pt>
                <c:pt idx="2033">
                  <c:v>3</c:v>
                </c:pt>
                <c:pt idx="2034">
                  <c:v>16</c:v>
                </c:pt>
                <c:pt idx="2035">
                  <c:v>133</c:v>
                </c:pt>
                <c:pt idx="2036">
                  <c:v>33</c:v>
                </c:pt>
                <c:pt idx="2037">
                  <c:v>1</c:v>
                </c:pt>
                <c:pt idx="2038">
                  <c:v>5</c:v>
                </c:pt>
                <c:pt idx="2039">
                  <c:v>26</c:v>
                </c:pt>
                <c:pt idx="2040">
                  <c:v>1</c:v>
                </c:pt>
                <c:pt idx="2041">
                  <c:v>3</c:v>
                </c:pt>
                <c:pt idx="2042">
                  <c:v>1</c:v>
                </c:pt>
                <c:pt idx="2043">
                  <c:v>11</c:v>
                </c:pt>
                <c:pt idx="2044">
                  <c:v>24</c:v>
                </c:pt>
                <c:pt idx="2045">
                  <c:v>1</c:v>
                </c:pt>
                <c:pt idx="2046">
                  <c:v>3</c:v>
                </c:pt>
                <c:pt idx="2047">
                  <c:v>43</c:v>
                </c:pt>
                <c:pt idx="2048">
                  <c:v>3</c:v>
                </c:pt>
                <c:pt idx="2049">
                  <c:v>39</c:v>
                </c:pt>
                <c:pt idx="2050">
                  <c:v>7</c:v>
                </c:pt>
                <c:pt idx="2051">
                  <c:v>7</c:v>
                </c:pt>
                <c:pt idx="2052">
                  <c:v>1</c:v>
                </c:pt>
                <c:pt idx="2053">
                  <c:v>25</c:v>
                </c:pt>
                <c:pt idx="2054">
                  <c:v>3</c:v>
                </c:pt>
                <c:pt idx="2055">
                  <c:v>5</c:v>
                </c:pt>
                <c:pt idx="2056">
                  <c:v>1</c:v>
                </c:pt>
                <c:pt idx="2057">
                  <c:v>2</c:v>
                </c:pt>
                <c:pt idx="2058">
                  <c:v>1</c:v>
                </c:pt>
                <c:pt idx="2059">
                  <c:v>8</c:v>
                </c:pt>
                <c:pt idx="2060">
                  <c:v>3</c:v>
                </c:pt>
                <c:pt idx="2061">
                  <c:v>2</c:v>
                </c:pt>
                <c:pt idx="2062">
                  <c:v>1</c:v>
                </c:pt>
                <c:pt idx="2063">
                  <c:v>1</c:v>
                </c:pt>
                <c:pt idx="2064">
                  <c:v>1</c:v>
                </c:pt>
                <c:pt idx="2065">
                  <c:v>13</c:v>
                </c:pt>
                <c:pt idx="2066">
                  <c:v>11</c:v>
                </c:pt>
                <c:pt idx="2067">
                  <c:v>4702</c:v>
                </c:pt>
                <c:pt idx="2068">
                  <c:v>9</c:v>
                </c:pt>
                <c:pt idx="2069">
                  <c:v>2</c:v>
                </c:pt>
                <c:pt idx="2070">
                  <c:v>33</c:v>
                </c:pt>
                <c:pt idx="2071">
                  <c:v>1</c:v>
                </c:pt>
                <c:pt idx="2072">
                  <c:v>59</c:v>
                </c:pt>
                <c:pt idx="2073">
                  <c:v>2</c:v>
                </c:pt>
                <c:pt idx="2074">
                  <c:v>21</c:v>
                </c:pt>
                <c:pt idx="2075">
                  <c:v>2</c:v>
                </c:pt>
                <c:pt idx="2076">
                  <c:v>5</c:v>
                </c:pt>
                <c:pt idx="2077">
                  <c:v>10</c:v>
                </c:pt>
                <c:pt idx="2078">
                  <c:v>2</c:v>
                </c:pt>
                <c:pt idx="2079">
                  <c:v>6</c:v>
                </c:pt>
                <c:pt idx="2080">
                  <c:v>4</c:v>
                </c:pt>
                <c:pt idx="2081">
                  <c:v>3</c:v>
                </c:pt>
                <c:pt idx="2082">
                  <c:v>11</c:v>
                </c:pt>
                <c:pt idx="2083">
                  <c:v>3</c:v>
                </c:pt>
                <c:pt idx="2084">
                  <c:v>2</c:v>
                </c:pt>
                <c:pt idx="2085">
                  <c:v>1</c:v>
                </c:pt>
                <c:pt idx="2086">
                  <c:v>2</c:v>
                </c:pt>
                <c:pt idx="2087">
                  <c:v>1</c:v>
                </c:pt>
                <c:pt idx="2088">
                  <c:v>1</c:v>
                </c:pt>
                <c:pt idx="2089">
                  <c:v>2</c:v>
                </c:pt>
                <c:pt idx="2090">
                  <c:v>12</c:v>
                </c:pt>
                <c:pt idx="2091">
                  <c:v>150</c:v>
                </c:pt>
                <c:pt idx="2092">
                  <c:v>3</c:v>
                </c:pt>
                <c:pt idx="2093">
                  <c:v>11</c:v>
                </c:pt>
                <c:pt idx="2094">
                  <c:v>7</c:v>
                </c:pt>
                <c:pt idx="2095">
                  <c:v>12</c:v>
                </c:pt>
                <c:pt idx="2096">
                  <c:v>3</c:v>
                </c:pt>
                <c:pt idx="2097">
                  <c:v>2</c:v>
                </c:pt>
                <c:pt idx="2098">
                  <c:v>235</c:v>
                </c:pt>
                <c:pt idx="2099">
                  <c:v>5</c:v>
                </c:pt>
                <c:pt idx="2100">
                  <c:v>3</c:v>
                </c:pt>
                <c:pt idx="2101">
                  <c:v>65</c:v>
                </c:pt>
                <c:pt idx="2102">
                  <c:v>7</c:v>
                </c:pt>
                <c:pt idx="2103">
                  <c:v>63</c:v>
                </c:pt>
                <c:pt idx="2104">
                  <c:v>5</c:v>
                </c:pt>
                <c:pt idx="2105">
                  <c:v>5</c:v>
                </c:pt>
                <c:pt idx="2106">
                  <c:v>17</c:v>
                </c:pt>
                <c:pt idx="2107">
                  <c:v>7</c:v>
                </c:pt>
                <c:pt idx="2108">
                  <c:v>3</c:v>
                </c:pt>
                <c:pt idx="2109">
                  <c:v>14</c:v>
                </c:pt>
                <c:pt idx="2110">
                  <c:v>2</c:v>
                </c:pt>
                <c:pt idx="2111">
                  <c:v>1285</c:v>
                </c:pt>
                <c:pt idx="2112">
                  <c:v>1</c:v>
                </c:pt>
                <c:pt idx="2113">
                  <c:v>16</c:v>
                </c:pt>
                <c:pt idx="2114">
                  <c:v>18</c:v>
                </c:pt>
                <c:pt idx="2115">
                  <c:v>10</c:v>
                </c:pt>
                <c:pt idx="2116">
                  <c:v>4</c:v>
                </c:pt>
                <c:pt idx="2117">
                  <c:v>1</c:v>
                </c:pt>
                <c:pt idx="2118">
                  <c:v>14</c:v>
                </c:pt>
                <c:pt idx="2119">
                  <c:v>87</c:v>
                </c:pt>
                <c:pt idx="2120">
                  <c:v>3</c:v>
                </c:pt>
                <c:pt idx="2121">
                  <c:v>2</c:v>
                </c:pt>
                <c:pt idx="2122">
                  <c:v>4</c:v>
                </c:pt>
                <c:pt idx="2123">
                  <c:v>3</c:v>
                </c:pt>
                <c:pt idx="2124">
                  <c:v>1</c:v>
                </c:pt>
                <c:pt idx="2125">
                  <c:v>3</c:v>
                </c:pt>
                <c:pt idx="2126">
                  <c:v>99</c:v>
                </c:pt>
                <c:pt idx="2127">
                  <c:v>238</c:v>
                </c:pt>
                <c:pt idx="2128">
                  <c:v>17</c:v>
                </c:pt>
                <c:pt idx="2129">
                  <c:v>1</c:v>
                </c:pt>
                <c:pt idx="2130">
                  <c:v>319</c:v>
                </c:pt>
                <c:pt idx="2131">
                  <c:v>1174</c:v>
                </c:pt>
                <c:pt idx="2132">
                  <c:v>25</c:v>
                </c:pt>
                <c:pt idx="2133">
                  <c:v>1</c:v>
                </c:pt>
                <c:pt idx="2134">
                  <c:v>118</c:v>
                </c:pt>
                <c:pt idx="2135">
                  <c:v>31</c:v>
                </c:pt>
                <c:pt idx="2136">
                  <c:v>5</c:v>
                </c:pt>
                <c:pt idx="2137">
                  <c:v>29</c:v>
                </c:pt>
                <c:pt idx="2138">
                  <c:v>2</c:v>
                </c:pt>
                <c:pt idx="2139">
                  <c:v>3749</c:v>
                </c:pt>
                <c:pt idx="2140">
                  <c:v>2</c:v>
                </c:pt>
                <c:pt idx="2141">
                  <c:v>2</c:v>
                </c:pt>
                <c:pt idx="2142">
                  <c:v>5</c:v>
                </c:pt>
                <c:pt idx="2143">
                  <c:v>4</c:v>
                </c:pt>
                <c:pt idx="2144">
                  <c:v>11</c:v>
                </c:pt>
                <c:pt idx="2145">
                  <c:v>17</c:v>
                </c:pt>
                <c:pt idx="2146">
                  <c:v>5</c:v>
                </c:pt>
                <c:pt idx="2147">
                  <c:v>3</c:v>
                </c:pt>
                <c:pt idx="2148">
                  <c:v>16</c:v>
                </c:pt>
                <c:pt idx="2149">
                  <c:v>2</c:v>
                </c:pt>
                <c:pt idx="2150">
                  <c:v>1</c:v>
                </c:pt>
                <c:pt idx="2151">
                  <c:v>6</c:v>
                </c:pt>
                <c:pt idx="2152">
                  <c:v>3</c:v>
                </c:pt>
                <c:pt idx="2153">
                  <c:v>44</c:v>
                </c:pt>
                <c:pt idx="2154">
                  <c:v>7</c:v>
                </c:pt>
                <c:pt idx="2155">
                  <c:v>3</c:v>
                </c:pt>
                <c:pt idx="2156">
                  <c:v>77</c:v>
                </c:pt>
                <c:pt idx="2157">
                  <c:v>4</c:v>
                </c:pt>
                <c:pt idx="2158">
                  <c:v>1</c:v>
                </c:pt>
                <c:pt idx="2159">
                  <c:v>135</c:v>
                </c:pt>
                <c:pt idx="2160">
                  <c:v>58</c:v>
                </c:pt>
                <c:pt idx="2161">
                  <c:v>366</c:v>
                </c:pt>
                <c:pt idx="2162">
                  <c:v>26</c:v>
                </c:pt>
                <c:pt idx="2163">
                  <c:v>50</c:v>
                </c:pt>
                <c:pt idx="2164">
                  <c:v>23</c:v>
                </c:pt>
                <c:pt idx="2165">
                  <c:v>2</c:v>
                </c:pt>
                <c:pt idx="2166">
                  <c:v>3</c:v>
                </c:pt>
                <c:pt idx="2167">
                  <c:v>2</c:v>
                </c:pt>
                <c:pt idx="2168">
                  <c:v>10</c:v>
                </c:pt>
                <c:pt idx="2169">
                  <c:v>1</c:v>
                </c:pt>
                <c:pt idx="2170">
                  <c:v>2</c:v>
                </c:pt>
                <c:pt idx="2171">
                  <c:v>12</c:v>
                </c:pt>
                <c:pt idx="2172">
                  <c:v>470</c:v>
                </c:pt>
                <c:pt idx="2173">
                  <c:v>283</c:v>
                </c:pt>
                <c:pt idx="2174">
                  <c:v>1</c:v>
                </c:pt>
                <c:pt idx="2175">
                  <c:v>18</c:v>
                </c:pt>
                <c:pt idx="2176">
                  <c:v>3</c:v>
                </c:pt>
                <c:pt idx="2177">
                  <c:v>4117</c:v>
                </c:pt>
                <c:pt idx="2178">
                  <c:v>3</c:v>
                </c:pt>
                <c:pt idx="2179">
                  <c:v>4</c:v>
                </c:pt>
                <c:pt idx="2180">
                  <c:v>70</c:v>
                </c:pt>
                <c:pt idx="2181">
                  <c:v>3</c:v>
                </c:pt>
                <c:pt idx="2182">
                  <c:v>14</c:v>
                </c:pt>
                <c:pt idx="2183">
                  <c:v>5</c:v>
                </c:pt>
                <c:pt idx="2184">
                  <c:v>1</c:v>
                </c:pt>
                <c:pt idx="2185">
                  <c:v>42</c:v>
                </c:pt>
                <c:pt idx="2186">
                  <c:v>4</c:v>
                </c:pt>
                <c:pt idx="2187">
                  <c:v>353</c:v>
                </c:pt>
                <c:pt idx="2188">
                  <c:v>5</c:v>
                </c:pt>
                <c:pt idx="2189">
                  <c:v>5</c:v>
                </c:pt>
                <c:pt idx="2190">
                  <c:v>2</c:v>
                </c:pt>
                <c:pt idx="2191">
                  <c:v>6</c:v>
                </c:pt>
                <c:pt idx="2192">
                  <c:v>1</c:v>
                </c:pt>
                <c:pt idx="2193">
                  <c:v>6</c:v>
                </c:pt>
                <c:pt idx="2194">
                  <c:v>4</c:v>
                </c:pt>
                <c:pt idx="2195">
                  <c:v>14</c:v>
                </c:pt>
                <c:pt idx="2196">
                  <c:v>6</c:v>
                </c:pt>
                <c:pt idx="2197">
                  <c:v>103</c:v>
                </c:pt>
                <c:pt idx="2198">
                  <c:v>1</c:v>
                </c:pt>
                <c:pt idx="2199">
                  <c:v>8</c:v>
                </c:pt>
                <c:pt idx="2200">
                  <c:v>9</c:v>
                </c:pt>
                <c:pt idx="2201">
                  <c:v>11</c:v>
                </c:pt>
                <c:pt idx="2202">
                  <c:v>5</c:v>
                </c:pt>
                <c:pt idx="2203">
                  <c:v>787</c:v>
                </c:pt>
                <c:pt idx="2204">
                  <c:v>179</c:v>
                </c:pt>
                <c:pt idx="2205">
                  <c:v>1</c:v>
                </c:pt>
                <c:pt idx="2206">
                  <c:v>30</c:v>
                </c:pt>
                <c:pt idx="2207">
                  <c:v>8</c:v>
                </c:pt>
                <c:pt idx="2208">
                  <c:v>7</c:v>
                </c:pt>
                <c:pt idx="2209">
                  <c:v>3</c:v>
                </c:pt>
                <c:pt idx="2210">
                  <c:v>7</c:v>
                </c:pt>
                <c:pt idx="2211">
                  <c:v>171</c:v>
                </c:pt>
                <c:pt idx="2212">
                  <c:v>5</c:v>
                </c:pt>
                <c:pt idx="2213">
                  <c:v>4</c:v>
                </c:pt>
                <c:pt idx="2214">
                  <c:v>1</c:v>
                </c:pt>
                <c:pt idx="2215">
                  <c:v>236</c:v>
                </c:pt>
                <c:pt idx="2216">
                  <c:v>3</c:v>
                </c:pt>
                <c:pt idx="2217">
                  <c:v>71</c:v>
                </c:pt>
                <c:pt idx="2218">
                  <c:v>3</c:v>
                </c:pt>
                <c:pt idx="2219">
                  <c:v>3</c:v>
                </c:pt>
                <c:pt idx="2220">
                  <c:v>65</c:v>
                </c:pt>
                <c:pt idx="2221">
                  <c:v>5</c:v>
                </c:pt>
                <c:pt idx="2222">
                  <c:v>38</c:v>
                </c:pt>
                <c:pt idx="2223">
                  <c:v>4</c:v>
                </c:pt>
                <c:pt idx="2224">
                  <c:v>5</c:v>
                </c:pt>
                <c:pt idx="2225">
                  <c:v>6</c:v>
                </c:pt>
                <c:pt idx="2226">
                  <c:v>46</c:v>
                </c:pt>
                <c:pt idx="2227">
                  <c:v>10</c:v>
                </c:pt>
                <c:pt idx="2228">
                  <c:v>2</c:v>
                </c:pt>
                <c:pt idx="2229">
                  <c:v>1</c:v>
                </c:pt>
                <c:pt idx="2230">
                  <c:v>10</c:v>
                </c:pt>
                <c:pt idx="2231">
                  <c:v>9</c:v>
                </c:pt>
                <c:pt idx="2232">
                  <c:v>47</c:v>
                </c:pt>
                <c:pt idx="2233">
                  <c:v>1</c:v>
                </c:pt>
                <c:pt idx="2234">
                  <c:v>1</c:v>
                </c:pt>
                <c:pt idx="2235">
                  <c:v>1355</c:v>
                </c:pt>
                <c:pt idx="2236">
                  <c:v>10</c:v>
                </c:pt>
                <c:pt idx="2237">
                  <c:v>11</c:v>
                </c:pt>
                <c:pt idx="2238">
                  <c:v>4</c:v>
                </c:pt>
                <c:pt idx="2239">
                  <c:v>13</c:v>
                </c:pt>
                <c:pt idx="2240">
                  <c:v>4</c:v>
                </c:pt>
                <c:pt idx="2241">
                  <c:v>4</c:v>
                </c:pt>
                <c:pt idx="2242">
                  <c:v>21</c:v>
                </c:pt>
                <c:pt idx="2243">
                  <c:v>5</c:v>
                </c:pt>
                <c:pt idx="2244">
                  <c:v>2</c:v>
                </c:pt>
                <c:pt idx="2245">
                  <c:v>26</c:v>
                </c:pt>
                <c:pt idx="2246">
                  <c:v>3</c:v>
                </c:pt>
                <c:pt idx="2247">
                  <c:v>6</c:v>
                </c:pt>
                <c:pt idx="2248">
                  <c:v>3</c:v>
                </c:pt>
                <c:pt idx="2249">
                  <c:v>23</c:v>
                </c:pt>
                <c:pt idx="2250">
                  <c:v>13</c:v>
                </c:pt>
                <c:pt idx="2251">
                  <c:v>51</c:v>
                </c:pt>
                <c:pt idx="2252">
                  <c:v>1</c:v>
                </c:pt>
                <c:pt idx="2253">
                  <c:v>3</c:v>
                </c:pt>
                <c:pt idx="2254">
                  <c:v>5</c:v>
                </c:pt>
                <c:pt idx="2255">
                  <c:v>2</c:v>
                </c:pt>
                <c:pt idx="2256">
                  <c:v>12</c:v>
                </c:pt>
                <c:pt idx="2257">
                  <c:v>1</c:v>
                </c:pt>
                <c:pt idx="2258">
                  <c:v>1</c:v>
                </c:pt>
                <c:pt idx="2259">
                  <c:v>7</c:v>
                </c:pt>
                <c:pt idx="2260">
                  <c:v>2</c:v>
                </c:pt>
                <c:pt idx="2261">
                  <c:v>9</c:v>
                </c:pt>
                <c:pt idx="2262">
                  <c:v>1</c:v>
                </c:pt>
                <c:pt idx="2263">
                  <c:v>47</c:v>
                </c:pt>
                <c:pt idx="2264">
                  <c:v>20</c:v>
                </c:pt>
                <c:pt idx="2265">
                  <c:v>3</c:v>
                </c:pt>
                <c:pt idx="2266">
                  <c:v>3</c:v>
                </c:pt>
                <c:pt idx="2267">
                  <c:v>8</c:v>
                </c:pt>
                <c:pt idx="2268">
                  <c:v>1</c:v>
                </c:pt>
                <c:pt idx="2269">
                  <c:v>3</c:v>
                </c:pt>
                <c:pt idx="2270">
                  <c:v>23</c:v>
                </c:pt>
                <c:pt idx="2271">
                  <c:v>4</c:v>
                </c:pt>
                <c:pt idx="2272">
                  <c:v>6</c:v>
                </c:pt>
                <c:pt idx="2273">
                  <c:v>2</c:v>
                </c:pt>
                <c:pt idx="2274">
                  <c:v>25</c:v>
                </c:pt>
                <c:pt idx="2275">
                  <c:v>1</c:v>
                </c:pt>
                <c:pt idx="2276">
                  <c:v>22</c:v>
                </c:pt>
                <c:pt idx="2277">
                  <c:v>6</c:v>
                </c:pt>
                <c:pt idx="2278">
                  <c:v>1</c:v>
                </c:pt>
                <c:pt idx="2279">
                  <c:v>11</c:v>
                </c:pt>
                <c:pt idx="2280">
                  <c:v>72</c:v>
                </c:pt>
                <c:pt idx="2281">
                  <c:v>5</c:v>
                </c:pt>
                <c:pt idx="2282">
                  <c:v>1</c:v>
                </c:pt>
                <c:pt idx="2283">
                  <c:v>7</c:v>
                </c:pt>
                <c:pt idx="2284">
                  <c:v>1</c:v>
                </c:pt>
                <c:pt idx="2285">
                  <c:v>1</c:v>
                </c:pt>
                <c:pt idx="2286">
                  <c:v>6</c:v>
                </c:pt>
                <c:pt idx="2287">
                  <c:v>50</c:v>
                </c:pt>
                <c:pt idx="2288">
                  <c:v>30</c:v>
                </c:pt>
                <c:pt idx="2289">
                  <c:v>12</c:v>
                </c:pt>
                <c:pt idx="2290">
                  <c:v>3</c:v>
                </c:pt>
                <c:pt idx="2291">
                  <c:v>14</c:v>
                </c:pt>
                <c:pt idx="2292">
                  <c:v>139</c:v>
                </c:pt>
                <c:pt idx="2293">
                  <c:v>5</c:v>
                </c:pt>
                <c:pt idx="2294">
                  <c:v>1</c:v>
                </c:pt>
                <c:pt idx="2295">
                  <c:v>3</c:v>
                </c:pt>
                <c:pt idx="2296">
                  <c:v>4</c:v>
                </c:pt>
                <c:pt idx="2297">
                  <c:v>10</c:v>
                </c:pt>
                <c:pt idx="2298">
                  <c:v>2</c:v>
                </c:pt>
                <c:pt idx="2299">
                  <c:v>1</c:v>
                </c:pt>
                <c:pt idx="2300">
                  <c:v>5</c:v>
                </c:pt>
                <c:pt idx="2301">
                  <c:v>1</c:v>
                </c:pt>
                <c:pt idx="2302">
                  <c:v>8</c:v>
                </c:pt>
                <c:pt idx="2303">
                  <c:v>4</c:v>
                </c:pt>
                <c:pt idx="2304">
                  <c:v>8</c:v>
                </c:pt>
                <c:pt idx="2305">
                  <c:v>5</c:v>
                </c:pt>
                <c:pt idx="2306">
                  <c:v>1</c:v>
                </c:pt>
                <c:pt idx="2307">
                  <c:v>265</c:v>
                </c:pt>
                <c:pt idx="2308">
                  <c:v>9</c:v>
                </c:pt>
                <c:pt idx="2309">
                  <c:v>9</c:v>
                </c:pt>
                <c:pt idx="2310">
                  <c:v>4</c:v>
                </c:pt>
                <c:pt idx="2311">
                  <c:v>2</c:v>
                </c:pt>
                <c:pt idx="2312">
                  <c:v>7</c:v>
                </c:pt>
                <c:pt idx="2313">
                  <c:v>2</c:v>
                </c:pt>
                <c:pt idx="2314">
                  <c:v>5</c:v>
                </c:pt>
                <c:pt idx="2315">
                  <c:v>3</c:v>
                </c:pt>
                <c:pt idx="2316">
                  <c:v>2</c:v>
                </c:pt>
                <c:pt idx="2317">
                  <c:v>2276</c:v>
                </c:pt>
                <c:pt idx="2318">
                  <c:v>7</c:v>
                </c:pt>
                <c:pt idx="2319">
                  <c:v>45</c:v>
                </c:pt>
                <c:pt idx="2320">
                  <c:v>1</c:v>
                </c:pt>
                <c:pt idx="2321">
                  <c:v>7</c:v>
                </c:pt>
                <c:pt idx="2322">
                  <c:v>15</c:v>
                </c:pt>
                <c:pt idx="2323">
                  <c:v>206</c:v>
                </c:pt>
                <c:pt idx="2324">
                  <c:v>1</c:v>
                </c:pt>
                <c:pt idx="2325">
                  <c:v>2</c:v>
                </c:pt>
                <c:pt idx="2326">
                  <c:v>5</c:v>
                </c:pt>
                <c:pt idx="2327">
                  <c:v>22</c:v>
                </c:pt>
                <c:pt idx="2328">
                  <c:v>3</c:v>
                </c:pt>
                <c:pt idx="2329">
                  <c:v>1</c:v>
                </c:pt>
                <c:pt idx="2330">
                  <c:v>75</c:v>
                </c:pt>
                <c:pt idx="2331">
                  <c:v>205</c:v>
                </c:pt>
                <c:pt idx="2332">
                  <c:v>26</c:v>
                </c:pt>
                <c:pt idx="2333">
                  <c:v>104</c:v>
                </c:pt>
                <c:pt idx="2334">
                  <c:v>1</c:v>
                </c:pt>
                <c:pt idx="2335">
                  <c:v>3</c:v>
                </c:pt>
                <c:pt idx="2336">
                  <c:v>2</c:v>
                </c:pt>
                <c:pt idx="2337">
                  <c:v>14</c:v>
                </c:pt>
                <c:pt idx="2338">
                  <c:v>10</c:v>
                </c:pt>
                <c:pt idx="2339">
                  <c:v>2</c:v>
                </c:pt>
                <c:pt idx="2340">
                  <c:v>227</c:v>
                </c:pt>
                <c:pt idx="2341">
                  <c:v>2</c:v>
                </c:pt>
                <c:pt idx="2342">
                  <c:v>4</c:v>
                </c:pt>
                <c:pt idx="2343">
                  <c:v>7</c:v>
                </c:pt>
                <c:pt idx="2344">
                  <c:v>2</c:v>
                </c:pt>
                <c:pt idx="2345">
                  <c:v>1</c:v>
                </c:pt>
                <c:pt idx="2346">
                  <c:v>109</c:v>
                </c:pt>
                <c:pt idx="2347">
                  <c:v>37</c:v>
                </c:pt>
                <c:pt idx="2348">
                  <c:v>4</c:v>
                </c:pt>
                <c:pt idx="2349">
                  <c:v>6</c:v>
                </c:pt>
                <c:pt idx="2350">
                  <c:v>1</c:v>
                </c:pt>
                <c:pt idx="2351">
                  <c:v>37</c:v>
                </c:pt>
                <c:pt idx="2352">
                  <c:v>1</c:v>
                </c:pt>
                <c:pt idx="2353">
                  <c:v>62</c:v>
                </c:pt>
                <c:pt idx="2354">
                  <c:v>1</c:v>
                </c:pt>
                <c:pt idx="2355">
                  <c:v>20</c:v>
                </c:pt>
                <c:pt idx="2356">
                  <c:v>100</c:v>
                </c:pt>
                <c:pt idx="2357">
                  <c:v>110</c:v>
                </c:pt>
                <c:pt idx="2358">
                  <c:v>3</c:v>
                </c:pt>
                <c:pt idx="2359">
                  <c:v>4</c:v>
                </c:pt>
                <c:pt idx="2360">
                  <c:v>183</c:v>
                </c:pt>
                <c:pt idx="2361">
                  <c:v>2</c:v>
                </c:pt>
                <c:pt idx="2362">
                  <c:v>2</c:v>
                </c:pt>
                <c:pt idx="2363">
                  <c:v>1</c:v>
                </c:pt>
                <c:pt idx="2364">
                  <c:v>39</c:v>
                </c:pt>
                <c:pt idx="2365">
                  <c:v>12</c:v>
                </c:pt>
                <c:pt idx="2366">
                  <c:v>3</c:v>
                </c:pt>
                <c:pt idx="2367">
                  <c:v>7</c:v>
                </c:pt>
                <c:pt idx="2368">
                  <c:v>11</c:v>
                </c:pt>
                <c:pt idx="2369">
                  <c:v>2</c:v>
                </c:pt>
                <c:pt idx="2370">
                  <c:v>159</c:v>
                </c:pt>
                <c:pt idx="2371">
                  <c:v>51</c:v>
                </c:pt>
                <c:pt idx="2372">
                  <c:v>1</c:v>
                </c:pt>
                <c:pt idx="2373">
                  <c:v>4</c:v>
                </c:pt>
                <c:pt idx="2374">
                  <c:v>17</c:v>
                </c:pt>
                <c:pt idx="2375">
                  <c:v>13</c:v>
                </c:pt>
                <c:pt idx="2376">
                  <c:v>6</c:v>
                </c:pt>
                <c:pt idx="2377">
                  <c:v>2</c:v>
                </c:pt>
                <c:pt idx="2378">
                  <c:v>13</c:v>
                </c:pt>
                <c:pt idx="2379">
                  <c:v>1</c:v>
                </c:pt>
                <c:pt idx="2380">
                  <c:v>2</c:v>
                </c:pt>
                <c:pt idx="2381">
                  <c:v>64</c:v>
                </c:pt>
                <c:pt idx="2382">
                  <c:v>16</c:v>
                </c:pt>
                <c:pt idx="2383">
                  <c:v>2</c:v>
                </c:pt>
                <c:pt idx="2384">
                  <c:v>129</c:v>
                </c:pt>
                <c:pt idx="2385">
                  <c:v>5</c:v>
                </c:pt>
                <c:pt idx="2386">
                  <c:v>10</c:v>
                </c:pt>
                <c:pt idx="2387">
                  <c:v>24</c:v>
                </c:pt>
                <c:pt idx="2388">
                  <c:v>146</c:v>
                </c:pt>
                <c:pt idx="2389">
                  <c:v>6</c:v>
                </c:pt>
                <c:pt idx="2390">
                  <c:v>63</c:v>
                </c:pt>
                <c:pt idx="2391">
                  <c:v>5</c:v>
                </c:pt>
                <c:pt idx="2392">
                  <c:v>2</c:v>
                </c:pt>
                <c:pt idx="2393">
                  <c:v>9</c:v>
                </c:pt>
                <c:pt idx="2394">
                  <c:v>1</c:v>
                </c:pt>
                <c:pt idx="2395">
                  <c:v>5</c:v>
                </c:pt>
                <c:pt idx="2396">
                  <c:v>5</c:v>
                </c:pt>
                <c:pt idx="2397">
                  <c:v>13</c:v>
                </c:pt>
                <c:pt idx="2398">
                  <c:v>1</c:v>
                </c:pt>
                <c:pt idx="2399">
                  <c:v>5</c:v>
                </c:pt>
                <c:pt idx="2400">
                  <c:v>25</c:v>
                </c:pt>
                <c:pt idx="2401">
                  <c:v>3</c:v>
                </c:pt>
                <c:pt idx="2402">
                  <c:v>2</c:v>
                </c:pt>
                <c:pt idx="2403">
                  <c:v>1</c:v>
                </c:pt>
                <c:pt idx="2404">
                  <c:v>35</c:v>
                </c:pt>
                <c:pt idx="2405">
                  <c:v>9</c:v>
                </c:pt>
                <c:pt idx="2406">
                  <c:v>7</c:v>
                </c:pt>
                <c:pt idx="2407">
                  <c:v>98</c:v>
                </c:pt>
                <c:pt idx="2408">
                  <c:v>14</c:v>
                </c:pt>
                <c:pt idx="2409">
                  <c:v>1</c:v>
                </c:pt>
                <c:pt idx="2410">
                  <c:v>18</c:v>
                </c:pt>
                <c:pt idx="2411">
                  <c:v>3</c:v>
                </c:pt>
                <c:pt idx="2412">
                  <c:v>20</c:v>
                </c:pt>
                <c:pt idx="2413">
                  <c:v>11</c:v>
                </c:pt>
                <c:pt idx="2414">
                  <c:v>4</c:v>
                </c:pt>
                <c:pt idx="2415">
                  <c:v>2</c:v>
                </c:pt>
                <c:pt idx="2416">
                  <c:v>594</c:v>
                </c:pt>
                <c:pt idx="2417">
                  <c:v>7</c:v>
                </c:pt>
                <c:pt idx="2418">
                  <c:v>12</c:v>
                </c:pt>
                <c:pt idx="2419">
                  <c:v>3</c:v>
                </c:pt>
                <c:pt idx="2420">
                  <c:v>29</c:v>
                </c:pt>
                <c:pt idx="2421">
                  <c:v>3</c:v>
                </c:pt>
                <c:pt idx="2422">
                  <c:v>28</c:v>
                </c:pt>
                <c:pt idx="2423">
                  <c:v>11</c:v>
                </c:pt>
                <c:pt idx="2424">
                  <c:v>4</c:v>
                </c:pt>
                <c:pt idx="2425">
                  <c:v>8</c:v>
                </c:pt>
                <c:pt idx="2426">
                  <c:v>34</c:v>
                </c:pt>
                <c:pt idx="2427">
                  <c:v>14</c:v>
                </c:pt>
                <c:pt idx="2428">
                  <c:v>13</c:v>
                </c:pt>
                <c:pt idx="2429">
                  <c:v>1</c:v>
                </c:pt>
                <c:pt idx="2430">
                  <c:v>4</c:v>
                </c:pt>
                <c:pt idx="2431">
                  <c:v>6</c:v>
                </c:pt>
                <c:pt idx="2432">
                  <c:v>7</c:v>
                </c:pt>
                <c:pt idx="2433">
                  <c:v>3</c:v>
                </c:pt>
                <c:pt idx="2434">
                  <c:v>52</c:v>
                </c:pt>
                <c:pt idx="2435">
                  <c:v>2</c:v>
                </c:pt>
                <c:pt idx="2436">
                  <c:v>2</c:v>
                </c:pt>
                <c:pt idx="2437">
                  <c:v>2</c:v>
                </c:pt>
                <c:pt idx="2438">
                  <c:v>16</c:v>
                </c:pt>
                <c:pt idx="2439">
                  <c:v>14</c:v>
                </c:pt>
                <c:pt idx="2440">
                  <c:v>3</c:v>
                </c:pt>
                <c:pt idx="2441">
                  <c:v>3</c:v>
                </c:pt>
                <c:pt idx="2442">
                  <c:v>3</c:v>
                </c:pt>
                <c:pt idx="2443">
                  <c:v>1</c:v>
                </c:pt>
                <c:pt idx="2444">
                  <c:v>2</c:v>
                </c:pt>
                <c:pt idx="2445">
                  <c:v>2</c:v>
                </c:pt>
                <c:pt idx="2446">
                  <c:v>468</c:v>
                </c:pt>
                <c:pt idx="2447">
                  <c:v>8</c:v>
                </c:pt>
                <c:pt idx="2448">
                  <c:v>18</c:v>
                </c:pt>
                <c:pt idx="2449">
                  <c:v>5</c:v>
                </c:pt>
                <c:pt idx="2450">
                  <c:v>703</c:v>
                </c:pt>
                <c:pt idx="2451">
                  <c:v>1</c:v>
                </c:pt>
                <c:pt idx="2452">
                  <c:v>1</c:v>
                </c:pt>
                <c:pt idx="2453">
                  <c:v>2</c:v>
                </c:pt>
                <c:pt idx="2454">
                  <c:v>7</c:v>
                </c:pt>
                <c:pt idx="2455">
                  <c:v>25</c:v>
                </c:pt>
                <c:pt idx="2456">
                  <c:v>2</c:v>
                </c:pt>
                <c:pt idx="2457">
                  <c:v>5</c:v>
                </c:pt>
                <c:pt idx="2458">
                  <c:v>5</c:v>
                </c:pt>
                <c:pt idx="2459">
                  <c:v>2</c:v>
                </c:pt>
                <c:pt idx="2460">
                  <c:v>35</c:v>
                </c:pt>
                <c:pt idx="2461">
                  <c:v>186</c:v>
                </c:pt>
                <c:pt idx="2462">
                  <c:v>11</c:v>
                </c:pt>
                <c:pt idx="2463">
                  <c:v>4</c:v>
                </c:pt>
                <c:pt idx="2464">
                  <c:v>6</c:v>
                </c:pt>
                <c:pt idx="2465">
                  <c:v>14</c:v>
                </c:pt>
                <c:pt idx="2466">
                  <c:v>111</c:v>
                </c:pt>
                <c:pt idx="2467">
                  <c:v>8</c:v>
                </c:pt>
                <c:pt idx="2468">
                  <c:v>115</c:v>
                </c:pt>
              </c:numCache>
            </c:numRef>
          </c:yVal>
          <c:smooth val="0"/>
        </c:ser>
        <c:ser>
          <c:idx val="1"/>
          <c:order val="1"/>
          <c:tx>
            <c:strRef>
              <c:f>Sheet1!$C$1</c:f>
              <c:strCache>
                <c:ptCount val="1"/>
                <c:pt idx="0">
                  <c:v>Lasting (top 25%)</c:v>
                </c:pt>
              </c:strCache>
            </c:strRef>
          </c:tx>
          <c:spPr>
            <a:solidFill>
              <a:srgbClr val="3B8FC9"/>
            </a:solidFill>
            <a:ln>
              <a:noFill/>
            </a:ln>
            <a:effectLst/>
          </c:spPr>
          <c:marker>
            <c:symbol val="circle"/>
            <c:size val="4"/>
            <c:spPr>
              <a:solidFill>
                <a:srgbClr val="3B8FC9"/>
              </a:solidFill>
              <a:ln w="9525" cap="flat">
                <a:solidFill>
                  <a:srgbClr val="3B8FC9"/>
                </a:solidFill>
                <a:prstDash val="solid"/>
                <a:round/>
              </a:ln>
              <a:effectLst/>
            </c:spPr>
          </c:marker>
          <c:xVal>
            <c:numRef>
              <c:f>Sheet1!$A$2:$A$3363</c:f>
              <c:numCache>
                <c:formatCode>General</c:formatCode>
                <c:ptCount val="3362"/>
                <c:pt idx="0">
                  <c:v>708</c:v>
                </c:pt>
                <c:pt idx="1">
                  <c:v>570</c:v>
                </c:pt>
                <c:pt idx="2">
                  <c:v>508</c:v>
                </c:pt>
                <c:pt idx="3">
                  <c:v>754</c:v>
                </c:pt>
                <c:pt idx="4">
                  <c:v>1854</c:v>
                </c:pt>
                <c:pt idx="5">
                  <c:v>6536</c:v>
                </c:pt>
                <c:pt idx="6">
                  <c:v>961</c:v>
                </c:pt>
                <c:pt idx="7">
                  <c:v>4099</c:v>
                </c:pt>
                <c:pt idx="8">
                  <c:v>844</c:v>
                </c:pt>
                <c:pt idx="9">
                  <c:v>2340</c:v>
                </c:pt>
                <c:pt idx="10">
                  <c:v>1245</c:v>
                </c:pt>
                <c:pt idx="11">
                  <c:v>2879</c:v>
                </c:pt>
                <c:pt idx="12">
                  <c:v>903</c:v>
                </c:pt>
                <c:pt idx="13">
                  <c:v>43681</c:v>
                </c:pt>
                <c:pt idx="14">
                  <c:v>24480</c:v>
                </c:pt>
                <c:pt idx="15">
                  <c:v>9202</c:v>
                </c:pt>
                <c:pt idx="16">
                  <c:v>2242</c:v>
                </c:pt>
                <c:pt idx="17">
                  <c:v>47205</c:v>
                </c:pt>
                <c:pt idx="18">
                  <c:v>2125</c:v>
                </c:pt>
                <c:pt idx="19">
                  <c:v>2154</c:v>
                </c:pt>
                <c:pt idx="20">
                  <c:v>502</c:v>
                </c:pt>
                <c:pt idx="21">
                  <c:v>1681</c:v>
                </c:pt>
                <c:pt idx="22">
                  <c:v>1649</c:v>
                </c:pt>
                <c:pt idx="23">
                  <c:v>1143</c:v>
                </c:pt>
                <c:pt idx="24">
                  <c:v>7127</c:v>
                </c:pt>
                <c:pt idx="25">
                  <c:v>3187</c:v>
                </c:pt>
                <c:pt idx="26">
                  <c:v>2161</c:v>
                </c:pt>
                <c:pt idx="27">
                  <c:v>7446</c:v>
                </c:pt>
                <c:pt idx="28">
                  <c:v>5428</c:v>
                </c:pt>
                <c:pt idx="29">
                  <c:v>1736</c:v>
                </c:pt>
                <c:pt idx="30">
                  <c:v>1884</c:v>
                </c:pt>
                <c:pt idx="31">
                  <c:v>2074</c:v>
                </c:pt>
                <c:pt idx="32">
                  <c:v>1118</c:v>
                </c:pt>
                <c:pt idx="33">
                  <c:v>797</c:v>
                </c:pt>
                <c:pt idx="34">
                  <c:v>4886</c:v>
                </c:pt>
                <c:pt idx="35">
                  <c:v>1942</c:v>
                </c:pt>
                <c:pt idx="36">
                  <c:v>4399</c:v>
                </c:pt>
                <c:pt idx="37">
                  <c:v>57318</c:v>
                </c:pt>
                <c:pt idx="38">
                  <c:v>218383</c:v>
                </c:pt>
                <c:pt idx="39">
                  <c:v>1020</c:v>
                </c:pt>
                <c:pt idx="40">
                  <c:v>948</c:v>
                </c:pt>
                <c:pt idx="41">
                  <c:v>3528</c:v>
                </c:pt>
                <c:pt idx="42">
                  <c:v>1256</c:v>
                </c:pt>
                <c:pt idx="43">
                  <c:v>3244</c:v>
                </c:pt>
                <c:pt idx="44">
                  <c:v>4016</c:v>
                </c:pt>
                <c:pt idx="45">
                  <c:v>581</c:v>
                </c:pt>
                <c:pt idx="46">
                  <c:v>1662</c:v>
                </c:pt>
                <c:pt idx="47">
                  <c:v>3185</c:v>
                </c:pt>
                <c:pt idx="48">
                  <c:v>921</c:v>
                </c:pt>
                <c:pt idx="49">
                  <c:v>809</c:v>
                </c:pt>
                <c:pt idx="50">
                  <c:v>995</c:v>
                </c:pt>
                <c:pt idx="51">
                  <c:v>4546</c:v>
                </c:pt>
                <c:pt idx="52">
                  <c:v>20679</c:v>
                </c:pt>
                <c:pt idx="53">
                  <c:v>4175</c:v>
                </c:pt>
                <c:pt idx="54">
                  <c:v>1744</c:v>
                </c:pt>
                <c:pt idx="55">
                  <c:v>660</c:v>
                </c:pt>
                <c:pt idx="56">
                  <c:v>507</c:v>
                </c:pt>
                <c:pt idx="57">
                  <c:v>822</c:v>
                </c:pt>
                <c:pt idx="58">
                  <c:v>71163</c:v>
                </c:pt>
                <c:pt idx="59">
                  <c:v>6680</c:v>
                </c:pt>
                <c:pt idx="60">
                  <c:v>1254</c:v>
                </c:pt>
                <c:pt idx="61">
                  <c:v>2857</c:v>
                </c:pt>
                <c:pt idx="62">
                  <c:v>892</c:v>
                </c:pt>
                <c:pt idx="63">
                  <c:v>6606</c:v>
                </c:pt>
                <c:pt idx="64">
                  <c:v>1980</c:v>
                </c:pt>
                <c:pt idx="65">
                  <c:v>2593</c:v>
                </c:pt>
                <c:pt idx="66">
                  <c:v>751</c:v>
                </c:pt>
                <c:pt idx="67">
                  <c:v>671</c:v>
                </c:pt>
                <c:pt idx="68">
                  <c:v>553</c:v>
                </c:pt>
                <c:pt idx="69">
                  <c:v>4454</c:v>
                </c:pt>
                <c:pt idx="70">
                  <c:v>519</c:v>
                </c:pt>
                <c:pt idx="71">
                  <c:v>2889</c:v>
                </c:pt>
                <c:pt idx="72">
                  <c:v>938</c:v>
                </c:pt>
                <c:pt idx="73">
                  <c:v>698</c:v>
                </c:pt>
                <c:pt idx="74">
                  <c:v>2392</c:v>
                </c:pt>
                <c:pt idx="75">
                  <c:v>49754</c:v>
                </c:pt>
                <c:pt idx="76">
                  <c:v>1275</c:v>
                </c:pt>
                <c:pt idx="77">
                  <c:v>1376</c:v>
                </c:pt>
                <c:pt idx="78">
                  <c:v>608</c:v>
                </c:pt>
                <c:pt idx="79">
                  <c:v>3604</c:v>
                </c:pt>
                <c:pt idx="80">
                  <c:v>3410</c:v>
                </c:pt>
                <c:pt idx="81">
                  <c:v>2599</c:v>
                </c:pt>
                <c:pt idx="82">
                  <c:v>605</c:v>
                </c:pt>
                <c:pt idx="83">
                  <c:v>1106</c:v>
                </c:pt>
                <c:pt idx="84">
                  <c:v>542</c:v>
                </c:pt>
                <c:pt idx="85">
                  <c:v>1105</c:v>
                </c:pt>
                <c:pt idx="86">
                  <c:v>2440</c:v>
                </c:pt>
                <c:pt idx="87">
                  <c:v>20791</c:v>
                </c:pt>
                <c:pt idx="88">
                  <c:v>1114</c:v>
                </c:pt>
                <c:pt idx="89">
                  <c:v>2269</c:v>
                </c:pt>
                <c:pt idx="90">
                  <c:v>6215</c:v>
                </c:pt>
                <c:pt idx="91">
                  <c:v>1994</c:v>
                </c:pt>
                <c:pt idx="92">
                  <c:v>32728</c:v>
                </c:pt>
                <c:pt idx="93">
                  <c:v>4218</c:v>
                </c:pt>
                <c:pt idx="94">
                  <c:v>732</c:v>
                </c:pt>
                <c:pt idx="95">
                  <c:v>4147</c:v>
                </c:pt>
                <c:pt idx="96">
                  <c:v>103228</c:v>
                </c:pt>
                <c:pt idx="97">
                  <c:v>5903</c:v>
                </c:pt>
                <c:pt idx="98">
                  <c:v>1005</c:v>
                </c:pt>
                <c:pt idx="99">
                  <c:v>2064</c:v>
                </c:pt>
                <c:pt idx="100">
                  <c:v>1824</c:v>
                </c:pt>
                <c:pt idx="101">
                  <c:v>37986</c:v>
                </c:pt>
                <c:pt idx="102">
                  <c:v>2542</c:v>
                </c:pt>
                <c:pt idx="103">
                  <c:v>1813</c:v>
                </c:pt>
                <c:pt idx="104">
                  <c:v>588</c:v>
                </c:pt>
                <c:pt idx="105">
                  <c:v>3299</c:v>
                </c:pt>
                <c:pt idx="106">
                  <c:v>7737</c:v>
                </c:pt>
                <c:pt idx="107">
                  <c:v>647</c:v>
                </c:pt>
                <c:pt idx="108">
                  <c:v>1412</c:v>
                </c:pt>
                <c:pt idx="109">
                  <c:v>4118</c:v>
                </c:pt>
                <c:pt idx="110">
                  <c:v>762</c:v>
                </c:pt>
                <c:pt idx="111">
                  <c:v>2788</c:v>
                </c:pt>
                <c:pt idx="112">
                  <c:v>1532</c:v>
                </c:pt>
                <c:pt idx="113">
                  <c:v>514</c:v>
                </c:pt>
                <c:pt idx="114">
                  <c:v>22104</c:v>
                </c:pt>
                <c:pt idx="115">
                  <c:v>2137</c:v>
                </c:pt>
                <c:pt idx="116">
                  <c:v>1564</c:v>
                </c:pt>
                <c:pt idx="117">
                  <c:v>605</c:v>
                </c:pt>
                <c:pt idx="118">
                  <c:v>712</c:v>
                </c:pt>
                <c:pt idx="119">
                  <c:v>2089</c:v>
                </c:pt>
                <c:pt idx="120">
                  <c:v>5307</c:v>
                </c:pt>
                <c:pt idx="121">
                  <c:v>2817</c:v>
                </c:pt>
                <c:pt idx="122">
                  <c:v>3352</c:v>
                </c:pt>
                <c:pt idx="123">
                  <c:v>42367</c:v>
                </c:pt>
                <c:pt idx="124">
                  <c:v>1679</c:v>
                </c:pt>
                <c:pt idx="125">
                  <c:v>27719</c:v>
                </c:pt>
                <c:pt idx="126">
                  <c:v>6790</c:v>
                </c:pt>
                <c:pt idx="127">
                  <c:v>4514</c:v>
                </c:pt>
                <c:pt idx="128">
                  <c:v>1490</c:v>
                </c:pt>
                <c:pt idx="129">
                  <c:v>3112</c:v>
                </c:pt>
                <c:pt idx="130">
                  <c:v>1779</c:v>
                </c:pt>
                <c:pt idx="131">
                  <c:v>548</c:v>
                </c:pt>
                <c:pt idx="132">
                  <c:v>530</c:v>
                </c:pt>
                <c:pt idx="133">
                  <c:v>593</c:v>
                </c:pt>
                <c:pt idx="134">
                  <c:v>143124</c:v>
                </c:pt>
                <c:pt idx="135">
                  <c:v>1436</c:v>
                </c:pt>
                <c:pt idx="136">
                  <c:v>513</c:v>
                </c:pt>
                <c:pt idx="137">
                  <c:v>1152</c:v>
                </c:pt>
                <c:pt idx="138">
                  <c:v>27310</c:v>
                </c:pt>
                <c:pt idx="139">
                  <c:v>514</c:v>
                </c:pt>
                <c:pt idx="140">
                  <c:v>3807</c:v>
                </c:pt>
                <c:pt idx="141">
                  <c:v>5829</c:v>
                </c:pt>
                <c:pt idx="142">
                  <c:v>5882</c:v>
                </c:pt>
                <c:pt idx="143">
                  <c:v>952</c:v>
                </c:pt>
                <c:pt idx="144">
                  <c:v>3307</c:v>
                </c:pt>
                <c:pt idx="145">
                  <c:v>60363</c:v>
                </c:pt>
                <c:pt idx="146">
                  <c:v>591</c:v>
                </c:pt>
                <c:pt idx="147">
                  <c:v>3526</c:v>
                </c:pt>
                <c:pt idx="148">
                  <c:v>1786</c:v>
                </c:pt>
                <c:pt idx="149">
                  <c:v>6498</c:v>
                </c:pt>
                <c:pt idx="150">
                  <c:v>1188</c:v>
                </c:pt>
                <c:pt idx="151">
                  <c:v>9224</c:v>
                </c:pt>
                <c:pt idx="152">
                  <c:v>3152</c:v>
                </c:pt>
                <c:pt idx="153">
                  <c:v>1020</c:v>
                </c:pt>
                <c:pt idx="154">
                  <c:v>13976</c:v>
                </c:pt>
                <c:pt idx="155">
                  <c:v>835</c:v>
                </c:pt>
                <c:pt idx="156">
                  <c:v>3203</c:v>
                </c:pt>
                <c:pt idx="157">
                  <c:v>511</c:v>
                </c:pt>
                <c:pt idx="158">
                  <c:v>565</c:v>
                </c:pt>
                <c:pt idx="159">
                  <c:v>6021</c:v>
                </c:pt>
                <c:pt idx="160">
                  <c:v>38941</c:v>
                </c:pt>
                <c:pt idx="161">
                  <c:v>773</c:v>
                </c:pt>
                <c:pt idx="162">
                  <c:v>1168</c:v>
                </c:pt>
                <c:pt idx="163">
                  <c:v>1210</c:v>
                </c:pt>
                <c:pt idx="164">
                  <c:v>891</c:v>
                </c:pt>
                <c:pt idx="165">
                  <c:v>996</c:v>
                </c:pt>
                <c:pt idx="166">
                  <c:v>20610</c:v>
                </c:pt>
                <c:pt idx="167">
                  <c:v>1437</c:v>
                </c:pt>
                <c:pt idx="168">
                  <c:v>3046</c:v>
                </c:pt>
                <c:pt idx="169">
                  <c:v>707</c:v>
                </c:pt>
                <c:pt idx="170">
                  <c:v>1097</c:v>
                </c:pt>
                <c:pt idx="171">
                  <c:v>11515</c:v>
                </c:pt>
                <c:pt idx="172">
                  <c:v>1096</c:v>
                </c:pt>
                <c:pt idx="173">
                  <c:v>528</c:v>
                </c:pt>
                <c:pt idx="174">
                  <c:v>858</c:v>
                </c:pt>
                <c:pt idx="175">
                  <c:v>3818</c:v>
                </c:pt>
                <c:pt idx="176">
                  <c:v>633</c:v>
                </c:pt>
                <c:pt idx="177">
                  <c:v>965</c:v>
                </c:pt>
                <c:pt idx="178">
                  <c:v>552</c:v>
                </c:pt>
                <c:pt idx="179">
                  <c:v>21432</c:v>
                </c:pt>
                <c:pt idx="180">
                  <c:v>37125</c:v>
                </c:pt>
                <c:pt idx="181">
                  <c:v>889</c:v>
                </c:pt>
                <c:pt idx="182">
                  <c:v>1239</c:v>
                </c:pt>
                <c:pt idx="183">
                  <c:v>719</c:v>
                </c:pt>
                <c:pt idx="184">
                  <c:v>2847</c:v>
                </c:pt>
                <c:pt idx="185">
                  <c:v>1908</c:v>
                </c:pt>
                <c:pt idx="186">
                  <c:v>4168</c:v>
                </c:pt>
                <c:pt idx="187">
                  <c:v>580</c:v>
                </c:pt>
                <c:pt idx="188">
                  <c:v>4407</c:v>
                </c:pt>
                <c:pt idx="189">
                  <c:v>573</c:v>
                </c:pt>
                <c:pt idx="190">
                  <c:v>1047</c:v>
                </c:pt>
                <c:pt idx="191">
                  <c:v>4359</c:v>
                </c:pt>
                <c:pt idx="192">
                  <c:v>659</c:v>
                </c:pt>
                <c:pt idx="193">
                  <c:v>16681</c:v>
                </c:pt>
                <c:pt idx="194">
                  <c:v>3574</c:v>
                </c:pt>
                <c:pt idx="195">
                  <c:v>14237</c:v>
                </c:pt>
                <c:pt idx="196">
                  <c:v>973</c:v>
                </c:pt>
                <c:pt idx="197">
                  <c:v>1237</c:v>
                </c:pt>
                <c:pt idx="198">
                  <c:v>2492</c:v>
                </c:pt>
                <c:pt idx="199">
                  <c:v>2181</c:v>
                </c:pt>
                <c:pt idx="200">
                  <c:v>843</c:v>
                </c:pt>
                <c:pt idx="201">
                  <c:v>2823</c:v>
                </c:pt>
                <c:pt idx="202">
                  <c:v>964</c:v>
                </c:pt>
                <c:pt idx="203">
                  <c:v>863</c:v>
                </c:pt>
                <c:pt idx="204">
                  <c:v>5322</c:v>
                </c:pt>
                <c:pt idx="205">
                  <c:v>169199</c:v>
                </c:pt>
                <c:pt idx="206">
                  <c:v>584</c:v>
                </c:pt>
                <c:pt idx="207">
                  <c:v>1392</c:v>
                </c:pt>
                <c:pt idx="208">
                  <c:v>541</c:v>
                </c:pt>
                <c:pt idx="209">
                  <c:v>4386</c:v>
                </c:pt>
                <c:pt idx="210">
                  <c:v>1301</c:v>
                </c:pt>
                <c:pt idx="211">
                  <c:v>6508</c:v>
                </c:pt>
                <c:pt idx="212">
                  <c:v>766</c:v>
                </c:pt>
                <c:pt idx="213">
                  <c:v>673</c:v>
                </c:pt>
                <c:pt idx="214">
                  <c:v>5106</c:v>
                </c:pt>
                <c:pt idx="215">
                  <c:v>2137</c:v>
                </c:pt>
                <c:pt idx="216">
                  <c:v>2047</c:v>
                </c:pt>
                <c:pt idx="217">
                  <c:v>2340</c:v>
                </c:pt>
                <c:pt idx="218">
                  <c:v>831</c:v>
                </c:pt>
                <c:pt idx="219">
                  <c:v>1399</c:v>
                </c:pt>
                <c:pt idx="220">
                  <c:v>20327</c:v>
                </c:pt>
                <c:pt idx="221">
                  <c:v>611</c:v>
                </c:pt>
                <c:pt idx="222">
                  <c:v>762</c:v>
                </c:pt>
                <c:pt idx="223">
                  <c:v>744</c:v>
                </c:pt>
                <c:pt idx="224">
                  <c:v>1325</c:v>
                </c:pt>
                <c:pt idx="225">
                  <c:v>9286</c:v>
                </c:pt>
                <c:pt idx="226">
                  <c:v>1280</c:v>
                </c:pt>
                <c:pt idx="227">
                  <c:v>1410</c:v>
                </c:pt>
                <c:pt idx="228">
                  <c:v>911</c:v>
                </c:pt>
                <c:pt idx="229">
                  <c:v>11459</c:v>
                </c:pt>
                <c:pt idx="230">
                  <c:v>1192</c:v>
                </c:pt>
                <c:pt idx="231">
                  <c:v>8163</c:v>
                </c:pt>
                <c:pt idx="232">
                  <c:v>2402</c:v>
                </c:pt>
                <c:pt idx="233">
                  <c:v>840</c:v>
                </c:pt>
                <c:pt idx="234">
                  <c:v>722</c:v>
                </c:pt>
                <c:pt idx="235">
                  <c:v>857</c:v>
                </c:pt>
                <c:pt idx="236">
                  <c:v>78346</c:v>
                </c:pt>
                <c:pt idx="237">
                  <c:v>8446</c:v>
                </c:pt>
                <c:pt idx="238">
                  <c:v>1888</c:v>
                </c:pt>
                <c:pt idx="239">
                  <c:v>1104</c:v>
                </c:pt>
                <c:pt idx="240">
                  <c:v>5801</c:v>
                </c:pt>
                <c:pt idx="241">
                  <c:v>9456</c:v>
                </c:pt>
                <c:pt idx="242">
                  <c:v>1510</c:v>
                </c:pt>
                <c:pt idx="243">
                  <c:v>2671</c:v>
                </c:pt>
                <c:pt idx="244">
                  <c:v>2575</c:v>
                </c:pt>
                <c:pt idx="245">
                  <c:v>3967</c:v>
                </c:pt>
                <c:pt idx="246">
                  <c:v>3897</c:v>
                </c:pt>
                <c:pt idx="247">
                  <c:v>2460</c:v>
                </c:pt>
                <c:pt idx="248">
                  <c:v>710</c:v>
                </c:pt>
                <c:pt idx="249">
                  <c:v>322234</c:v>
                </c:pt>
                <c:pt idx="250">
                  <c:v>17432</c:v>
                </c:pt>
                <c:pt idx="251">
                  <c:v>17915</c:v>
                </c:pt>
                <c:pt idx="252">
                  <c:v>902</c:v>
                </c:pt>
                <c:pt idx="253">
                  <c:v>16281</c:v>
                </c:pt>
                <c:pt idx="254">
                  <c:v>22453</c:v>
                </c:pt>
                <c:pt idx="255">
                  <c:v>1131</c:v>
                </c:pt>
                <c:pt idx="256">
                  <c:v>1391</c:v>
                </c:pt>
                <c:pt idx="257">
                  <c:v>1023</c:v>
                </c:pt>
                <c:pt idx="258">
                  <c:v>5418</c:v>
                </c:pt>
                <c:pt idx="259">
                  <c:v>1319</c:v>
                </c:pt>
                <c:pt idx="260">
                  <c:v>2030</c:v>
                </c:pt>
                <c:pt idx="261">
                  <c:v>843</c:v>
                </c:pt>
                <c:pt idx="262">
                  <c:v>553</c:v>
                </c:pt>
                <c:pt idx="263">
                  <c:v>18899</c:v>
                </c:pt>
                <c:pt idx="264">
                  <c:v>1712</c:v>
                </c:pt>
                <c:pt idx="265">
                  <c:v>1678</c:v>
                </c:pt>
                <c:pt idx="266">
                  <c:v>1184</c:v>
                </c:pt>
                <c:pt idx="267">
                  <c:v>682</c:v>
                </c:pt>
                <c:pt idx="268">
                  <c:v>7374</c:v>
                </c:pt>
                <c:pt idx="269">
                  <c:v>916</c:v>
                </c:pt>
                <c:pt idx="270">
                  <c:v>3088</c:v>
                </c:pt>
                <c:pt idx="271">
                  <c:v>35069</c:v>
                </c:pt>
                <c:pt idx="272">
                  <c:v>119429</c:v>
                </c:pt>
                <c:pt idx="273">
                  <c:v>3305</c:v>
                </c:pt>
                <c:pt idx="274">
                  <c:v>2954</c:v>
                </c:pt>
                <c:pt idx="275">
                  <c:v>1525</c:v>
                </c:pt>
                <c:pt idx="276">
                  <c:v>13677</c:v>
                </c:pt>
                <c:pt idx="277">
                  <c:v>54529</c:v>
                </c:pt>
                <c:pt idx="278">
                  <c:v>1379</c:v>
                </c:pt>
                <c:pt idx="279">
                  <c:v>756</c:v>
                </c:pt>
                <c:pt idx="280">
                  <c:v>611</c:v>
                </c:pt>
                <c:pt idx="281">
                  <c:v>767</c:v>
                </c:pt>
                <c:pt idx="282">
                  <c:v>1314</c:v>
                </c:pt>
                <c:pt idx="283">
                  <c:v>998</c:v>
                </c:pt>
                <c:pt idx="284">
                  <c:v>794</c:v>
                </c:pt>
                <c:pt idx="285">
                  <c:v>918</c:v>
                </c:pt>
                <c:pt idx="286">
                  <c:v>2276</c:v>
                </c:pt>
                <c:pt idx="287">
                  <c:v>14627</c:v>
                </c:pt>
                <c:pt idx="288">
                  <c:v>8176</c:v>
                </c:pt>
                <c:pt idx="289">
                  <c:v>8330</c:v>
                </c:pt>
                <c:pt idx="290">
                  <c:v>523</c:v>
                </c:pt>
                <c:pt idx="291">
                  <c:v>635</c:v>
                </c:pt>
                <c:pt idx="292">
                  <c:v>1430</c:v>
                </c:pt>
                <c:pt idx="293">
                  <c:v>15552</c:v>
                </c:pt>
                <c:pt idx="294">
                  <c:v>1624</c:v>
                </c:pt>
                <c:pt idx="295">
                  <c:v>1301</c:v>
                </c:pt>
                <c:pt idx="296">
                  <c:v>34416</c:v>
                </c:pt>
                <c:pt idx="297">
                  <c:v>1412</c:v>
                </c:pt>
                <c:pt idx="298">
                  <c:v>651</c:v>
                </c:pt>
                <c:pt idx="299">
                  <c:v>856</c:v>
                </c:pt>
                <c:pt idx="300">
                  <c:v>703</c:v>
                </c:pt>
                <c:pt idx="301">
                  <c:v>1478</c:v>
                </c:pt>
                <c:pt idx="302">
                  <c:v>2844</c:v>
                </c:pt>
                <c:pt idx="303">
                  <c:v>2293</c:v>
                </c:pt>
                <c:pt idx="304">
                  <c:v>501</c:v>
                </c:pt>
                <c:pt idx="305">
                  <c:v>1312</c:v>
                </c:pt>
                <c:pt idx="306">
                  <c:v>541</c:v>
                </c:pt>
                <c:pt idx="307">
                  <c:v>5826</c:v>
                </c:pt>
                <c:pt idx="308">
                  <c:v>683</c:v>
                </c:pt>
                <c:pt idx="309">
                  <c:v>669</c:v>
                </c:pt>
                <c:pt idx="310">
                  <c:v>1860</c:v>
                </c:pt>
                <c:pt idx="311">
                  <c:v>1173</c:v>
                </c:pt>
                <c:pt idx="312">
                  <c:v>8893</c:v>
                </c:pt>
                <c:pt idx="313">
                  <c:v>949</c:v>
                </c:pt>
                <c:pt idx="314">
                  <c:v>580</c:v>
                </c:pt>
                <c:pt idx="315">
                  <c:v>3428</c:v>
                </c:pt>
                <c:pt idx="316">
                  <c:v>886</c:v>
                </c:pt>
                <c:pt idx="317">
                  <c:v>793</c:v>
                </c:pt>
                <c:pt idx="318">
                  <c:v>649</c:v>
                </c:pt>
                <c:pt idx="319">
                  <c:v>37132</c:v>
                </c:pt>
                <c:pt idx="320">
                  <c:v>789</c:v>
                </c:pt>
                <c:pt idx="321">
                  <c:v>8348</c:v>
                </c:pt>
                <c:pt idx="322">
                  <c:v>9594</c:v>
                </c:pt>
                <c:pt idx="323">
                  <c:v>3679</c:v>
                </c:pt>
                <c:pt idx="324">
                  <c:v>1415</c:v>
                </c:pt>
                <c:pt idx="325">
                  <c:v>2054</c:v>
                </c:pt>
                <c:pt idx="326">
                  <c:v>593</c:v>
                </c:pt>
                <c:pt idx="327">
                  <c:v>3059</c:v>
                </c:pt>
                <c:pt idx="328">
                  <c:v>2266</c:v>
                </c:pt>
                <c:pt idx="329">
                  <c:v>736</c:v>
                </c:pt>
                <c:pt idx="330">
                  <c:v>615</c:v>
                </c:pt>
                <c:pt idx="331">
                  <c:v>1207</c:v>
                </c:pt>
                <c:pt idx="332">
                  <c:v>7023</c:v>
                </c:pt>
                <c:pt idx="333">
                  <c:v>4627</c:v>
                </c:pt>
                <c:pt idx="334">
                  <c:v>979</c:v>
                </c:pt>
                <c:pt idx="335">
                  <c:v>580</c:v>
                </c:pt>
                <c:pt idx="336">
                  <c:v>1846</c:v>
                </c:pt>
                <c:pt idx="337">
                  <c:v>652</c:v>
                </c:pt>
                <c:pt idx="338">
                  <c:v>1907</c:v>
                </c:pt>
                <c:pt idx="339">
                  <c:v>4412</c:v>
                </c:pt>
                <c:pt idx="340">
                  <c:v>18388</c:v>
                </c:pt>
                <c:pt idx="341">
                  <c:v>902</c:v>
                </c:pt>
                <c:pt idx="342">
                  <c:v>572</c:v>
                </c:pt>
                <c:pt idx="343">
                  <c:v>29384</c:v>
                </c:pt>
                <c:pt idx="344">
                  <c:v>1096</c:v>
                </c:pt>
                <c:pt idx="345">
                  <c:v>15297</c:v>
                </c:pt>
                <c:pt idx="346">
                  <c:v>739</c:v>
                </c:pt>
                <c:pt idx="347">
                  <c:v>30216</c:v>
                </c:pt>
                <c:pt idx="348">
                  <c:v>3338</c:v>
                </c:pt>
                <c:pt idx="349">
                  <c:v>3961</c:v>
                </c:pt>
                <c:pt idx="350">
                  <c:v>1670</c:v>
                </c:pt>
                <c:pt idx="351">
                  <c:v>4201</c:v>
                </c:pt>
                <c:pt idx="352">
                  <c:v>504</c:v>
                </c:pt>
                <c:pt idx="353">
                  <c:v>833</c:v>
                </c:pt>
                <c:pt idx="354">
                  <c:v>2471</c:v>
                </c:pt>
                <c:pt idx="355">
                  <c:v>32181</c:v>
                </c:pt>
                <c:pt idx="356">
                  <c:v>14340</c:v>
                </c:pt>
                <c:pt idx="357">
                  <c:v>8306</c:v>
                </c:pt>
                <c:pt idx="358">
                  <c:v>286878</c:v>
                </c:pt>
                <c:pt idx="359">
                  <c:v>623</c:v>
                </c:pt>
                <c:pt idx="360">
                  <c:v>18723</c:v>
                </c:pt>
                <c:pt idx="361">
                  <c:v>837</c:v>
                </c:pt>
                <c:pt idx="362">
                  <c:v>781</c:v>
                </c:pt>
                <c:pt idx="363">
                  <c:v>711</c:v>
                </c:pt>
                <c:pt idx="364">
                  <c:v>649</c:v>
                </c:pt>
                <c:pt idx="365">
                  <c:v>537</c:v>
                </c:pt>
                <c:pt idx="366">
                  <c:v>741</c:v>
                </c:pt>
                <c:pt idx="367">
                  <c:v>514</c:v>
                </c:pt>
                <c:pt idx="368">
                  <c:v>1738</c:v>
                </c:pt>
                <c:pt idx="369">
                  <c:v>2071</c:v>
                </c:pt>
                <c:pt idx="370">
                  <c:v>716</c:v>
                </c:pt>
                <c:pt idx="371">
                  <c:v>1731</c:v>
                </c:pt>
                <c:pt idx="372">
                  <c:v>1390</c:v>
                </c:pt>
                <c:pt idx="373">
                  <c:v>1905</c:v>
                </c:pt>
                <c:pt idx="374">
                  <c:v>1184</c:v>
                </c:pt>
                <c:pt idx="375">
                  <c:v>4536</c:v>
                </c:pt>
                <c:pt idx="376">
                  <c:v>1145</c:v>
                </c:pt>
                <c:pt idx="377">
                  <c:v>4725</c:v>
                </c:pt>
                <c:pt idx="378">
                  <c:v>639</c:v>
                </c:pt>
                <c:pt idx="379">
                  <c:v>2076</c:v>
                </c:pt>
                <c:pt idx="380">
                  <c:v>1104</c:v>
                </c:pt>
                <c:pt idx="381">
                  <c:v>798</c:v>
                </c:pt>
                <c:pt idx="382">
                  <c:v>881</c:v>
                </c:pt>
                <c:pt idx="383">
                  <c:v>3227</c:v>
                </c:pt>
                <c:pt idx="384">
                  <c:v>559</c:v>
                </c:pt>
                <c:pt idx="385">
                  <c:v>778</c:v>
                </c:pt>
                <c:pt idx="386">
                  <c:v>828</c:v>
                </c:pt>
                <c:pt idx="387">
                  <c:v>14469</c:v>
                </c:pt>
                <c:pt idx="388">
                  <c:v>501</c:v>
                </c:pt>
                <c:pt idx="389">
                  <c:v>1698</c:v>
                </c:pt>
                <c:pt idx="390">
                  <c:v>6089</c:v>
                </c:pt>
                <c:pt idx="391">
                  <c:v>6686</c:v>
                </c:pt>
                <c:pt idx="392">
                  <c:v>5793</c:v>
                </c:pt>
                <c:pt idx="393">
                  <c:v>532</c:v>
                </c:pt>
                <c:pt idx="394">
                  <c:v>7405</c:v>
                </c:pt>
                <c:pt idx="395">
                  <c:v>37995</c:v>
                </c:pt>
                <c:pt idx="396">
                  <c:v>6769</c:v>
                </c:pt>
                <c:pt idx="397">
                  <c:v>1331</c:v>
                </c:pt>
                <c:pt idx="398">
                  <c:v>7080</c:v>
                </c:pt>
                <c:pt idx="399">
                  <c:v>781</c:v>
                </c:pt>
                <c:pt idx="400">
                  <c:v>3556</c:v>
                </c:pt>
                <c:pt idx="401">
                  <c:v>602</c:v>
                </c:pt>
                <c:pt idx="402">
                  <c:v>2912</c:v>
                </c:pt>
                <c:pt idx="403">
                  <c:v>25115</c:v>
                </c:pt>
                <c:pt idx="404">
                  <c:v>862</c:v>
                </c:pt>
                <c:pt idx="405">
                  <c:v>1759</c:v>
                </c:pt>
                <c:pt idx="406">
                  <c:v>887</c:v>
                </c:pt>
                <c:pt idx="407">
                  <c:v>1141</c:v>
                </c:pt>
                <c:pt idx="408">
                  <c:v>11697</c:v>
                </c:pt>
                <c:pt idx="409">
                  <c:v>2534</c:v>
                </c:pt>
                <c:pt idx="410">
                  <c:v>1113</c:v>
                </c:pt>
                <c:pt idx="411">
                  <c:v>2099</c:v>
                </c:pt>
                <c:pt idx="412">
                  <c:v>2132</c:v>
                </c:pt>
                <c:pt idx="413">
                  <c:v>1170</c:v>
                </c:pt>
                <c:pt idx="414">
                  <c:v>555</c:v>
                </c:pt>
                <c:pt idx="415">
                  <c:v>5497</c:v>
                </c:pt>
                <c:pt idx="416">
                  <c:v>3989</c:v>
                </c:pt>
                <c:pt idx="417">
                  <c:v>644</c:v>
                </c:pt>
                <c:pt idx="418">
                  <c:v>870</c:v>
                </c:pt>
                <c:pt idx="419">
                  <c:v>1228</c:v>
                </c:pt>
                <c:pt idx="420">
                  <c:v>15157</c:v>
                </c:pt>
                <c:pt idx="421">
                  <c:v>120871</c:v>
                </c:pt>
                <c:pt idx="422">
                  <c:v>9883</c:v>
                </c:pt>
                <c:pt idx="423">
                  <c:v>1178</c:v>
                </c:pt>
                <c:pt idx="424">
                  <c:v>6110</c:v>
                </c:pt>
                <c:pt idx="425">
                  <c:v>2216</c:v>
                </c:pt>
                <c:pt idx="426">
                  <c:v>4386</c:v>
                </c:pt>
                <c:pt idx="427">
                  <c:v>29205</c:v>
                </c:pt>
                <c:pt idx="428">
                  <c:v>641</c:v>
                </c:pt>
                <c:pt idx="429">
                  <c:v>522</c:v>
                </c:pt>
                <c:pt idx="430">
                  <c:v>7360</c:v>
                </c:pt>
                <c:pt idx="431">
                  <c:v>1619</c:v>
                </c:pt>
                <c:pt idx="432">
                  <c:v>1620</c:v>
                </c:pt>
                <c:pt idx="433">
                  <c:v>1202</c:v>
                </c:pt>
                <c:pt idx="434">
                  <c:v>842</c:v>
                </c:pt>
                <c:pt idx="435">
                  <c:v>691</c:v>
                </c:pt>
                <c:pt idx="436">
                  <c:v>4834</c:v>
                </c:pt>
                <c:pt idx="437">
                  <c:v>723</c:v>
                </c:pt>
                <c:pt idx="438">
                  <c:v>8364</c:v>
                </c:pt>
                <c:pt idx="439">
                  <c:v>588</c:v>
                </c:pt>
                <c:pt idx="440">
                  <c:v>14443</c:v>
                </c:pt>
                <c:pt idx="441">
                  <c:v>3118</c:v>
                </c:pt>
                <c:pt idx="442">
                  <c:v>776</c:v>
                </c:pt>
                <c:pt idx="443">
                  <c:v>4048</c:v>
                </c:pt>
                <c:pt idx="444">
                  <c:v>512</c:v>
                </c:pt>
                <c:pt idx="445">
                  <c:v>3061</c:v>
                </c:pt>
                <c:pt idx="446">
                  <c:v>14007</c:v>
                </c:pt>
                <c:pt idx="447">
                  <c:v>881</c:v>
                </c:pt>
                <c:pt idx="448">
                  <c:v>1994</c:v>
                </c:pt>
                <c:pt idx="449">
                  <c:v>847</c:v>
                </c:pt>
                <c:pt idx="450">
                  <c:v>1254</c:v>
                </c:pt>
                <c:pt idx="451">
                  <c:v>2025</c:v>
                </c:pt>
                <c:pt idx="452">
                  <c:v>4781</c:v>
                </c:pt>
                <c:pt idx="453">
                  <c:v>897</c:v>
                </c:pt>
                <c:pt idx="454">
                  <c:v>566</c:v>
                </c:pt>
                <c:pt idx="455">
                  <c:v>4489</c:v>
                </c:pt>
                <c:pt idx="456">
                  <c:v>1394</c:v>
                </c:pt>
                <c:pt idx="457">
                  <c:v>1643</c:v>
                </c:pt>
                <c:pt idx="458">
                  <c:v>1670</c:v>
                </c:pt>
                <c:pt idx="459">
                  <c:v>874</c:v>
                </c:pt>
                <c:pt idx="460">
                  <c:v>1671</c:v>
                </c:pt>
                <c:pt idx="461">
                  <c:v>680</c:v>
                </c:pt>
                <c:pt idx="462">
                  <c:v>1740</c:v>
                </c:pt>
                <c:pt idx="463">
                  <c:v>1798</c:v>
                </c:pt>
                <c:pt idx="464">
                  <c:v>1542</c:v>
                </c:pt>
                <c:pt idx="465">
                  <c:v>819</c:v>
                </c:pt>
                <c:pt idx="466">
                  <c:v>1389</c:v>
                </c:pt>
                <c:pt idx="467">
                  <c:v>1049</c:v>
                </c:pt>
                <c:pt idx="468">
                  <c:v>4939</c:v>
                </c:pt>
                <c:pt idx="469">
                  <c:v>644</c:v>
                </c:pt>
                <c:pt idx="470">
                  <c:v>778</c:v>
                </c:pt>
                <c:pt idx="471">
                  <c:v>8528</c:v>
                </c:pt>
                <c:pt idx="472">
                  <c:v>27148</c:v>
                </c:pt>
                <c:pt idx="473">
                  <c:v>1656</c:v>
                </c:pt>
                <c:pt idx="474">
                  <c:v>636</c:v>
                </c:pt>
                <c:pt idx="475">
                  <c:v>14720</c:v>
                </c:pt>
                <c:pt idx="476">
                  <c:v>124918</c:v>
                </c:pt>
                <c:pt idx="477">
                  <c:v>2693</c:v>
                </c:pt>
                <c:pt idx="478">
                  <c:v>1816</c:v>
                </c:pt>
                <c:pt idx="479">
                  <c:v>620</c:v>
                </c:pt>
                <c:pt idx="480">
                  <c:v>2674</c:v>
                </c:pt>
                <c:pt idx="481">
                  <c:v>3658</c:v>
                </c:pt>
                <c:pt idx="482">
                  <c:v>604</c:v>
                </c:pt>
                <c:pt idx="483">
                  <c:v>1045</c:v>
                </c:pt>
                <c:pt idx="484">
                  <c:v>281763</c:v>
                </c:pt>
                <c:pt idx="485">
                  <c:v>1424</c:v>
                </c:pt>
                <c:pt idx="486">
                  <c:v>11773</c:v>
                </c:pt>
                <c:pt idx="487">
                  <c:v>1054</c:v>
                </c:pt>
                <c:pt idx="488">
                  <c:v>1581</c:v>
                </c:pt>
                <c:pt idx="489">
                  <c:v>802</c:v>
                </c:pt>
                <c:pt idx="490">
                  <c:v>721</c:v>
                </c:pt>
                <c:pt idx="491">
                  <c:v>1394</c:v>
                </c:pt>
                <c:pt idx="492">
                  <c:v>128956</c:v>
                </c:pt>
                <c:pt idx="493">
                  <c:v>833</c:v>
                </c:pt>
                <c:pt idx="494">
                  <c:v>585</c:v>
                </c:pt>
                <c:pt idx="495">
                  <c:v>2825</c:v>
                </c:pt>
                <c:pt idx="496">
                  <c:v>21418</c:v>
                </c:pt>
                <c:pt idx="497">
                  <c:v>4073</c:v>
                </c:pt>
                <c:pt idx="498">
                  <c:v>2826</c:v>
                </c:pt>
                <c:pt idx="499">
                  <c:v>1716</c:v>
                </c:pt>
                <c:pt idx="500">
                  <c:v>7280</c:v>
                </c:pt>
                <c:pt idx="501">
                  <c:v>1493</c:v>
                </c:pt>
                <c:pt idx="502">
                  <c:v>1531</c:v>
                </c:pt>
                <c:pt idx="503">
                  <c:v>505</c:v>
                </c:pt>
                <c:pt idx="504">
                  <c:v>2787</c:v>
                </c:pt>
                <c:pt idx="505">
                  <c:v>2488</c:v>
                </c:pt>
                <c:pt idx="506">
                  <c:v>948</c:v>
                </c:pt>
                <c:pt idx="507">
                  <c:v>2169</c:v>
                </c:pt>
                <c:pt idx="508">
                  <c:v>5784</c:v>
                </c:pt>
                <c:pt idx="509">
                  <c:v>603</c:v>
                </c:pt>
                <c:pt idx="510">
                  <c:v>16316</c:v>
                </c:pt>
                <c:pt idx="511">
                  <c:v>871</c:v>
                </c:pt>
                <c:pt idx="512">
                  <c:v>893</c:v>
                </c:pt>
                <c:pt idx="513">
                  <c:v>769</c:v>
                </c:pt>
                <c:pt idx="514">
                  <c:v>1112</c:v>
                </c:pt>
                <c:pt idx="515">
                  <c:v>7791</c:v>
                </c:pt>
                <c:pt idx="516">
                  <c:v>859</c:v>
                </c:pt>
                <c:pt idx="517">
                  <c:v>769</c:v>
                </c:pt>
                <c:pt idx="518">
                  <c:v>1482</c:v>
                </c:pt>
                <c:pt idx="519">
                  <c:v>35301</c:v>
                </c:pt>
                <c:pt idx="520">
                  <c:v>131890</c:v>
                </c:pt>
                <c:pt idx="521">
                  <c:v>1126</c:v>
                </c:pt>
                <c:pt idx="522">
                  <c:v>998</c:v>
                </c:pt>
                <c:pt idx="523">
                  <c:v>537</c:v>
                </c:pt>
                <c:pt idx="524">
                  <c:v>803</c:v>
                </c:pt>
                <c:pt idx="525">
                  <c:v>2731</c:v>
                </c:pt>
                <c:pt idx="526">
                  <c:v>4388</c:v>
                </c:pt>
                <c:pt idx="527">
                  <c:v>1123</c:v>
                </c:pt>
                <c:pt idx="528">
                  <c:v>4628</c:v>
                </c:pt>
                <c:pt idx="529">
                  <c:v>4390</c:v>
                </c:pt>
                <c:pt idx="530">
                  <c:v>4653</c:v>
                </c:pt>
                <c:pt idx="531">
                  <c:v>3492</c:v>
                </c:pt>
                <c:pt idx="532">
                  <c:v>571</c:v>
                </c:pt>
                <c:pt idx="533">
                  <c:v>5377</c:v>
                </c:pt>
                <c:pt idx="534">
                  <c:v>158017</c:v>
                </c:pt>
                <c:pt idx="535">
                  <c:v>14511</c:v>
                </c:pt>
                <c:pt idx="536">
                  <c:v>858</c:v>
                </c:pt>
                <c:pt idx="537">
                  <c:v>5037</c:v>
                </c:pt>
                <c:pt idx="538">
                  <c:v>780</c:v>
                </c:pt>
                <c:pt idx="539">
                  <c:v>8686</c:v>
                </c:pt>
                <c:pt idx="540">
                  <c:v>613</c:v>
                </c:pt>
                <c:pt idx="541">
                  <c:v>1245</c:v>
                </c:pt>
                <c:pt idx="542">
                  <c:v>8616</c:v>
                </c:pt>
                <c:pt idx="543">
                  <c:v>1840</c:v>
                </c:pt>
                <c:pt idx="544">
                  <c:v>1036</c:v>
                </c:pt>
                <c:pt idx="545">
                  <c:v>1780</c:v>
                </c:pt>
                <c:pt idx="546">
                  <c:v>50122</c:v>
                </c:pt>
                <c:pt idx="547">
                  <c:v>1573</c:v>
                </c:pt>
                <c:pt idx="548">
                  <c:v>1907</c:v>
                </c:pt>
                <c:pt idx="549">
                  <c:v>151419</c:v>
                </c:pt>
                <c:pt idx="550">
                  <c:v>1114</c:v>
                </c:pt>
                <c:pt idx="551">
                  <c:v>1329</c:v>
                </c:pt>
                <c:pt idx="552">
                  <c:v>3504</c:v>
                </c:pt>
                <c:pt idx="553">
                  <c:v>803</c:v>
                </c:pt>
                <c:pt idx="554">
                  <c:v>21874</c:v>
                </c:pt>
                <c:pt idx="555">
                  <c:v>3254</c:v>
                </c:pt>
                <c:pt idx="556">
                  <c:v>863</c:v>
                </c:pt>
                <c:pt idx="557">
                  <c:v>27539</c:v>
                </c:pt>
                <c:pt idx="558">
                  <c:v>834</c:v>
                </c:pt>
                <c:pt idx="559">
                  <c:v>313577</c:v>
                </c:pt>
                <c:pt idx="560">
                  <c:v>5331</c:v>
                </c:pt>
                <c:pt idx="561">
                  <c:v>3025</c:v>
                </c:pt>
                <c:pt idx="562">
                  <c:v>569</c:v>
                </c:pt>
                <c:pt idx="563">
                  <c:v>2821</c:v>
                </c:pt>
                <c:pt idx="564">
                  <c:v>13152</c:v>
                </c:pt>
                <c:pt idx="565">
                  <c:v>5726</c:v>
                </c:pt>
                <c:pt idx="566">
                  <c:v>539</c:v>
                </c:pt>
                <c:pt idx="567">
                  <c:v>242067</c:v>
                </c:pt>
                <c:pt idx="568">
                  <c:v>1713</c:v>
                </c:pt>
                <c:pt idx="569">
                  <c:v>888</c:v>
                </c:pt>
                <c:pt idx="570">
                  <c:v>830</c:v>
                </c:pt>
                <c:pt idx="571">
                  <c:v>2250</c:v>
                </c:pt>
                <c:pt idx="572">
                  <c:v>4819</c:v>
                </c:pt>
                <c:pt idx="573">
                  <c:v>568</c:v>
                </c:pt>
                <c:pt idx="574">
                  <c:v>614</c:v>
                </c:pt>
                <c:pt idx="575">
                  <c:v>540</c:v>
                </c:pt>
                <c:pt idx="576">
                  <c:v>2239</c:v>
                </c:pt>
                <c:pt idx="577">
                  <c:v>27245</c:v>
                </c:pt>
                <c:pt idx="578">
                  <c:v>1982</c:v>
                </c:pt>
                <c:pt idx="579">
                  <c:v>970</c:v>
                </c:pt>
                <c:pt idx="580">
                  <c:v>1421</c:v>
                </c:pt>
                <c:pt idx="581">
                  <c:v>1149</c:v>
                </c:pt>
                <c:pt idx="582">
                  <c:v>1231</c:v>
                </c:pt>
                <c:pt idx="583">
                  <c:v>5109</c:v>
                </c:pt>
                <c:pt idx="584">
                  <c:v>1700</c:v>
                </c:pt>
                <c:pt idx="585">
                  <c:v>1466</c:v>
                </c:pt>
                <c:pt idx="586">
                  <c:v>818</c:v>
                </c:pt>
                <c:pt idx="587">
                  <c:v>570</c:v>
                </c:pt>
                <c:pt idx="588">
                  <c:v>980</c:v>
                </c:pt>
                <c:pt idx="589">
                  <c:v>911</c:v>
                </c:pt>
                <c:pt idx="590">
                  <c:v>1859</c:v>
                </c:pt>
                <c:pt idx="591">
                  <c:v>41701</c:v>
                </c:pt>
                <c:pt idx="592">
                  <c:v>883</c:v>
                </c:pt>
                <c:pt idx="593">
                  <c:v>1904</c:v>
                </c:pt>
                <c:pt idx="594">
                  <c:v>3270</c:v>
                </c:pt>
                <c:pt idx="595">
                  <c:v>875</c:v>
                </c:pt>
                <c:pt idx="596">
                  <c:v>6072</c:v>
                </c:pt>
                <c:pt idx="597">
                  <c:v>924</c:v>
                </c:pt>
                <c:pt idx="598">
                  <c:v>825</c:v>
                </c:pt>
                <c:pt idx="599">
                  <c:v>1432</c:v>
                </c:pt>
                <c:pt idx="600">
                  <c:v>2942</c:v>
                </c:pt>
                <c:pt idx="601">
                  <c:v>1627</c:v>
                </c:pt>
                <c:pt idx="602">
                  <c:v>1571</c:v>
                </c:pt>
                <c:pt idx="603">
                  <c:v>4095</c:v>
                </c:pt>
                <c:pt idx="604">
                  <c:v>1166</c:v>
                </c:pt>
                <c:pt idx="605">
                  <c:v>842</c:v>
                </c:pt>
                <c:pt idx="606">
                  <c:v>1830</c:v>
                </c:pt>
                <c:pt idx="607">
                  <c:v>791</c:v>
                </c:pt>
                <c:pt idx="608">
                  <c:v>604</c:v>
                </c:pt>
                <c:pt idx="609">
                  <c:v>662</c:v>
                </c:pt>
                <c:pt idx="610">
                  <c:v>1066</c:v>
                </c:pt>
                <c:pt idx="611">
                  <c:v>10483</c:v>
                </c:pt>
                <c:pt idx="612">
                  <c:v>24058</c:v>
                </c:pt>
                <c:pt idx="613">
                  <c:v>758</c:v>
                </c:pt>
                <c:pt idx="614">
                  <c:v>515</c:v>
                </c:pt>
                <c:pt idx="615">
                  <c:v>2167</c:v>
                </c:pt>
                <c:pt idx="616">
                  <c:v>900</c:v>
                </c:pt>
                <c:pt idx="617">
                  <c:v>1860</c:v>
                </c:pt>
                <c:pt idx="618">
                  <c:v>1406</c:v>
                </c:pt>
                <c:pt idx="619">
                  <c:v>27054</c:v>
                </c:pt>
                <c:pt idx="620">
                  <c:v>2160</c:v>
                </c:pt>
                <c:pt idx="621">
                  <c:v>608</c:v>
                </c:pt>
                <c:pt idx="622">
                  <c:v>765</c:v>
                </c:pt>
                <c:pt idx="623">
                  <c:v>502</c:v>
                </c:pt>
                <c:pt idx="624">
                  <c:v>21748</c:v>
                </c:pt>
                <c:pt idx="625">
                  <c:v>10424</c:v>
                </c:pt>
                <c:pt idx="626">
                  <c:v>1752</c:v>
                </c:pt>
                <c:pt idx="627">
                  <c:v>1016</c:v>
                </c:pt>
                <c:pt idx="628">
                  <c:v>714</c:v>
                </c:pt>
                <c:pt idx="629">
                  <c:v>1086</c:v>
                </c:pt>
                <c:pt idx="630">
                  <c:v>704</c:v>
                </c:pt>
                <c:pt idx="631">
                  <c:v>770</c:v>
                </c:pt>
                <c:pt idx="632">
                  <c:v>3095</c:v>
                </c:pt>
                <c:pt idx="633">
                  <c:v>756</c:v>
                </c:pt>
                <c:pt idx="634">
                  <c:v>8619</c:v>
                </c:pt>
                <c:pt idx="635">
                  <c:v>1012</c:v>
                </c:pt>
                <c:pt idx="636">
                  <c:v>1637</c:v>
                </c:pt>
                <c:pt idx="637">
                  <c:v>1011</c:v>
                </c:pt>
                <c:pt idx="638">
                  <c:v>12678</c:v>
                </c:pt>
                <c:pt idx="639">
                  <c:v>3226</c:v>
                </c:pt>
                <c:pt idx="640">
                  <c:v>1058</c:v>
                </c:pt>
                <c:pt idx="641">
                  <c:v>557</c:v>
                </c:pt>
                <c:pt idx="642">
                  <c:v>9963</c:v>
                </c:pt>
                <c:pt idx="643">
                  <c:v>534</c:v>
                </c:pt>
                <c:pt idx="644">
                  <c:v>3057</c:v>
                </c:pt>
                <c:pt idx="645">
                  <c:v>750</c:v>
                </c:pt>
                <c:pt idx="646">
                  <c:v>1813</c:v>
                </c:pt>
                <c:pt idx="647">
                  <c:v>6679</c:v>
                </c:pt>
                <c:pt idx="648">
                  <c:v>1819</c:v>
                </c:pt>
                <c:pt idx="649">
                  <c:v>774</c:v>
                </c:pt>
                <c:pt idx="650">
                  <c:v>13838</c:v>
                </c:pt>
                <c:pt idx="651">
                  <c:v>5126</c:v>
                </c:pt>
                <c:pt idx="652">
                  <c:v>1361</c:v>
                </c:pt>
                <c:pt idx="653">
                  <c:v>2517</c:v>
                </c:pt>
                <c:pt idx="654">
                  <c:v>588</c:v>
                </c:pt>
                <c:pt idx="655">
                  <c:v>152433</c:v>
                </c:pt>
                <c:pt idx="656">
                  <c:v>719</c:v>
                </c:pt>
                <c:pt idx="657">
                  <c:v>6626</c:v>
                </c:pt>
                <c:pt idx="658">
                  <c:v>746</c:v>
                </c:pt>
                <c:pt idx="659">
                  <c:v>872</c:v>
                </c:pt>
                <c:pt idx="660">
                  <c:v>1474</c:v>
                </c:pt>
                <c:pt idx="661">
                  <c:v>2236</c:v>
                </c:pt>
                <c:pt idx="662">
                  <c:v>2276</c:v>
                </c:pt>
                <c:pt idx="663">
                  <c:v>1469</c:v>
                </c:pt>
                <c:pt idx="664">
                  <c:v>642</c:v>
                </c:pt>
                <c:pt idx="665">
                  <c:v>3386</c:v>
                </c:pt>
                <c:pt idx="666">
                  <c:v>515</c:v>
                </c:pt>
                <c:pt idx="667">
                  <c:v>615</c:v>
                </c:pt>
                <c:pt idx="668">
                  <c:v>7068</c:v>
                </c:pt>
                <c:pt idx="669">
                  <c:v>785</c:v>
                </c:pt>
                <c:pt idx="670">
                  <c:v>987</c:v>
                </c:pt>
                <c:pt idx="671">
                  <c:v>12373</c:v>
                </c:pt>
                <c:pt idx="672">
                  <c:v>551</c:v>
                </c:pt>
                <c:pt idx="673">
                  <c:v>3343</c:v>
                </c:pt>
                <c:pt idx="674">
                  <c:v>634</c:v>
                </c:pt>
                <c:pt idx="675">
                  <c:v>5167</c:v>
                </c:pt>
                <c:pt idx="676">
                  <c:v>1508</c:v>
                </c:pt>
                <c:pt idx="677">
                  <c:v>41691</c:v>
                </c:pt>
                <c:pt idx="678">
                  <c:v>800</c:v>
                </c:pt>
                <c:pt idx="679">
                  <c:v>1602</c:v>
                </c:pt>
                <c:pt idx="680">
                  <c:v>1325</c:v>
                </c:pt>
                <c:pt idx="681">
                  <c:v>18669</c:v>
                </c:pt>
                <c:pt idx="682">
                  <c:v>3922</c:v>
                </c:pt>
                <c:pt idx="683">
                  <c:v>968</c:v>
                </c:pt>
                <c:pt idx="684">
                  <c:v>8804</c:v>
                </c:pt>
                <c:pt idx="685">
                  <c:v>974</c:v>
                </c:pt>
                <c:pt idx="686">
                  <c:v>2570</c:v>
                </c:pt>
                <c:pt idx="687">
                  <c:v>1249</c:v>
                </c:pt>
                <c:pt idx="688">
                  <c:v>1567</c:v>
                </c:pt>
                <c:pt idx="689">
                  <c:v>3152</c:v>
                </c:pt>
                <c:pt idx="690">
                  <c:v>653</c:v>
                </c:pt>
                <c:pt idx="691">
                  <c:v>6103</c:v>
                </c:pt>
                <c:pt idx="692">
                  <c:v>279741</c:v>
                </c:pt>
                <c:pt idx="693">
                  <c:v>705</c:v>
                </c:pt>
                <c:pt idx="694">
                  <c:v>10630</c:v>
                </c:pt>
                <c:pt idx="695">
                  <c:v>5037</c:v>
                </c:pt>
                <c:pt idx="696">
                  <c:v>808</c:v>
                </c:pt>
                <c:pt idx="697">
                  <c:v>24731</c:v>
                </c:pt>
                <c:pt idx="698">
                  <c:v>3247</c:v>
                </c:pt>
                <c:pt idx="699">
                  <c:v>865</c:v>
                </c:pt>
                <c:pt idx="700">
                  <c:v>1022</c:v>
                </c:pt>
                <c:pt idx="701">
                  <c:v>587</c:v>
                </c:pt>
                <c:pt idx="702">
                  <c:v>7042</c:v>
                </c:pt>
                <c:pt idx="703">
                  <c:v>11314</c:v>
                </c:pt>
                <c:pt idx="704">
                  <c:v>895</c:v>
                </c:pt>
                <c:pt idx="705">
                  <c:v>16258</c:v>
                </c:pt>
                <c:pt idx="706">
                  <c:v>1031</c:v>
                </c:pt>
                <c:pt idx="707">
                  <c:v>618</c:v>
                </c:pt>
                <c:pt idx="708">
                  <c:v>601</c:v>
                </c:pt>
                <c:pt idx="709">
                  <c:v>1353</c:v>
                </c:pt>
                <c:pt idx="710">
                  <c:v>1021</c:v>
                </c:pt>
                <c:pt idx="711">
                  <c:v>7043</c:v>
                </c:pt>
                <c:pt idx="712">
                  <c:v>611</c:v>
                </c:pt>
                <c:pt idx="713">
                  <c:v>1340</c:v>
                </c:pt>
                <c:pt idx="714">
                  <c:v>844</c:v>
                </c:pt>
                <c:pt idx="715">
                  <c:v>33067</c:v>
                </c:pt>
                <c:pt idx="716">
                  <c:v>3254</c:v>
                </c:pt>
                <c:pt idx="717">
                  <c:v>505</c:v>
                </c:pt>
                <c:pt idx="718">
                  <c:v>651</c:v>
                </c:pt>
                <c:pt idx="719">
                  <c:v>12520</c:v>
                </c:pt>
                <c:pt idx="720">
                  <c:v>4840</c:v>
                </c:pt>
                <c:pt idx="721">
                  <c:v>27688</c:v>
                </c:pt>
                <c:pt idx="722">
                  <c:v>1760</c:v>
                </c:pt>
                <c:pt idx="723">
                  <c:v>1071</c:v>
                </c:pt>
                <c:pt idx="724">
                  <c:v>1716</c:v>
                </c:pt>
                <c:pt idx="725">
                  <c:v>4452</c:v>
                </c:pt>
                <c:pt idx="726">
                  <c:v>505</c:v>
                </c:pt>
                <c:pt idx="727">
                  <c:v>1066</c:v>
                </c:pt>
                <c:pt idx="728">
                  <c:v>4883</c:v>
                </c:pt>
                <c:pt idx="729">
                  <c:v>1062</c:v>
                </c:pt>
                <c:pt idx="730">
                  <c:v>1414</c:v>
                </c:pt>
                <c:pt idx="731">
                  <c:v>812</c:v>
                </c:pt>
                <c:pt idx="732">
                  <c:v>1369</c:v>
                </c:pt>
                <c:pt idx="733">
                  <c:v>1637</c:v>
                </c:pt>
                <c:pt idx="734">
                  <c:v>741</c:v>
                </c:pt>
                <c:pt idx="735">
                  <c:v>1001</c:v>
                </c:pt>
                <c:pt idx="736">
                  <c:v>1436</c:v>
                </c:pt>
                <c:pt idx="737">
                  <c:v>3092</c:v>
                </c:pt>
                <c:pt idx="738">
                  <c:v>1789</c:v>
                </c:pt>
                <c:pt idx="739">
                  <c:v>1159</c:v>
                </c:pt>
                <c:pt idx="740">
                  <c:v>531</c:v>
                </c:pt>
                <c:pt idx="741">
                  <c:v>926</c:v>
                </c:pt>
                <c:pt idx="742">
                  <c:v>2505</c:v>
                </c:pt>
                <c:pt idx="743">
                  <c:v>629</c:v>
                </c:pt>
                <c:pt idx="744">
                  <c:v>6663</c:v>
                </c:pt>
                <c:pt idx="745">
                  <c:v>3133</c:v>
                </c:pt>
                <c:pt idx="746">
                  <c:v>2259</c:v>
                </c:pt>
                <c:pt idx="747">
                  <c:v>2313</c:v>
                </c:pt>
                <c:pt idx="748">
                  <c:v>1759</c:v>
                </c:pt>
                <c:pt idx="749">
                  <c:v>16480</c:v>
                </c:pt>
                <c:pt idx="750">
                  <c:v>3870</c:v>
                </c:pt>
                <c:pt idx="751">
                  <c:v>1250</c:v>
                </c:pt>
                <c:pt idx="752">
                  <c:v>1539</c:v>
                </c:pt>
                <c:pt idx="753">
                  <c:v>18945</c:v>
                </c:pt>
                <c:pt idx="754">
                  <c:v>19954</c:v>
                </c:pt>
                <c:pt idx="755">
                  <c:v>4009</c:v>
                </c:pt>
                <c:pt idx="756">
                  <c:v>832</c:v>
                </c:pt>
                <c:pt idx="757">
                  <c:v>5893</c:v>
                </c:pt>
                <c:pt idx="758">
                  <c:v>4321</c:v>
                </c:pt>
                <c:pt idx="759">
                  <c:v>899</c:v>
                </c:pt>
                <c:pt idx="760">
                  <c:v>521</c:v>
                </c:pt>
                <c:pt idx="761">
                  <c:v>901</c:v>
                </c:pt>
                <c:pt idx="762">
                  <c:v>671</c:v>
                </c:pt>
                <c:pt idx="763">
                  <c:v>951</c:v>
                </c:pt>
                <c:pt idx="764">
                  <c:v>10053</c:v>
                </c:pt>
                <c:pt idx="765">
                  <c:v>520</c:v>
                </c:pt>
                <c:pt idx="766">
                  <c:v>767</c:v>
                </c:pt>
                <c:pt idx="767">
                  <c:v>1562</c:v>
                </c:pt>
                <c:pt idx="768">
                  <c:v>9217</c:v>
                </c:pt>
                <c:pt idx="769">
                  <c:v>206026</c:v>
                </c:pt>
                <c:pt idx="770">
                  <c:v>1539</c:v>
                </c:pt>
                <c:pt idx="771">
                  <c:v>731</c:v>
                </c:pt>
                <c:pt idx="772">
                  <c:v>3017</c:v>
                </c:pt>
                <c:pt idx="773">
                  <c:v>525</c:v>
                </c:pt>
                <c:pt idx="774">
                  <c:v>1023</c:v>
                </c:pt>
                <c:pt idx="775">
                  <c:v>1217</c:v>
                </c:pt>
                <c:pt idx="776">
                  <c:v>3605</c:v>
                </c:pt>
                <c:pt idx="777">
                  <c:v>8827</c:v>
                </c:pt>
                <c:pt idx="778">
                  <c:v>1047</c:v>
                </c:pt>
                <c:pt idx="779">
                  <c:v>1379</c:v>
                </c:pt>
                <c:pt idx="780">
                  <c:v>2314</c:v>
                </c:pt>
                <c:pt idx="781">
                  <c:v>743</c:v>
                </c:pt>
                <c:pt idx="782">
                  <c:v>12694</c:v>
                </c:pt>
                <c:pt idx="783">
                  <c:v>1412</c:v>
                </c:pt>
                <c:pt idx="784">
                  <c:v>822</c:v>
                </c:pt>
                <c:pt idx="785">
                  <c:v>809</c:v>
                </c:pt>
                <c:pt idx="786">
                  <c:v>1834</c:v>
                </c:pt>
                <c:pt idx="787">
                  <c:v>678</c:v>
                </c:pt>
                <c:pt idx="788">
                  <c:v>652</c:v>
                </c:pt>
                <c:pt idx="789">
                  <c:v>4217</c:v>
                </c:pt>
                <c:pt idx="790">
                  <c:v>25123</c:v>
                </c:pt>
                <c:pt idx="791">
                  <c:v>1272</c:v>
                </c:pt>
                <c:pt idx="792">
                  <c:v>10331</c:v>
                </c:pt>
                <c:pt idx="793">
                  <c:v>30870</c:v>
                </c:pt>
                <c:pt idx="794">
                  <c:v>1132</c:v>
                </c:pt>
                <c:pt idx="795">
                  <c:v>1020</c:v>
                </c:pt>
                <c:pt idx="796">
                  <c:v>2468</c:v>
                </c:pt>
                <c:pt idx="797">
                  <c:v>1263</c:v>
                </c:pt>
                <c:pt idx="798">
                  <c:v>84488</c:v>
                </c:pt>
                <c:pt idx="799">
                  <c:v>616</c:v>
                </c:pt>
                <c:pt idx="800">
                  <c:v>660</c:v>
                </c:pt>
                <c:pt idx="801">
                  <c:v>64859</c:v>
                </c:pt>
                <c:pt idx="802">
                  <c:v>3128</c:v>
                </c:pt>
                <c:pt idx="803">
                  <c:v>16207</c:v>
                </c:pt>
                <c:pt idx="804">
                  <c:v>2238</c:v>
                </c:pt>
                <c:pt idx="805">
                  <c:v>557</c:v>
                </c:pt>
                <c:pt idx="806">
                  <c:v>2470</c:v>
                </c:pt>
                <c:pt idx="807">
                  <c:v>26052</c:v>
                </c:pt>
                <c:pt idx="808">
                  <c:v>543</c:v>
                </c:pt>
                <c:pt idx="809">
                  <c:v>543</c:v>
                </c:pt>
                <c:pt idx="810">
                  <c:v>578</c:v>
                </c:pt>
                <c:pt idx="811">
                  <c:v>904</c:v>
                </c:pt>
                <c:pt idx="812">
                  <c:v>4820</c:v>
                </c:pt>
                <c:pt idx="813">
                  <c:v>1370</c:v>
                </c:pt>
                <c:pt idx="814">
                  <c:v>1451</c:v>
                </c:pt>
                <c:pt idx="815">
                  <c:v>1250</c:v>
                </c:pt>
                <c:pt idx="816">
                  <c:v>2312</c:v>
                </c:pt>
                <c:pt idx="817">
                  <c:v>645</c:v>
                </c:pt>
                <c:pt idx="818">
                  <c:v>569</c:v>
                </c:pt>
                <c:pt idx="819">
                  <c:v>4825</c:v>
                </c:pt>
                <c:pt idx="820">
                  <c:v>1490</c:v>
                </c:pt>
                <c:pt idx="821">
                  <c:v>7028</c:v>
                </c:pt>
                <c:pt idx="822">
                  <c:v>2286</c:v>
                </c:pt>
                <c:pt idx="823">
                  <c:v>6737</c:v>
                </c:pt>
                <c:pt idx="824">
                  <c:v>2713</c:v>
                </c:pt>
                <c:pt idx="825">
                  <c:v>2182</c:v>
                </c:pt>
                <c:pt idx="826">
                  <c:v>1860</c:v>
                </c:pt>
                <c:pt idx="827">
                  <c:v>656</c:v>
                </c:pt>
                <c:pt idx="828">
                  <c:v>1459</c:v>
                </c:pt>
                <c:pt idx="829">
                  <c:v>71148</c:v>
                </c:pt>
                <c:pt idx="830">
                  <c:v>1038</c:v>
                </c:pt>
                <c:pt idx="831">
                  <c:v>6204</c:v>
                </c:pt>
                <c:pt idx="832">
                  <c:v>1730</c:v>
                </c:pt>
                <c:pt idx="833">
                  <c:v>719</c:v>
                </c:pt>
                <c:pt idx="834">
                  <c:v>715</c:v>
                </c:pt>
                <c:pt idx="835">
                  <c:v>14399</c:v>
                </c:pt>
                <c:pt idx="836">
                  <c:v>664</c:v>
                </c:pt>
                <c:pt idx="837">
                  <c:v>544</c:v>
                </c:pt>
                <c:pt idx="838">
                  <c:v>4122</c:v>
                </c:pt>
                <c:pt idx="839">
                  <c:v>1005</c:v>
                </c:pt>
                <c:pt idx="840">
                  <c:v>544</c:v>
                </c:pt>
                <c:pt idx="841">
                  <c:v>33339</c:v>
                </c:pt>
                <c:pt idx="842">
                  <c:v>1615</c:v>
                </c:pt>
                <c:pt idx="843">
                  <c:v>56030</c:v>
                </c:pt>
                <c:pt idx="844">
                  <c:v>2444</c:v>
                </c:pt>
                <c:pt idx="845">
                  <c:v>594</c:v>
                </c:pt>
                <c:pt idx="846">
                  <c:v>943</c:v>
                </c:pt>
                <c:pt idx="847">
                  <c:v>4101</c:v>
                </c:pt>
                <c:pt idx="848">
                  <c:v>1162</c:v>
                </c:pt>
                <c:pt idx="849">
                  <c:v>4458</c:v>
                </c:pt>
                <c:pt idx="850">
                  <c:v>13313</c:v>
                </c:pt>
                <c:pt idx="851">
                  <c:v>796</c:v>
                </c:pt>
                <c:pt idx="852">
                  <c:v>1876</c:v>
                </c:pt>
                <c:pt idx="853">
                  <c:v>857</c:v>
                </c:pt>
                <c:pt idx="854">
                  <c:v>708</c:v>
                </c:pt>
                <c:pt idx="855">
                  <c:v>2438</c:v>
                </c:pt>
                <c:pt idx="856">
                  <c:v>3328</c:v>
                </c:pt>
                <c:pt idx="857">
                  <c:v>764</c:v>
                </c:pt>
                <c:pt idx="858">
                  <c:v>567</c:v>
                </c:pt>
                <c:pt idx="859">
                  <c:v>19427</c:v>
                </c:pt>
                <c:pt idx="860">
                  <c:v>622</c:v>
                </c:pt>
                <c:pt idx="861">
                  <c:v>1597</c:v>
                </c:pt>
                <c:pt idx="862">
                  <c:v>516</c:v>
                </c:pt>
                <c:pt idx="863">
                  <c:v>913</c:v>
                </c:pt>
                <c:pt idx="864">
                  <c:v>533</c:v>
                </c:pt>
                <c:pt idx="865">
                  <c:v>898</c:v>
                </c:pt>
                <c:pt idx="866">
                  <c:v>546</c:v>
                </c:pt>
                <c:pt idx="867">
                  <c:v>22709</c:v>
                </c:pt>
                <c:pt idx="868">
                  <c:v>5388</c:v>
                </c:pt>
                <c:pt idx="869">
                  <c:v>8627</c:v>
                </c:pt>
                <c:pt idx="870">
                  <c:v>871</c:v>
                </c:pt>
                <c:pt idx="871">
                  <c:v>2348</c:v>
                </c:pt>
                <c:pt idx="872">
                  <c:v>941</c:v>
                </c:pt>
                <c:pt idx="873">
                  <c:v>1689</c:v>
                </c:pt>
                <c:pt idx="874">
                  <c:v>772</c:v>
                </c:pt>
                <c:pt idx="875">
                  <c:v>1056677</c:v>
                </c:pt>
                <c:pt idx="876">
                  <c:v>988</c:v>
                </c:pt>
                <c:pt idx="877">
                  <c:v>1510</c:v>
                </c:pt>
                <c:pt idx="878">
                  <c:v>18573</c:v>
                </c:pt>
                <c:pt idx="879">
                  <c:v>9197</c:v>
                </c:pt>
                <c:pt idx="880">
                  <c:v>2763</c:v>
                </c:pt>
                <c:pt idx="881">
                  <c:v>15840</c:v>
                </c:pt>
                <c:pt idx="882">
                  <c:v>5121</c:v>
                </c:pt>
                <c:pt idx="883">
                  <c:v>1543</c:v>
                </c:pt>
                <c:pt idx="884">
                  <c:v>5833</c:v>
                </c:pt>
                <c:pt idx="885">
                  <c:v>1347</c:v>
                </c:pt>
                <c:pt idx="886">
                  <c:v>9484</c:v>
                </c:pt>
                <c:pt idx="887">
                  <c:v>16406</c:v>
                </c:pt>
                <c:pt idx="888">
                  <c:v>3951</c:v>
                </c:pt>
                <c:pt idx="889">
                  <c:v>3795</c:v>
                </c:pt>
                <c:pt idx="890">
                  <c:v>529</c:v>
                </c:pt>
                <c:pt idx="891">
                  <c:v>6384</c:v>
                </c:pt>
                <c:pt idx="892">
                  <c:v>5965</c:v>
                </c:pt>
                <c:pt idx="893">
                  <c:v>5239</c:v>
                </c:pt>
                <c:pt idx="894">
                  <c:v>5798</c:v>
                </c:pt>
                <c:pt idx="895">
                  <c:v>2357</c:v>
                </c:pt>
                <c:pt idx="896">
                  <c:v>1449</c:v>
                </c:pt>
                <c:pt idx="897">
                  <c:v>4986</c:v>
                </c:pt>
                <c:pt idx="898">
                  <c:v>20896</c:v>
                </c:pt>
                <c:pt idx="899">
                  <c:v>1911</c:v>
                </c:pt>
                <c:pt idx="900">
                  <c:v>552</c:v>
                </c:pt>
                <c:pt idx="901">
                  <c:v>6875</c:v>
                </c:pt>
                <c:pt idx="902">
                  <c:v>21689</c:v>
                </c:pt>
                <c:pt idx="903">
                  <c:v>686</c:v>
                </c:pt>
                <c:pt idx="904">
                  <c:v>728</c:v>
                </c:pt>
                <c:pt idx="905">
                  <c:v>106281</c:v>
                </c:pt>
                <c:pt idx="906">
                  <c:v>50448</c:v>
                </c:pt>
                <c:pt idx="907">
                  <c:v>10001</c:v>
                </c:pt>
                <c:pt idx="908">
                  <c:v>17125</c:v>
                </c:pt>
                <c:pt idx="909">
                  <c:v>1125</c:v>
                </c:pt>
                <c:pt idx="910">
                  <c:v>15987</c:v>
                </c:pt>
                <c:pt idx="911">
                  <c:v>5444</c:v>
                </c:pt>
                <c:pt idx="912">
                  <c:v>1961</c:v>
                </c:pt>
                <c:pt idx="913">
                  <c:v>1085</c:v>
                </c:pt>
                <c:pt idx="914">
                  <c:v>673</c:v>
                </c:pt>
                <c:pt idx="915">
                  <c:v>980</c:v>
                </c:pt>
                <c:pt idx="916">
                  <c:v>1596</c:v>
                </c:pt>
                <c:pt idx="917">
                  <c:v>2296</c:v>
                </c:pt>
                <c:pt idx="918">
                  <c:v>2481</c:v>
                </c:pt>
                <c:pt idx="919">
                  <c:v>626</c:v>
                </c:pt>
                <c:pt idx="920">
                  <c:v>3678</c:v>
                </c:pt>
                <c:pt idx="921">
                  <c:v>1620</c:v>
                </c:pt>
                <c:pt idx="922">
                  <c:v>890</c:v>
                </c:pt>
                <c:pt idx="923">
                  <c:v>66693</c:v>
                </c:pt>
                <c:pt idx="924">
                  <c:v>1842</c:v>
                </c:pt>
                <c:pt idx="925">
                  <c:v>906</c:v>
                </c:pt>
                <c:pt idx="926">
                  <c:v>952</c:v>
                </c:pt>
                <c:pt idx="927">
                  <c:v>1438</c:v>
                </c:pt>
                <c:pt idx="928">
                  <c:v>1271</c:v>
                </c:pt>
                <c:pt idx="929">
                  <c:v>1048</c:v>
                </c:pt>
                <c:pt idx="930">
                  <c:v>3713</c:v>
                </c:pt>
                <c:pt idx="931">
                  <c:v>1184</c:v>
                </c:pt>
                <c:pt idx="932">
                  <c:v>2536</c:v>
                </c:pt>
                <c:pt idx="933">
                  <c:v>4297</c:v>
                </c:pt>
                <c:pt idx="934">
                  <c:v>726</c:v>
                </c:pt>
                <c:pt idx="935">
                  <c:v>2890</c:v>
                </c:pt>
                <c:pt idx="936">
                  <c:v>887</c:v>
                </c:pt>
                <c:pt idx="937">
                  <c:v>1503</c:v>
                </c:pt>
                <c:pt idx="938">
                  <c:v>677</c:v>
                </c:pt>
                <c:pt idx="939">
                  <c:v>3872</c:v>
                </c:pt>
                <c:pt idx="940">
                  <c:v>1734</c:v>
                </c:pt>
                <c:pt idx="941">
                  <c:v>10783</c:v>
                </c:pt>
                <c:pt idx="942">
                  <c:v>18999</c:v>
                </c:pt>
                <c:pt idx="943">
                  <c:v>790</c:v>
                </c:pt>
                <c:pt idx="944">
                  <c:v>515</c:v>
                </c:pt>
                <c:pt idx="945">
                  <c:v>67080</c:v>
                </c:pt>
                <c:pt idx="946">
                  <c:v>4017</c:v>
                </c:pt>
                <c:pt idx="947">
                  <c:v>2687</c:v>
                </c:pt>
                <c:pt idx="948">
                  <c:v>98914</c:v>
                </c:pt>
                <c:pt idx="949">
                  <c:v>9315</c:v>
                </c:pt>
                <c:pt idx="950">
                  <c:v>19233</c:v>
                </c:pt>
                <c:pt idx="951">
                  <c:v>3520</c:v>
                </c:pt>
                <c:pt idx="952">
                  <c:v>2070</c:v>
                </c:pt>
                <c:pt idx="953">
                  <c:v>5788</c:v>
                </c:pt>
                <c:pt idx="954">
                  <c:v>583</c:v>
                </c:pt>
                <c:pt idx="955">
                  <c:v>1783</c:v>
                </c:pt>
                <c:pt idx="956">
                  <c:v>17740</c:v>
                </c:pt>
                <c:pt idx="957">
                  <c:v>1474</c:v>
                </c:pt>
                <c:pt idx="958">
                  <c:v>5424</c:v>
                </c:pt>
                <c:pt idx="959">
                  <c:v>6753</c:v>
                </c:pt>
                <c:pt idx="960">
                  <c:v>4580</c:v>
                </c:pt>
                <c:pt idx="961">
                  <c:v>944</c:v>
                </c:pt>
                <c:pt idx="962">
                  <c:v>5166</c:v>
                </c:pt>
                <c:pt idx="963">
                  <c:v>499828</c:v>
                </c:pt>
                <c:pt idx="964">
                  <c:v>2821</c:v>
                </c:pt>
                <c:pt idx="965">
                  <c:v>1001</c:v>
                </c:pt>
                <c:pt idx="966">
                  <c:v>14083</c:v>
                </c:pt>
                <c:pt idx="967">
                  <c:v>682</c:v>
                </c:pt>
                <c:pt idx="968">
                  <c:v>19280</c:v>
                </c:pt>
                <c:pt idx="969">
                  <c:v>969</c:v>
                </c:pt>
                <c:pt idx="970">
                  <c:v>700</c:v>
                </c:pt>
                <c:pt idx="971">
                  <c:v>580</c:v>
                </c:pt>
                <c:pt idx="972">
                  <c:v>536</c:v>
                </c:pt>
                <c:pt idx="973">
                  <c:v>817</c:v>
                </c:pt>
                <c:pt idx="974">
                  <c:v>3032</c:v>
                </c:pt>
                <c:pt idx="975">
                  <c:v>649</c:v>
                </c:pt>
                <c:pt idx="976">
                  <c:v>2322</c:v>
                </c:pt>
                <c:pt idx="977">
                  <c:v>568</c:v>
                </c:pt>
                <c:pt idx="978">
                  <c:v>1589</c:v>
                </c:pt>
                <c:pt idx="979">
                  <c:v>1192</c:v>
                </c:pt>
                <c:pt idx="980">
                  <c:v>512</c:v>
                </c:pt>
                <c:pt idx="981">
                  <c:v>547</c:v>
                </c:pt>
                <c:pt idx="982">
                  <c:v>2365</c:v>
                </c:pt>
                <c:pt idx="983">
                  <c:v>589</c:v>
                </c:pt>
                <c:pt idx="984">
                  <c:v>23309</c:v>
                </c:pt>
                <c:pt idx="985">
                  <c:v>4049</c:v>
                </c:pt>
                <c:pt idx="986">
                  <c:v>6913</c:v>
                </c:pt>
                <c:pt idx="987">
                  <c:v>611</c:v>
                </c:pt>
                <c:pt idx="988">
                  <c:v>16277</c:v>
                </c:pt>
                <c:pt idx="989">
                  <c:v>4432</c:v>
                </c:pt>
                <c:pt idx="990">
                  <c:v>637</c:v>
                </c:pt>
                <c:pt idx="991">
                  <c:v>2745</c:v>
                </c:pt>
                <c:pt idx="992">
                  <c:v>8170</c:v>
                </c:pt>
                <c:pt idx="993">
                  <c:v>7002</c:v>
                </c:pt>
                <c:pt idx="994">
                  <c:v>149065</c:v>
                </c:pt>
                <c:pt idx="995">
                  <c:v>609</c:v>
                </c:pt>
                <c:pt idx="996">
                  <c:v>20383</c:v>
                </c:pt>
                <c:pt idx="997">
                  <c:v>551</c:v>
                </c:pt>
                <c:pt idx="998">
                  <c:v>5623</c:v>
                </c:pt>
                <c:pt idx="999">
                  <c:v>2249</c:v>
                </c:pt>
                <c:pt idx="1000">
                  <c:v>7435</c:v>
                </c:pt>
                <c:pt idx="1001">
                  <c:v>2881</c:v>
                </c:pt>
                <c:pt idx="1002">
                  <c:v>773</c:v>
                </c:pt>
                <c:pt idx="1003">
                  <c:v>2988</c:v>
                </c:pt>
                <c:pt idx="1004">
                  <c:v>570</c:v>
                </c:pt>
                <c:pt idx="1005">
                  <c:v>1726</c:v>
                </c:pt>
                <c:pt idx="1006">
                  <c:v>37307</c:v>
                </c:pt>
                <c:pt idx="1007">
                  <c:v>1076</c:v>
                </c:pt>
                <c:pt idx="1008">
                  <c:v>1088</c:v>
                </c:pt>
                <c:pt idx="1009">
                  <c:v>670</c:v>
                </c:pt>
                <c:pt idx="1010">
                  <c:v>628</c:v>
                </c:pt>
                <c:pt idx="1011">
                  <c:v>5450</c:v>
                </c:pt>
                <c:pt idx="1012">
                  <c:v>637</c:v>
                </c:pt>
                <c:pt idx="1013">
                  <c:v>3244</c:v>
                </c:pt>
                <c:pt idx="1014">
                  <c:v>524</c:v>
                </c:pt>
                <c:pt idx="1015">
                  <c:v>1275</c:v>
                </c:pt>
                <c:pt idx="1016">
                  <c:v>1260</c:v>
                </c:pt>
                <c:pt idx="1017">
                  <c:v>3437</c:v>
                </c:pt>
                <c:pt idx="1018">
                  <c:v>22641</c:v>
                </c:pt>
                <c:pt idx="1019">
                  <c:v>1026</c:v>
                </c:pt>
                <c:pt idx="1020">
                  <c:v>10001</c:v>
                </c:pt>
                <c:pt idx="1021">
                  <c:v>2378</c:v>
                </c:pt>
                <c:pt idx="1022">
                  <c:v>2068</c:v>
                </c:pt>
                <c:pt idx="1023">
                  <c:v>16963</c:v>
                </c:pt>
                <c:pt idx="1024">
                  <c:v>3495</c:v>
                </c:pt>
                <c:pt idx="1025">
                  <c:v>692</c:v>
                </c:pt>
                <c:pt idx="1026">
                  <c:v>762</c:v>
                </c:pt>
                <c:pt idx="1027">
                  <c:v>3869</c:v>
                </c:pt>
                <c:pt idx="1028">
                  <c:v>918</c:v>
                </c:pt>
                <c:pt idx="1029">
                  <c:v>875</c:v>
                </c:pt>
                <c:pt idx="1030">
                  <c:v>1303</c:v>
                </c:pt>
                <c:pt idx="1031">
                  <c:v>4651</c:v>
                </c:pt>
                <c:pt idx="1032">
                  <c:v>827</c:v>
                </c:pt>
                <c:pt idx="1033">
                  <c:v>1449</c:v>
                </c:pt>
                <c:pt idx="1034">
                  <c:v>755</c:v>
                </c:pt>
                <c:pt idx="1035">
                  <c:v>19033</c:v>
                </c:pt>
                <c:pt idx="1036">
                  <c:v>4027</c:v>
                </c:pt>
                <c:pt idx="1037">
                  <c:v>6318</c:v>
                </c:pt>
                <c:pt idx="1038">
                  <c:v>1706</c:v>
                </c:pt>
                <c:pt idx="1039">
                  <c:v>135943</c:v>
                </c:pt>
                <c:pt idx="1040">
                  <c:v>2817</c:v>
                </c:pt>
                <c:pt idx="1041">
                  <c:v>872</c:v>
                </c:pt>
                <c:pt idx="1042">
                  <c:v>770</c:v>
                </c:pt>
                <c:pt idx="1043">
                  <c:v>572</c:v>
                </c:pt>
                <c:pt idx="1044">
                  <c:v>1978</c:v>
                </c:pt>
                <c:pt idx="1045">
                  <c:v>43042</c:v>
                </c:pt>
                <c:pt idx="1046">
                  <c:v>2262</c:v>
                </c:pt>
                <c:pt idx="1047">
                  <c:v>1184</c:v>
                </c:pt>
                <c:pt idx="1048">
                  <c:v>2436</c:v>
                </c:pt>
                <c:pt idx="1049">
                  <c:v>903</c:v>
                </c:pt>
                <c:pt idx="1050">
                  <c:v>12303</c:v>
                </c:pt>
                <c:pt idx="1051">
                  <c:v>620</c:v>
                </c:pt>
                <c:pt idx="1052">
                  <c:v>2017</c:v>
                </c:pt>
                <c:pt idx="1053">
                  <c:v>7249</c:v>
                </c:pt>
                <c:pt idx="1054">
                  <c:v>2747</c:v>
                </c:pt>
                <c:pt idx="1055">
                  <c:v>656</c:v>
                </c:pt>
                <c:pt idx="1056">
                  <c:v>1155</c:v>
                </c:pt>
                <c:pt idx="1057">
                  <c:v>2906</c:v>
                </c:pt>
                <c:pt idx="1058">
                  <c:v>804</c:v>
                </c:pt>
                <c:pt idx="1059">
                  <c:v>997</c:v>
                </c:pt>
                <c:pt idx="1060">
                  <c:v>717</c:v>
                </c:pt>
                <c:pt idx="1061">
                  <c:v>541</c:v>
                </c:pt>
                <c:pt idx="1062">
                  <c:v>934</c:v>
                </c:pt>
                <c:pt idx="1063">
                  <c:v>1739</c:v>
                </c:pt>
                <c:pt idx="1064">
                  <c:v>11459</c:v>
                </c:pt>
                <c:pt idx="1065">
                  <c:v>1125</c:v>
                </c:pt>
                <c:pt idx="1066">
                  <c:v>953</c:v>
                </c:pt>
                <c:pt idx="1067">
                  <c:v>500</c:v>
                </c:pt>
                <c:pt idx="1068">
                  <c:v>726</c:v>
                </c:pt>
                <c:pt idx="1069">
                  <c:v>35679</c:v>
                </c:pt>
                <c:pt idx="1070">
                  <c:v>9702</c:v>
                </c:pt>
                <c:pt idx="1071">
                  <c:v>531</c:v>
                </c:pt>
                <c:pt idx="1072">
                  <c:v>917</c:v>
                </c:pt>
                <c:pt idx="1073">
                  <c:v>824</c:v>
                </c:pt>
                <c:pt idx="1074">
                  <c:v>1487</c:v>
                </c:pt>
                <c:pt idx="1075">
                  <c:v>6503</c:v>
                </c:pt>
                <c:pt idx="1076">
                  <c:v>505</c:v>
                </c:pt>
                <c:pt idx="1077">
                  <c:v>599</c:v>
                </c:pt>
                <c:pt idx="1078">
                  <c:v>646</c:v>
                </c:pt>
                <c:pt idx="1079">
                  <c:v>2399</c:v>
                </c:pt>
                <c:pt idx="1080">
                  <c:v>1652</c:v>
                </c:pt>
                <c:pt idx="1081">
                  <c:v>608</c:v>
                </c:pt>
                <c:pt idx="1082">
                  <c:v>785</c:v>
                </c:pt>
                <c:pt idx="1083">
                  <c:v>1923</c:v>
                </c:pt>
                <c:pt idx="1084">
                  <c:v>1013</c:v>
                </c:pt>
                <c:pt idx="1085">
                  <c:v>3495</c:v>
                </c:pt>
                <c:pt idx="1086">
                  <c:v>2477</c:v>
                </c:pt>
                <c:pt idx="1087">
                  <c:v>194830</c:v>
                </c:pt>
                <c:pt idx="1088">
                  <c:v>1824</c:v>
                </c:pt>
                <c:pt idx="1089">
                  <c:v>10863</c:v>
                </c:pt>
                <c:pt idx="1090">
                  <c:v>691</c:v>
                </c:pt>
                <c:pt idx="1091">
                  <c:v>587</c:v>
                </c:pt>
                <c:pt idx="1092">
                  <c:v>7247</c:v>
                </c:pt>
                <c:pt idx="1093">
                  <c:v>729</c:v>
                </c:pt>
                <c:pt idx="1094">
                  <c:v>631</c:v>
                </c:pt>
                <c:pt idx="1095">
                  <c:v>745</c:v>
                </c:pt>
                <c:pt idx="1096">
                  <c:v>6309</c:v>
                </c:pt>
                <c:pt idx="1097">
                  <c:v>18005</c:v>
                </c:pt>
                <c:pt idx="1098">
                  <c:v>797</c:v>
                </c:pt>
                <c:pt idx="1099">
                  <c:v>562</c:v>
                </c:pt>
                <c:pt idx="1100">
                  <c:v>748</c:v>
                </c:pt>
                <c:pt idx="1101">
                  <c:v>52842</c:v>
                </c:pt>
                <c:pt idx="1102">
                  <c:v>585</c:v>
                </c:pt>
                <c:pt idx="1103">
                  <c:v>971</c:v>
                </c:pt>
                <c:pt idx="1104">
                  <c:v>4618</c:v>
                </c:pt>
                <c:pt idx="1105">
                  <c:v>637</c:v>
                </c:pt>
                <c:pt idx="1106">
                  <c:v>1891</c:v>
                </c:pt>
                <c:pt idx="1107">
                  <c:v>4041</c:v>
                </c:pt>
                <c:pt idx="1108">
                  <c:v>1438</c:v>
                </c:pt>
                <c:pt idx="1109">
                  <c:v>4827</c:v>
                </c:pt>
                <c:pt idx="1110">
                  <c:v>8470</c:v>
                </c:pt>
                <c:pt idx="1111">
                  <c:v>6539</c:v>
                </c:pt>
                <c:pt idx="1112">
                  <c:v>1045</c:v>
                </c:pt>
                <c:pt idx="1113">
                  <c:v>1222</c:v>
                </c:pt>
                <c:pt idx="1114">
                  <c:v>1964</c:v>
                </c:pt>
                <c:pt idx="1115">
                  <c:v>1118</c:v>
                </c:pt>
                <c:pt idx="1116">
                  <c:v>1319</c:v>
                </c:pt>
                <c:pt idx="1117">
                  <c:v>74612</c:v>
                </c:pt>
                <c:pt idx="1118">
                  <c:v>5439</c:v>
                </c:pt>
                <c:pt idx="1119">
                  <c:v>1593</c:v>
                </c:pt>
                <c:pt idx="1120">
                  <c:v>502</c:v>
                </c:pt>
                <c:pt idx="1121">
                  <c:v>7049</c:v>
                </c:pt>
                <c:pt idx="1122">
                  <c:v>705</c:v>
                </c:pt>
                <c:pt idx="1123">
                  <c:v>3028</c:v>
                </c:pt>
                <c:pt idx="1124">
                  <c:v>599</c:v>
                </c:pt>
                <c:pt idx="1125">
                  <c:v>1099</c:v>
                </c:pt>
                <c:pt idx="1126">
                  <c:v>1275</c:v>
                </c:pt>
                <c:pt idx="1127">
                  <c:v>16455</c:v>
                </c:pt>
                <c:pt idx="1128">
                  <c:v>1082</c:v>
                </c:pt>
                <c:pt idx="1129">
                  <c:v>16661</c:v>
                </c:pt>
                <c:pt idx="1130">
                  <c:v>1818</c:v>
                </c:pt>
                <c:pt idx="1131">
                  <c:v>23603</c:v>
                </c:pt>
                <c:pt idx="1132">
                  <c:v>1602</c:v>
                </c:pt>
                <c:pt idx="1133">
                  <c:v>629</c:v>
                </c:pt>
                <c:pt idx="1134">
                  <c:v>694</c:v>
                </c:pt>
                <c:pt idx="1135">
                  <c:v>1335</c:v>
                </c:pt>
                <c:pt idx="1136">
                  <c:v>671</c:v>
                </c:pt>
                <c:pt idx="1137">
                  <c:v>772</c:v>
                </c:pt>
                <c:pt idx="1138">
                  <c:v>8690</c:v>
                </c:pt>
                <c:pt idx="1139">
                  <c:v>1117</c:v>
                </c:pt>
                <c:pt idx="1140">
                  <c:v>2722</c:v>
                </c:pt>
                <c:pt idx="1141">
                  <c:v>785</c:v>
                </c:pt>
                <c:pt idx="1142">
                  <c:v>12829</c:v>
                </c:pt>
                <c:pt idx="1143">
                  <c:v>597</c:v>
                </c:pt>
                <c:pt idx="1144">
                  <c:v>1491</c:v>
                </c:pt>
                <c:pt idx="1145">
                  <c:v>795</c:v>
                </c:pt>
                <c:pt idx="1146">
                  <c:v>562</c:v>
                </c:pt>
                <c:pt idx="1147">
                  <c:v>13154</c:v>
                </c:pt>
                <c:pt idx="1148">
                  <c:v>1287</c:v>
                </c:pt>
                <c:pt idx="1149">
                  <c:v>4821</c:v>
                </c:pt>
                <c:pt idx="1150">
                  <c:v>2854</c:v>
                </c:pt>
                <c:pt idx="1151">
                  <c:v>2330</c:v>
                </c:pt>
                <c:pt idx="1152">
                  <c:v>869</c:v>
                </c:pt>
                <c:pt idx="1153">
                  <c:v>3875</c:v>
                </c:pt>
                <c:pt idx="1154">
                  <c:v>4100</c:v>
                </c:pt>
                <c:pt idx="1155">
                  <c:v>549</c:v>
                </c:pt>
                <c:pt idx="1156">
                  <c:v>579</c:v>
                </c:pt>
                <c:pt idx="1157">
                  <c:v>15068</c:v>
                </c:pt>
                <c:pt idx="1158">
                  <c:v>3315</c:v>
                </c:pt>
                <c:pt idx="1159">
                  <c:v>2522</c:v>
                </c:pt>
                <c:pt idx="1160">
                  <c:v>529</c:v>
                </c:pt>
                <c:pt idx="1161">
                  <c:v>955</c:v>
                </c:pt>
                <c:pt idx="1162">
                  <c:v>1573</c:v>
                </c:pt>
                <c:pt idx="1163">
                  <c:v>653</c:v>
                </c:pt>
                <c:pt idx="1164">
                  <c:v>2632</c:v>
                </c:pt>
                <c:pt idx="1165">
                  <c:v>1825</c:v>
                </c:pt>
                <c:pt idx="1166">
                  <c:v>1283</c:v>
                </c:pt>
                <c:pt idx="1167">
                  <c:v>4497</c:v>
                </c:pt>
                <c:pt idx="1168">
                  <c:v>1511</c:v>
                </c:pt>
                <c:pt idx="1169">
                  <c:v>1244</c:v>
                </c:pt>
                <c:pt idx="1170">
                  <c:v>974</c:v>
                </c:pt>
                <c:pt idx="1171">
                  <c:v>978</c:v>
                </c:pt>
                <c:pt idx="1172">
                  <c:v>3420</c:v>
                </c:pt>
                <c:pt idx="1173">
                  <c:v>541</c:v>
                </c:pt>
                <c:pt idx="1174">
                  <c:v>5444</c:v>
                </c:pt>
                <c:pt idx="1175">
                  <c:v>3399</c:v>
                </c:pt>
                <c:pt idx="1176">
                  <c:v>619</c:v>
                </c:pt>
                <c:pt idx="1177">
                  <c:v>12196</c:v>
                </c:pt>
                <c:pt idx="1178">
                  <c:v>1443</c:v>
                </c:pt>
                <c:pt idx="1179">
                  <c:v>2730</c:v>
                </c:pt>
                <c:pt idx="1180">
                  <c:v>5851</c:v>
                </c:pt>
                <c:pt idx="1181">
                  <c:v>3588</c:v>
                </c:pt>
                <c:pt idx="1182">
                  <c:v>14698</c:v>
                </c:pt>
                <c:pt idx="1183">
                  <c:v>770</c:v>
                </c:pt>
                <c:pt idx="1184">
                  <c:v>8773</c:v>
                </c:pt>
                <c:pt idx="1185">
                  <c:v>2578</c:v>
                </c:pt>
                <c:pt idx="1186">
                  <c:v>1071</c:v>
                </c:pt>
                <c:pt idx="1187">
                  <c:v>1604</c:v>
                </c:pt>
                <c:pt idx="1188">
                  <c:v>1250</c:v>
                </c:pt>
                <c:pt idx="1189">
                  <c:v>4049</c:v>
                </c:pt>
                <c:pt idx="1190">
                  <c:v>3534</c:v>
                </c:pt>
                <c:pt idx="1191">
                  <c:v>631</c:v>
                </c:pt>
                <c:pt idx="1192">
                  <c:v>15798</c:v>
                </c:pt>
                <c:pt idx="1193">
                  <c:v>987</c:v>
                </c:pt>
                <c:pt idx="1194">
                  <c:v>541</c:v>
                </c:pt>
                <c:pt idx="1195">
                  <c:v>581</c:v>
                </c:pt>
                <c:pt idx="1196">
                  <c:v>3254</c:v>
                </c:pt>
                <c:pt idx="1197">
                  <c:v>710</c:v>
                </c:pt>
                <c:pt idx="1198">
                  <c:v>9315</c:v>
                </c:pt>
                <c:pt idx="1199">
                  <c:v>3581</c:v>
                </c:pt>
                <c:pt idx="1200">
                  <c:v>4015</c:v>
                </c:pt>
                <c:pt idx="1201">
                  <c:v>1348</c:v>
                </c:pt>
                <c:pt idx="1202">
                  <c:v>975</c:v>
                </c:pt>
                <c:pt idx="1203">
                  <c:v>2338</c:v>
                </c:pt>
                <c:pt idx="1204">
                  <c:v>708</c:v>
                </c:pt>
                <c:pt idx="1205">
                  <c:v>5027</c:v>
                </c:pt>
                <c:pt idx="1206">
                  <c:v>42133</c:v>
                </c:pt>
                <c:pt idx="1207">
                  <c:v>940</c:v>
                </c:pt>
                <c:pt idx="1208">
                  <c:v>64905</c:v>
                </c:pt>
                <c:pt idx="1209">
                  <c:v>5369</c:v>
                </c:pt>
                <c:pt idx="1210">
                  <c:v>21028</c:v>
                </c:pt>
                <c:pt idx="1211">
                  <c:v>553</c:v>
                </c:pt>
                <c:pt idx="1212">
                  <c:v>808</c:v>
                </c:pt>
                <c:pt idx="1213">
                  <c:v>646</c:v>
                </c:pt>
                <c:pt idx="1214">
                  <c:v>2002</c:v>
                </c:pt>
                <c:pt idx="1215">
                  <c:v>983</c:v>
                </c:pt>
                <c:pt idx="1216">
                  <c:v>861</c:v>
                </c:pt>
                <c:pt idx="1217">
                  <c:v>12372</c:v>
                </c:pt>
                <c:pt idx="1218">
                  <c:v>2473</c:v>
                </c:pt>
                <c:pt idx="1219">
                  <c:v>5466</c:v>
                </c:pt>
                <c:pt idx="1220">
                  <c:v>56508</c:v>
                </c:pt>
                <c:pt idx="1221">
                  <c:v>2792</c:v>
                </c:pt>
                <c:pt idx="1222">
                  <c:v>1215</c:v>
                </c:pt>
                <c:pt idx="1223">
                  <c:v>4519</c:v>
                </c:pt>
                <c:pt idx="1224">
                  <c:v>1736</c:v>
                </c:pt>
                <c:pt idx="1225">
                  <c:v>2154</c:v>
                </c:pt>
                <c:pt idx="1226">
                  <c:v>592</c:v>
                </c:pt>
                <c:pt idx="1227">
                  <c:v>867</c:v>
                </c:pt>
                <c:pt idx="1228">
                  <c:v>2299</c:v>
                </c:pt>
                <c:pt idx="1229">
                  <c:v>3132</c:v>
                </c:pt>
                <c:pt idx="1230">
                  <c:v>739</c:v>
                </c:pt>
                <c:pt idx="1231">
                  <c:v>22334</c:v>
                </c:pt>
                <c:pt idx="1232">
                  <c:v>9372</c:v>
                </c:pt>
                <c:pt idx="1233">
                  <c:v>1075</c:v>
                </c:pt>
                <c:pt idx="1234">
                  <c:v>1942</c:v>
                </c:pt>
                <c:pt idx="1235">
                  <c:v>638</c:v>
                </c:pt>
                <c:pt idx="1236">
                  <c:v>678</c:v>
                </c:pt>
                <c:pt idx="1237">
                  <c:v>1383</c:v>
                </c:pt>
                <c:pt idx="1238">
                  <c:v>5416</c:v>
                </c:pt>
                <c:pt idx="1239">
                  <c:v>7652</c:v>
                </c:pt>
                <c:pt idx="1240">
                  <c:v>649</c:v>
                </c:pt>
                <c:pt idx="1241">
                  <c:v>582</c:v>
                </c:pt>
                <c:pt idx="1242">
                  <c:v>1027</c:v>
                </c:pt>
                <c:pt idx="1243">
                  <c:v>1259</c:v>
                </c:pt>
                <c:pt idx="1244">
                  <c:v>1374</c:v>
                </c:pt>
                <c:pt idx="1245">
                  <c:v>2934</c:v>
                </c:pt>
                <c:pt idx="1246">
                  <c:v>1056</c:v>
                </c:pt>
                <c:pt idx="1247">
                  <c:v>975</c:v>
                </c:pt>
                <c:pt idx="1248">
                  <c:v>58692</c:v>
                </c:pt>
                <c:pt idx="1249">
                  <c:v>5622</c:v>
                </c:pt>
                <c:pt idx="1250">
                  <c:v>919</c:v>
                </c:pt>
                <c:pt idx="1251">
                  <c:v>8106</c:v>
                </c:pt>
                <c:pt idx="1252">
                  <c:v>589</c:v>
                </c:pt>
                <c:pt idx="1253">
                  <c:v>1252</c:v>
                </c:pt>
                <c:pt idx="1254">
                  <c:v>1095</c:v>
                </c:pt>
                <c:pt idx="1255">
                  <c:v>505</c:v>
                </c:pt>
                <c:pt idx="1256">
                  <c:v>2438</c:v>
                </c:pt>
                <c:pt idx="1257">
                  <c:v>823</c:v>
                </c:pt>
                <c:pt idx="1258">
                  <c:v>2146</c:v>
                </c:pt>
                <c:pt idx="1259">
                  <c:v>1851</c:v>
                </c:pt>
                <c:pt idx="1260">
                  <c:v>956</c:v>
                </c:pt>
                <c:pt idx="1261">
                  <c:v>7016</c:v>
                </c:pt>
                <c:pt idx="1262">
                  <c:v>937</c:v>
                </c:pt>
                <c:pt idx="1263">
                  <c:v>664</c:v>
                </c:pt>
                <c:pt idx="1264">
                  <c:v>630</c:v>
                </c:pt>
                <c:pt idx="1265">
                  <c:v>4004</c:v>
                </c:pt>
                <c:pt idx="1266">
                  <c:v>2089</c:v>
                </c:pt>
                <c:pt idx="1267">
                  <c:v>5379</c:v>
                </c:pt>
                <c:pt idx="1268">
                  <c:v>2568</c:v>
                </c:pt>
                <c:pt idx="1269">
                  <c:v>542</c:v>
                </c:pt>
                <c:pt idx="1270">
                  <c:v>62097</c:v>
                </c:pt>
                <c:pt idx="1271">
                  <c:v>4773</c:v>
                </c:pt>
                <c:pt idx="1272">
                  <c:v>487160</c:v>
                </c:pt>
                <c:pt idx="1273">
                  <c:v>2027</c:v>
                </c:pt>
                <c:pt idx="1274">
                  <c:v>5045</c:v>
                </c:pt>
                <c:pt idx="1275">
                  <c:v>1625</c:v>
                </c:pt>
                <c:pt idx="1276">
                  <c:v>1283</c:v>
                </c:pt>
                <c:pt idx="1277">
                  <c:v>765</c:v>
                </c:pt>
                <c:pt idx="1278">
                  <c:v>632</c:v>
                </c:pt>
                <c:pt idx="1279">
                  <c:v>1286</c:v>
                </c:pt>
                <c:pt idx="1280">
                  <c:v>9394</c:v>
                </c:pt>
                <c:pt idx="1281">
                  <c:v>15240</c:v>
                </c:pt>
                <c:pt idx="1282">
                  <c:v>3578</c:v>
                </c:pt>
                <c:pt idx="1283">
                  <c:v>1506</c:v>
                </c:pt>
                <c:pt idx="1284">
                  <c:v>8518</c:v>
                </c:pt>
                <c:pt idx="1285">
                  <c:v>22475</c:v>
                </c:pt>
                <c:pt idx="1286">
                  <c:v>740</c:v>
                </c:pt>
                <c:pt idx="1287">
                  <c:v>2721</c:v>
                </c:pt>
                <c:pt idx="1288">
                  <c:v>1062</c:v>
                </c:pt>
                <c:pt idx="1289">
                  <c:v>8332</c:v>
                </c:pt>
                <c:pt idx="1290">
                  <c:v>146133</c:v>
                </c:pt>
                <c:pt idx="1291">
                  <c:v>1813</c:v>
                </c:pt>
                <c:pt idx="1292">
                  <c:v>723</c:v>
                </c:pt>
                <c:pt idx="1293">
                  <c:v>11609</c:v>
                </c:pt>
                <c:pt idx="1294">
                  <c:v>3921</c:v>
                </c:pt>
                <c:pt idx="1295">
                  <c:v>129331</c:v>
                </c:pt>
                <c:pt idx="1296">
                  <c:v>6400</c:v>
                </c:pt>
                <c:pt idx="1297">
                  <c:v>736</c:v>
                </c:pt>
                <c:pt idx="1298">
                  <c:v>1819</c:v>
                </c:pt>
                <c:pt idx="1299">
                  <c:v>714</c:v>
                </c:pt>
                <c:pt idx="1300">
                  <c:v>2125</c:v>
                </c:pt>
                <c:pt idx="1301">
                  <c:v>525</c:v>
                </c:pt>
                <c:pt idx="1302">
                  <c:v>4250</c:v>
                </c:pt>
                <c:pt idx="1303">
                  <c:v>19980</c:v>
                </c:pt>
                <c:pt idx="1304">
                  <c:v>109462</c:v>
                </c:pt>
                <c:pt idx="1305">
                  <c:v>13379</c:v>
                </c:pt>
                <c:pt idx="1306">
                  <c:v>994</c:v>
                </c:pt>
                <c:pt idx="1307">
                  <c:v>691</c:v>
                </c:pt>
                <c:pt idx="1308">
                  <c:v>665</c:v>
                </c:pt>
                <c:pt idx="1309">
                  <c:v>2503</c:v>
                </c:pt>
                <c:pt idx="1310">
                  <c:v>792</c:v>
                </c:pt>
                <c:pt idx="1311">
                  <c:v>1044</c:v>
                </c:pt>
                <c:pt idx="1312">
                  <c:v>63042</c:v>
                </c:pt>
                <c:pt idx="1313">
                  <c:v>797</c:v>
                </c:pt>
                <c:pt idx="1314">
                  <c:v>2375</c:v>
                </c:pt>
                <c:pt idx="1315">
                  <c:v>1926</c:v>
                </c:pt>
                <c:pt idx="1316">
                  <c:v>515</c:v>
                </c:pt>
                <c:pt idx="1317">
                  <c:v>1774</c:v>
                </c:pt>
                <c:pt idx="1318">
                  <c:v>692</c:v>
                </c:pt>
                <c:pt idx="1319">
                  <c:v>1231</c:v>
                </c:pt>
                <c:pt idx="1320">
                  <c:v>3145</c:v>
                </c:pt>
                <c:pt idx="1321">
                  <c:v>750</c:v>
                </c:pt>
                <c:pt idx="1322">
                  <c:v>2250</c:v>
                </c:pt>
                <c:pt idx="1323">
                  <c:v>6217</c:v>
                </c:pt>
                <c:pt idx="1324">
                  <c:v>4218</c:v>
                </c:pt>
                <c:pt idx="1325">
                  <c:v>7235</c:v>
                </c:pt>
                <c:pt idx="1326">
                  <c:v>1209</c:v>
                </c:pt>
                <c:pt idx="1327">
                  <c:v>1902</c:v>
                </c:pt>
                <c:pt idx="1328">
                  <c:v>5614</c:v>
                </c:pt>
                <c:pt idx="1329">
                  <c:v>4780</c:v>
                </c:pt>
                <c:pt idx="1330">
                  <c:v>681</c:v>
                </c:pt>
                <c:pt idx="1331">
                  <c:v>2236</c:v>
                </c:pt>
                <c:pt idx="1332">
                  <c:v>524</c:v>
                </c:pt>
                <c:pt idx="1333">
                  <c:v>1363</c:v>
                </c:pt>
                <c:pt idx="1334">
                  <c:v>846</c:v>
                </c:pt>
                <c:pt idx="1335">
                  <c:v>1069</c:v>
                </c:pt>
                <c:pt idx="1336">
                  <c:v>2060</c:v>
                </c:pt>
                <c:pt idx="1337">
                  <c:v>1016</c:v>
                </c:pt>
                <c:pt idx="1338">
                  <c:v>917</c:v>
                </c:pt>
                <c:pt idx="1339">
                  <c:v>780</c:v>
                </c:pt>
                <c:pt idx="1340">
                  <c:v>137677</c:v>
                </c:pt>
                <c:pt idx="1341">
                  <c:v>591</c:v>
                </c:pt>
                <c:pt idx="1342">
                  <c:v>1467</c:v>
                </c:pt>
                <c:pt idx="1343">
                  <c:v>909</c:v>
                </c:pt>
                <c:pt idx="1344">
                  <c:v>1238</c:v>
                </c:pt>
                <c:pt idx="1345">
                  <c:v>1070</c:v>
                </c:pt>
                <c:pt idx="1346">
                  <c:v>82462</c:v>
                </c:pt>
                <c:pt idx="1347">
                  <c:v>2935</c:v>
                </c:pt>
                <c:pt idx="1348">
                  <c:v>4909</c:v>
                </c:pt>
                <c:pt idx="1349">
                  <c:v>1357</c:v>
                </c:pt>
                <c:pt idx="1350">
                  <c:v>3524</c:v>
                </c:pt>
                <c:pt idx="1351">
                  <c:v>3656</c:v>
                </c:pt>
                <c:pt idx="1352">
                  <c:v>620</c:v>
                </c:pt>
                <c:pt idx="1353">
                  <c:v>11371</c:v>
                </c:pt>
                <c:pt idx="1354">
                  <c:v>5466</c:v>
                </c:pt>
                <c:pt idx="1355">
                  <c:v>38711</c:v>
                </c:pt>
                <c:pt idx="1356">
                  <c:v>1185</c:v>
                </c:pt>
                <c:pt idx="1357">
                  <c:v>1365</c:v>
                </c:pt>
                <c:pt idx="1358">
                  <c:v>514</c:v>
                </c:pt>
                <c:pt idx="1359">
                  <c:v>71069</c:v>
                </c:pt>
                <c:pt idx="1360">
                  <c:v>962</c:v>
                </c:pt>
                <c:pt idx="1361">
                  <c:v>2543</c:v>
                </c:pt>
                <c:pt idx="1362">
                  <c:v>1347</c:v>
                </c:pt>
                <c:pt idx="1363">
                  <c:v>615</c:v>
                </c:pt>
                <c:pt idx="1364">
                  <c:v>1572</c:v>
                </c:pt>
                <c:pt idx="1365">
                  <c:v>2811</c:v>
                </c:pt>
                <c:pt idx="1366">
                  <c:v>603</c:v>
                </c:pt>
                <c:pt idx="1367">
                  <c:v>1827</c:v>
                </c:pt>
                <c:pt idx="1368">
                  <c:v>822</c:v>
                </c:pt>
                <c:pt idx="1369">
                  <c:v>988</c:v>
                </c:pt>
                <c:pt idx="1370">
                  <c:v>550</c:v>
                </c:pt>
                <c:pt idx="1371">
                  <c:v>8889</c:v>
                </c:pt>
                <c:pt idx="1372">
                  <c:v>48192</c:v>
                </c:pt>
                <c:pt idx="1373">
                  <c:v>2718</c:v>
                </c:pt>
                <c:pt idx="1374">
                  <c:v>2068</c:v>
                </c:pt>
                <c:pt idx="1375">
                  <c:v>2300</c:v>
                </c:pt>
                <c:pt idx="1376">
                  <c:v>1070</c:v>
                </c:pt>
                <c:pt idx="1377">
                  <c:v>4122</c:v>
                </c:pt>
                <c:pt idx="1378">
                  <c:v>16530</c:v>
                </c:pt>
                <c:pt idx="1379">
                  <c:v>1347</c:v>
                </c:pt>
                <c:pt idx="1380">
                  <c:v>250334</c:v>
                </c:pt>
                <c:pt idx="1381">
                  <c:v>7418</c:v>
                </c:pt>
                <c:pt idx="1382">
                  <c:v>3382</c:v>
                </c:pt>
                <c:pt idx="1383">
                  <c:v>1157</c:v>
                </c:pt>
                <c:pt idx="1384">
                  <c:v>1520</c:v>
                </c:pt>
                <c:pt idx="1385">
                  <c:v>2877</c:v>
                </c:pt>
                <c:pt idx="1386">
                  <c:v>4012</c:v>
                </c:pt>
                <c:pt idx="1387">
                  <c:v>796</c:v>
                </c:pt>
                <c:pt idx="1388">
                  <c:v>924</c:v>
                </c:pt>
                <c:pt idx="1389">
                  <c:v>1922</c:v>
                </c:pt>
                <c:pt idx="1390">
                  <c:v>9939</c:v>
                </c:pt>
                <c:pt idx="1391">
                  <c:v>2238</c:v>
                </c:pt>
                <c:pt idx="1392">
                  <c:v>1465</c:v>
                </c:pt>
                <c:pt idx="1393">
                  <c:v>3307</c:v>
                </c:pt>
                <c:pt idx="1394">
                  <c:v>1232</c:v>
                </c:pt>
                <c:pt idx="1395">
                  <c:v>1504</c:v>
                </c:pt>
                <c:pt idx="1396">
                  <c:v>5243</c:v>
                </c:pt>
                <c:pt idx="1397">
                  <c:v>2247</c:v>
                </c:pt>
                <c:pt idx="1398">
                  <c:v>7618</c:v>
                </c:pt>
                <c:pt idx="1399">
                  <c:v>792</c:v>
                </c:pt>
                <c:pt idx="1400">
                  <c:v>866</c:v>
                </c:pt>
                <c:pt idx="1401">
                  <c:v>645</c:v>
                </c:pt>
                <c:pt idx="1402">
                  <c:v>856</c:v>
                </c:pt>
                <c:pt idx="1403">
                  <c:v>12608</c:v>
                </c:pt>
                <c:pt idx="1404">
                  <c:v>7136</c:v>
                </c:pt>
                <c:pt idx="1405">
                  <c:v>1799</c:v>
                </c:pt>
                <c:pt idx="1406">
                  <c:v>781</c:v>
                </c:pt>
                <c:pt idx="1407">
                  <c:v>1454</c:v>
                </c:pt>
                <c:pt idx="1408">
                  <c:v>4727</c:v>
                </c:pt>
                <c:pt idx="1409">
                  <c:v>6169</c:v>
                </c:pt>
                <c:pt idx="1410">
                  <c:v>2126</c:v>
                </c:pt>
                <c:pt idx="1411">
                  <c:v>2187</c:v>
                </c:pt>
                <c:pt idx="1412">
                  <c:v>67677</c:v>
                </c:pt>
                <c:pt idx="1413">
                  <c:v>3563</c:v>
                </c:pt>
                <c:pt idx="1414">
                  <c:v>57084</c:v>
                </c:pt>
                <c:pt idx="1415">
                  <c:v>2227</c:v>
                </c:pt>
                <c:pt idx="1416">
                  <c:v>14540</c:v>
                </c:pt>
                <c:pt idx="1417">
                  <c:v>96660</c:v>
                </c:pt>
                <c:pt idx="1418">
                  <c:v>1735</c:v>
                </c:pt>
                <c:pt idx="1419">
                  <c:v>592</c:v>
                </c:pt>
                <c:pt idx="1420">
                  <c:v>13336</c:v>
                </c:pt>
                <c:pt idx="1421">
                  <c:v>22666</c:v>
                </c:pt>
                <c:pt idx="1422">
                  <c:v>5931</c:v>
                </c:pt>
                <c:pt idx="1423">
                  <c:v>3288</c:v>
                </c:pt>
                <c:pt idx="1424">
                  <c:v>1306</c:v>
                </c:pt>
                <c:pt idx="1425">
                  <c:v>2767</c:v>
                </c:pt>
                <c:pt idx="1426">
                  <c:v>2517</c:v>
                </c:pt>
                <c:pt idx="1427">
                  <c:v>4538</c:v>
                </c:pt>
                <c:pt idx="1428">
                  <c:v>923</c:v>
                </c:pt>
                <c:pt idx="1429">
                  <c:v>41558</c:v>
                </c:pt>
                <c:pt idx="1430">
                  <c:v>2218</c:v>
                </c:pt>
                <c:pt idx="1431">
                  <c:v>568</c:v>
                </c:pt>
                <c:pt idx="1432">
                  <c:v>604</c:v>
                </c:pt>
                <c:pt idx="1433">
                  <c:v>743</c:v>
                </c:pt>
                <c:pt idx="1434">
                  <c:v>4217</c:v>
                </c:pt>
                <c:pt idx="1435">
                  <c:v>6114</c:v>
                </c:pt>
                <c:pt idx="1436">
                  <c:v>1721</c:v>
                </c:pt>
                <c:pt idx="1437">
                  <c:v>871</c:v>
                </c:pt>
                <c:pt idx="1438">
                  <c:v>31309</c:v>
                </c:pt>
                <c:pt idx="1439">
                  <c:v>693</c:v>
                </c:pt>
                <c:pt idx="1440">
                  <c:v>9777</c:v>
                </c:pt>
                <c:pt idx="1441">
                  <c:v>966</c:v>
                </c:pt>
                <c:pt idx="1442">
                  <c:v>754</c:v>
                </c:pt>
                <c:pt idx="1443">
                  <c:v>6583</c:v>
                </c:pt>
                <c:pt idx="1444">
                  <c:v>1228</c:v>
                </c:pt>
                <c:pt idx="1445">
                  <c:v>1148</c:v>
                </c:pt>
                <c:pt idx="1446">
                  <c:v>607</c:v>
                </c:pt>
                <c:pt idx="1447">
                  <c:v>919</c:v>
                </c:pt>
                <c:pt idx="1448">
                  <c:v>3777</c:v>
                </c:pt>
                <c:pt idx="1449">
                  <c:v>1080</c:v>
                </c:pt>
                <c:pt idx="1450">
                  <c:v>800</c:v>
                </c:pt>
                <c:pt idx="1451">
                  <c:v>6420</c:v>
                </c:pt>
                <c:pt idx="1452">
                  <c:v>672</c:v>
                </c:pt>
                <c:pt idx="1453">
                  <c:v>1013</c:v>
                </c:pt>
                <c:pt idx="1454">
                  <c:v>1445</c:v>
                </c:pt>
                <c:pt idx="1455">
                  <c:v>21419</c:v>
                </c:pt>
                <c:pt idx="1456">
                  <c:v>794</c:v>
                </c:pt>
                <c:pt idx="1457">
                  <c:v>1286</c:v>
                </c:pt>
                <c:pt idx="1458">
                  <c:v>2488</c:v>
                </c:pt>
                <c:pt idx="1459">
                  <c:v>7828</c:v>
                </c:pt>
                <c:pt idx="1460">
                  <c:v>508</c:v>
                </c:pt>
                <c:pt idx="1461">
                  <c:v>1616</c:v>
                </c:pt>
                <c:pt idx="1462">
                  <c:v>594</c:v>
                </c:pt>
                <c:pt idx="1463">
                  <c:v>4344</c:v>
                </c:pt>
                <c:pt idx="1464">
                  <c:v>596</c:v>
                </c:pt>
                <c:pt idx="1465">
                  <c:v>913</c:v>
                </c:pt>
                <c:pt idx="1466">
                  <c:v>688</c:v>
                </c:pt>
                <c:pt idx="1467">
                  <c:v>11762</c:v>
                </c:pt>
                <c:pt idx="1468">
                  <c:v>1547</c:v>
                </c:pt>
                <c:pt idx="1469">
                  <c:v>557</c:v>
                </c:pt>
                <c:pt idx="1470">
                  <c:v>6141</c:v>
                </c:pt>
                <c:pt idx="1471">
                  <c:v>727</c:v>
                </c:pt>
                <c:pt idx="1472">
                  <c:v>672</c:v>
                </c:pt>
                <c:pt idx="1473">
                  <c:v>10130</c:v>
                </c:pt>
                <c:pt idx="1474">
                  <c:v>962</c:v>
                </c:pt>
                <c:pt idx="1475">
                  <c:v>44595</c:v>
                </c:pt>
                <c:pt idx="1476">
                  <c:v>22456</c:v>
                </c:pt>
                <c:pt idx="1477">
                  <c:v>4031</c:v>
                </c:pt>
                <c:pt idx="1478">
                  <c:v>1157</c:v>
                </c:pt>
                <c:pt idx="1479">
                  <c:v>3142</c:v>
                </c:pt>
                <c:pt idx="1480">
                  <c:v>2201</c:v>
                </c:pt>
                <c:pt idx="1481">
                  <c:v>917</c:v>
                </c:pt>
                <c:pt idx="1482">
                  <c:v>3130</c:v>
                </c:pt>
                <c:pt idx="1483">
                  <c:v>5018</c:v>
                </c:pt>
                <c:pt idx="1484">
                  <c:v>321395</c:v>
                </c:pt>
                <c:pt idx="1485">
                  <c:v>960</c:v>
                </c:pt>
                <c:pt idx="1486">
                  <c:v>1173</c:v>
                </c:pt>
                <c:pt idx="1487">
                  <c:v>12007</c:v>
                </c:pt>
                <c:pt idx="1488">
                  <c:v>660</c:v>
                </c:pt>
                <c:pt idx="1489">
                  <c:v>2851</c:v>
                </c:pt>
                <c:pt idx="1490">
                  <c:v>11569</c:v>
                </c:pt>
                <c:pt idx="1491">
                  <c:v>669</c:v>
                </c:pt>
                <c:pt idx="1492">
                  <c:v>1333</c:v>
                </c:pt>
                <c:pt idx="1493">
                  <c:v>1596</c:v>
                </c:pt>
                <c:pt idx="1494">
                  <c:v>825</c:v>
                </c:pt>
                <c:pt idx="1495">
                  <c:v>39430</c:v>
                </c:pt>
                <c:pt idx="1496">
                  <c:v>701</c:v>
                </c:pt>
                <c:pt idx="1497">
                  <c:v>1543</c:v>
                </c:pt>
                <c:pt idx="1498">
                  <c:v>987</c:v>
                </c:pt>
                <c:pt idx="1499">
                  <c:v>937</c:v>
                </c:pt>
                <c:pt idx="1500">
                  <c:v>31226</c:v>
                </c:pt>
                <c:pt idx="1501">
                  <c:v>611</c:v>
                </c:pt>
                <c:pt idx="1502">
                  <c:v>531</c:v>
                </c:pt>
                <c:pt idx="1503">
                  <c:v>17723</c:v>
                </c:pt>
                <c:pt idx="1504">
                  <c:v>1197</c:v>
                </c:pt>
                <c:pt idx="1505">
                  <c:v>739</c:v>
                </c:pt>
                <c:pt idx="1506">
                  <c:v>1419</c:v>
                </c:pt>
                <c:pt idx="1507">
                  <c:v>1097</c:v>
                </c:pt>
                <c:pt idx="1508">
                  <c:v>2773</c:v>
                </c:pt>
                <c:pt idx="1509">
                  <c:v>1768</c:v>
                </c:pt>
                <c:pt idx="1510">
                  <c:v>15665</c:v>
                </c:pt>
                <c:pt idx="1511">
                  <c:v>600</c:v>
                </c:pt>
                <c:pt idx="1512">
                  <c:v>505</c:v>
                </c:pt>
                <c:pt idx="1513">
                  <c:v>528</c:v>
                </c:pt>
                <c:pt idx="1514">
                  <c:v>2575</c:v>
                </c:pt>
                <c:pt idx="1515">
                  <c:v>12105</c:v>
                </c:pt>
                <c:pt idx="1516">
                  <c:v>4011</c:v>
                </c:pt>
                <c:pt idx="1517">
                  <c:v>637</c:v>
                </c:pt>
                <c:pt idx="1518">
                  <c:v>9710</c:v>
                </c:pt>
                <c:pt idx="1519">
                  <c:v>2439</c:v>
                </c:pt>
                <c:pt idx="1520">
                  <c:v>1170</c:v>
                </c:pt>
                <c:pt idx="1521">
                  <c:v>8421</c:v>
                </c:pt>
                <c:pt idx="1522">
                  <c:v>1062</c:v>
                </c:pt>
                <c:pt idx="1523">
                  <c:v>11114</c:v>
                </c:pt>
                <c:pt idx="1524">
                  <c:v>2371</c:v>
                </c:pt>
                <c:pt idx="1525">
                  <c:v>715</c:v>
                </c:pt>
                <c:pt idx="1526">
                  <c:v>12384</c:v>
                </c:pt>
                <c:pt idx="1527">
                  <c:v>4858</c:v>
                </c:pt>
                <c:pt idx="1528">
                  <c:v>1362</c:v>
                </c:pt>
                <c:pt idx="1529">
                  <c:v>1449</c:v>
                </c:pt>
                <c:pt idx="1530">
                  <c:v>1706</c:v>
                </c:pt>
                <c:pt idx="1531">
                  <c:v>3928</c:v>
                </c:pt>
                <c:pt idx="1532">
                  <c:v>2902</c:v>
                </c:pt>
                <c:pt idx="1533">
                  <c:v>1699</c:v>
                </c:pt>
                <c:pt idx="1534">
                  <c:v>2833</c:v>
                </c:pt>
                <c:pt idx="1535">
                  <c:v>510</c:v>
                </c:pt>
                <c:pt idx="1536">
                  <c:v>3852</c:v>
                </c:pt>
                <c:pt idx="1537">
                  <c:v>2685</c:v>
                </c:pt>
                <c:pt idx="1538">
                  <c:v>552</c:v>
                </c:pt>
                <c:pt idx="1539">
                  <c:v>5110</c:v>
                </c:pt>
                <c:pt idx="1540">
                  <c:v>1604</c:v>
                </c:pt>
                <c:pt idx="1541">
                  <c:v>1477</c:v>
                </c:pt>
                <c:pt idx="1542">
                  <c:v>15156</c:v>
                </c:pt>
                <c:pt idx="1543">
                  <c:v>832</c:v>
                </c:pt>
                <c:pt idx="1544">
                  <c:v>1882</c:v>
                </c:pt>
                <c:pt idx="1545">
                  <c:v>652</c:v>
                </c:pt>
                <c:pt idx="1546">
                  <c:v>20479</c:v>
                </c:pt>
                <c:pt idx="1547">
                  <c:v>5947</c:v>
                </c:pt>
                <c:pt idx="1548">
                  <c:v>2734</c:v>
                </c:pt>
                <c:pt idx="1549">
                  <c:v>22707</c:v>
                </c:pt>
                <c:pt idx="1550">
                  <c:v>3053</c:v>
                </c:pt>
                <c:pt idx="1551">
                  <c:v>1054</c:v>
                </c:pt>
                <c:pt idx="1552">
                  <c:v>3076</c:v>
                </c:pt>
                <c:pt idx="1553">
                  <c:v>595</c:v>
                </c:pt>
                <c:pt idx="1554">
                  <c:v>3930</c:v>
                </c:pt>
                <c:pt idx="1555">
                  <c:v>2588</c:v>
                </c:pt>
                <c:pt idx="1556">
                  <c:v>2344</c:v>
                </c:pt>
                <c:pt idx="1557">
                  <c:v>2796</c:v>
                </c:pt>
                <c:pt idx="1558">
                  <c:v>603</c:v>
                </c:pt>
                <c:pt idx="1559">
                  <c:v>1227</c:v>
                </c:pt>
                <c:pt idx="1560">
                  <c:v>2729</c:v>
                </c:pt>
                <c:pt idx="1561">
                  <c:v>1037</c:v>
                </c:pt>
                <c:pt idx="1562">
                  <c:v>983</c:v>
                </c:pt>
                <c:pt idx="1563">
                  <c:v>660</c:v>
                </c:pt>
                <c:pt idx="1564">
                  <c:v>807</c:v>
                </c:pt>
                <c:pt idx="1565">
                  <c:v>3371</c:v>
                </c:pt>
                <c:pt idx="1566">
                  <c:v>1456</c:v>
                </c:pt>
                <c:pt idx="1567">
                  <c:v>5287</c:v>
                </c:pt>
                <c:pt idx="1568">
                  <c:v>8191</c:v>
                </c:pt>
                <c:pt idx="1569">
                  <c:v>1628</c:v>
                </c:pt>
                <c:pt idx="1570">
                  <c:v>1198</c:v>
                </c:pt>
                <c:pt idx="1571">
                  <c:v>1189</c:v>
                </c:pt>
                <c:pt idx="1572">
                  <c:v>768</c:v>
                </c:pt>
                <c:pt idx="1573">
                  <c:v>566</c:v>
                </c:pt>
                <c:pt idx="1574">
                  <c:v>2112</c:v>
                </c:pt>
                <c:pt idx="1575">
                  <c:v>116712</c:v>
                </c:pt>
                <c:pt idx="1576">
                  <c:v>1518</c:v>
                </c:pt>
                <c:pt idx="1577">
                  <c:v>4566</c:v>
                </c:pt>
                <c:pt idx="1578">
                  <c:v>569</c:v>
                </c:pt>
                <c:pt idx="1579">
                  <c:v>28027</c:v>
                </c:pt>
                <c:pt idx="1580">
                  <c:v>575</c:v>
                </c:pt>
                <c:pt idx="1581">
                  <c:v>3737</c:v>
                </c:pt>
                <c:pt idx="1582">
                  <c:v>2884</c:v>
                </c:pt>
                <c:pt idx="1583">
                  <c:v>570</c:v>
                </c:pt>
                <c:pt idx="1584">
                  <c:v>2890</c:v>
                </c:pt>
                <c:pt idx="1585">
                  <c:v>4829</c:v>
                </c:pt>
                <c:pt idx="1586">
                  <c:v>1629</c:v>
                </c:pt>
                <c:pt idx="1587">
                  <c:v>3530</c:v>
                </c:pt>
                <c:pt idx="1588">
                  <c:v>514</c:v>
                </c:pt>
                <c:pt idx="1589">
                  <c:v>2919</c:v>
                </c:pt>
                <c:pt idx="1590">
                  <c:v>2909</c:v>
                </c:pt>
                <c:pt idx="1591">
                  <c:v>593</c:v>
                </c:pt>
                <c:pt idx="1592">
                  <c:v>823</c:v>
                </c:pt>
                <c:pt idx="1593">
                  <c:v>863</c:v>
                </c:pt>
                <c:pt idx="1594">
                  <c:v>15650</c:v>
                </c:pt>
                <c:pt idx="1595">
                  <c:v>1102</c:v>
                </c:pt>
                <c:pt idx="1596">
                  <c:v>9131</c:v>
                </c:pt>
                <c:pt idx="1597">
                  <c:v>16649</c:v>
                </c:pt>
                <c:pt idx="1598">
                  <c:v>2501</c:v>
                </c:pt>
                <c:pt idx="1599">
                  <c:v>673</c:v>
                </c:pt>
                <c:pt idx="1600">
                  <c:v>953</c:v>
                </c:pt>
                <c:pt idx="1601">
                  <c:v>7160</c:v>
                </c:pt>
                <c:pt idx="1602">
                  <c:v>1930</c:v>
                </c:pt>
                <c:pt idx="1603">
                  <c:v>1468</c:v>
                </c:pt>
                <c:pt idx="1604">
                  <c:v>33262</c:v>
                </c:pt>
                <c:pt idx="1605">
                  <c:v>556</c:v>
                </c:pt>
                <c:pt idx="1606">
                  <c:v>1500</c:v>
                </c:pt>
                <c:pt idx="1607">
                  <c:v>9094</c:v>
                </c:pt>
                <c:pt idx="1608">
                  <c:v>783</c:v>
                </c:pt>
                <c:pt idx="1609">
                  <c:v>562</c:v>
                </c:pt>
                <c:pt idx="1610">
                  <c:v>755</c:v>
                </c:pt>
                <c:pt idx="1611">
                  <c:v>5973</c:v>
                </c:pt>
                <c:pt idx="1612">
                  <c:v>1152</c:v>
                </c:pt>
                <c:pt idx="1613">
                  <c:v>2257</c:v>
                </c:pt>
                <c:pt idx="1614">
                  <c:v>676</c:v>
                </c:pt>
                <c:pt idx="1615">
                  <c:v>5385</c:v>
                </c:pt>
                <c:pt idx="1616">
                  <c:v>659</c:v>
                </c:pt>
                <c:pt idx="1617">
                  <c:v>563</c:v>
                </c:pt>
                <c:pt idx="1618">
                  <c:v>631</c:v>
                </c:pt>
                <c:pt idx="1619">
                  <c:v>1283</c:v>
                </c:pt>
                <c:pt idx="1620">
                  <c:v>13387</c:v>
                </c:pt>
                <c:pt idx="1621">
                  <c:v>1756</c:v>
                </c:pt>
                <c:pt idx="1622">
                  <c:v>917</c:v>
                </c:pt>
                <c:pt idx="1623">
                  <c:v>809</c:v>
                </c:pt>
                <c:pt idx="1624">
                  <c:v>34659</c:v>
                </c:pt>
                <c:pt idx="1625">
                  <c:v>1619</c:v>
                </c:pt>
                <c:pt idx="1626">
                  <c:v>7106</c:v>
                </c:pt>
                <c:pt idx="1627">
                  <c:v>111740</c:v>
                </c:pt>
                <c:pt idx="1628">
                  <c:v>580</c:v>
                </c:pt>
                <c:pt idx="1629">
                  <c:v>8619</c:v>
                </c:pt>
                <c:pt idx="1630">
                  <c:v>2071</c:v>
                </c:pt>
                <c:pt idx="1631">
                  <c:v>712</c:v>
                </c:pt>
                <c:pt idx="1632">
                  <c:v>5488</c:v>
                </c:pt>
                <c:pt idx="1633">
                  <c:v>852</c:v>
                </c:pt>
                <c:pt idx="1634">
                  <c:v>1911</c:v>
                </c:pt>
                <c:pt idx="1635">
                  <c:v>1868</c:v>
                </c:pt>
                <c:pt idx="1636">
                  <c:v>1182</c:v>
                </c:pt>
                <c:pt idx="1637">
                  <c:v>2204</c:v>
                </c:pt>
                <c:pt idx="1638">
                  <c:v>3639</c:v>
                </c:pt>
                <c:pt idx="1639">
                  <c:v>949</c:v>
                </c:pt>
                <c:pt idx="1640">
                  <c:v>1373</c:v>
                </c:pt>
                <c:pt idx="1641">
                  <c:v>2485</c:v>
                </c:pt>
                <c:pt idx="1642">
                  <c:v>563</c:v>
                </c:pt>
                <c:pt idx="1643">
                  <c:v>847</c:v>
                </c:pt>
                <c:pt idx="1644">
                  <c:v>7113</c:v>
                </c:pt>
                <c:pt idx="1645">
                  <c:v>764</c:v>
                </c:pt>
                <c:pt idx="1646">
                  <c:v>43966</c:v>
                </c:pt>
                <c:pt idx="1647">
                  <c:v>4087</c:v>
                </c:pt>
                <c:pt idx="1648">
                  <c:v>2977</c:v>
                </c:pt>
                <c:pt idx="1649">
                  <c:v>1115</c:v>
                </c:pt>
                <c:pt idx="1650">
                  <c:v>1875</c:v>
                </c:pt>
                <c:pt idx="1651">
                  <c:v>1054</c:v>
                </c:pt>
                <c:pt idx="1652">
                  <c:v>75334</c:v>
                </c:pt>
                <c:pt idx="1653">
                  <c:v>560</c:v>
                </c:pt>
                <c:pt idx="1654">
                  <c:v>1573</c:v>
                </c:pt>
                <c:pt idx="1655">
                  <c:v>1598</c:v>
                </c:pt>
                <c:pt idx="1656">
                  <c:v>4009</c:v>
                </c:pt>
                <c:pt idx="1657">
                  <c:v>1031</c:v>
                </c:pt>
                <c:pt idx="1658">
                  <c:v>796</c:v>
                </c:pt>
                <c:pt idx="1659">
                  <c:v>762</c:v>
                </c:pt>
                <c:pt idx="1660">
                  <c:v>6583</c:v>
                </c:pt>
                <c:pt idx="1661">
                  <c:v>1392</c:v>
                </c:pt>
                <c:pt idx="1662">
                  <c:v>1596</c:v>
                </c:pt>
                <c:pt idx="1663">
                  <c:v>3338</c:v>
                </c:pt>
                <c:pt idx="1664">
                  <c:v>1082</c:v>
                </c:pt>
                <c:pt idx="1665">
                  <c:v>2064</c:v>
                </c:pt>
                <c:pt idx="1666">
                  <c:v>2501</c:v>
                </c:pt>
                <c:pt idx="1667">
                  <c:v>2296</c:v>
                </c:pt>
                <c:pt idx="1668">
                  <c:v>704</c:v>
                </c:pt>
                <c:pt idx="1669">
                  <c:v>22750</c:v>
                </c:pt>
                <c:pt idx="1670">
                  <c:v>7262</c:v>
                </c:pt>
                <c:pt idx="1671">
                  <c:v>953</c:v>
                </c:pt>
                <c:pt idx="1672">
                  <c:v>1682</c:v>
                </c:pt>
                <c:pt idx="1673">
                  <c:v>514</c:v>
                </c:pt>
                <c:pt idx="1674">
                  <c:v>1192</c:v>
                </c:pt>
                <c:pt idx="1675">
                  <c:v>1483</c:v>
                </c:pt>
                <c:pt idx="1676">
                  <c:v>2012</c:v>
                </c:pt>
                <c:pt idx="1677">
                  <c:v>1746</c:v>
                </c:pt>
                <c:pt idx="1678">
                  <c:v>5984</c:v>
                </c:pt>
                <c:pt idx="1679">
                  <c:v>5985</c:v>
                </c:pt>
                <c:pt idx="1680">
                  <c:v>557</c:v>
                </c:pt>
                <c:pt idx="1681">
                  <c:v>3552</c:v>
                </c:pt>
                <c:pt idx="1682">
                  <c:v>2262</c:v>
                </c:pt>
                <c:pt idx="1683">
                  <c:v>1144</c:v>
                </c:pt>
                <c:pt idx="1684">
                  <c:v>854</c:v>
                </c:pt>
                <c:pt idx="1685">
                  <c:v>2153</c:v>
                </c:pt>
                <c:pt idx="1686">
                  <c:v>3743</c:v>
                </c:pt>
                <c:pt idx="1687">
                  <c:v>1935</c:v>
                </c:pt>
                <c:pt idx="1688">
                  <c:v>4036</c:v>
                </c:pt>
                <c:pt idx="1689">
                  <c:v>4042</c:v>
                </c:pt>
                <c:pt idx="1690">
                  <c:v>3175</c:v>
                </c:pt>
                <c:pt idx="1691">
                  <c:v>24483</c:v>
                </c:pt>
                <c:pt idx="1692">
                  <c:v>3824</c:v>
                </c:pt>
                <c:pt idx="1693">
                  <c:v>882</c:v>
                </c:pt>
                <c:pt idx="1694">
                  <c:v>2081</c:v>
                </c:pt>
                <c:pt idx="1695">
                  <c:v>816</c:v>
                </c:pt>
                <c:pt idx="1696">
                  <c:v>1186</c:v>
                </c:pt>
                <c:pt idx="1697">
                  <c:v>1199</c:v>
                </c:pt>
                <c:pt idx="1698">
                  <c:v>2055</c:v>
                </c:pt>
                <c:pt idx="1699">
                  <c:v>3582</c:v>
                </c:pt>
                <c:pt idx="1700">
                  <c:v>14990</c:v>
                </c:pt>
                <c:pt idx="1701">
                  <c:v>1091</c:v>
                </c:pt>
                <c:pt idx="1702">
                  <c:v>611</c:v>
                </c:pt>
                <c:pt idx="1703">
                  <c:v>591</c:v>
                </c:pt>
                <c:pt idx="1704">
                  <c:v>51259</c:v>
                </c:pt>
                <c:pt idx="1705">
                  <c:v>18499</c:v>
                </c:pt>
                <c:pt idx="1706">
                  <c:v>2019</c:v>
                </c:pt>
                <c:pt idx="1707">
                  <c:v>927</c:v>
                </c:pt>
                <c:pt idx="1708">
                  <c:v>4943</c:v>
                </c:pt>
                <c:pt idx="1709">
                  <c:v>3723</c:v>
                </c:pt>
                <c:pt idx="1710">
                  <c:v>82514</c:v>
                </c:pt>
                <c:pt idx="1711">
                  <c:v>1442</c:v>
                </c:pt>
                <c:pt idx="1712">
                  <c:v>695</c:v>
                </c:pt>
                <c:pt idx="1713">
                  <c:v>1513</c:v>
                </c:pt>
                <c:pt idx="1714">
                  <c:v>671</c:v>
                </c:pt>
                <c:pt idx="1715">
                  <c:v>19125</c:v>
                </c:pt>
                <c:pt idx="1716">
                  <c:v>22884</c:v>
                </c:pt>
                <c:pt idx="1717">
                  <c:v>903</c:v>
                </c:pt>
                <c:pt idx="1718">
                  <c:v>608</c:v>
                </c:pt>
                <c:pt idx="1719">
                  <c:v>1472</c:v>
                </c:pt>
                <c:pt idx="1720">
                  <c:v>693</c:v>
                </c:pt>
                <c:pt idx="1721">
                  <c:v>3186</c:v>
                </c:pt>
                <c:pt idx="1722">
                  <c:v>2052</c:v>
                </c:pt>
                <c:pt idx="1723">
                  <c:v>618</c:v>
                </c:pt>
                <c:pt idx="1724">
                  <c:v>902</c:v>
                </c:pt>
                <c:pt idx="1725">
                  <c:v>512</c:v>
                </c:pt>
                <c:pt idx="1726">
                  <c:v>987</c:v>
                </c:pt>
                <c:pt idx="1727">
                  <c:v>1215</c:v>
                </c:pt>
                <c:pt idx="1728">
                  <c:v>1348</c:v>
                </c:pt>
                <c:pt idx="1729">
                  <c:v>1455</c:v>
                </c:pt>
                <c:pt idx="1730">
                  <c:v>4673</c:v>
                </c:pt>
                <c:pt idx="1731">
                  <c:v>566</c:v>
                </c:pt>
                <c:pt idx="1732">
                  <c:v>1163</c:v>
                </c:pt>
                <c:pt idx="1733">
                  <c:v>3743</c:v>
                </c:pt>
                <c:pt idx="1734">
                  <c:v>844</c:v>
                </c:pt>
                <c:pt idx="1735">
                  <c:v>1293</c:v>
                </c:pt>
                <c:pt idx="1736">
                  <c:v>8199</c:v>
                </c:pt>
                <c:pt idx="1737">
                  <c:v>839</c:v>
                </c:pt>
                <c:pt idx="1738">
                  <c:v>8541</c:v>
                </c:pt>
                <c:pt idx="1739">
                  <c:v>8505</c:v>
                </c:pt>
                <c:pt idx="1740">
                  <c:v>1309</c:v>
                </c:pt>
                <c:pt idx="1741">
                  <c:v>1070</c:v>
                </c:pt>
                <c:pt idx="1742">
                  <c:v>519</c:v>
                </c:pt>
                <c:pt idx="1743">
                  <c:v>18662</c:v>
                </c:pt>
                <c:pt idx="1744">
                  <c:v>1087</c:v>
                </c:pt>
                <c:pt idx="1745">
                  <c:v>3076</c:v>
                </c:pt>
                <c:pt idx="1746">
                  <c:v>1470</c:v>
                </c:pt>
                <c:pt idx="1747">
                  <c:v>4735</c:v>
                </c:pt>
                <c:pt idx="1748">
                  <c:v>6248</c:v>
                </c:pt>
                <c:pt idx="1749">
                  <c:v>1137</c:v>
                </c:pt>
                <c:pt idx="1750">
                  <c:v>2089</c:v>
                </c:pt>
                <c:pt idx="1751">
                  <c:v>732</c:v>
                </c:pt>
                <c:pt idx="1752">
                  <c:v>792</c:v>
                </c:pt>
                <c:pt idx="1753">
                  <c:v>1212</c:v>
                </c:pt>
                <c:pt idx="1754">
                  <c:v>1863</c:v>
                </c:pt>
                <c:pt idx="1755">
                  <c:v>2869</c:v>
                </c:pt>
                <c:pt idx="1756">
                  <c:v>5775</c:v>
                </c:pt>
                <c:pt idx="1757">
                  <c:v>599</c:v>
                </c:pt>
                <c:pt idx="1758">
                  <c:v>1648</c:v>
                </c:pt>
                <c:pt idx="1759">
                  <c:v>1037</c:v>
                </c:pt>
                <c:pt idx="1760">
                  <c:v>736</c:v>
                </c:pt>
                <c:pt idx="1761">
                  <c:v>545</c:v>
                </c:pt>
                <c:pt idx="1762">
                  <c:v>790</c:v>
                </c:pt>
                <c:pt idx="1763">
                  <c:v>6365</c:v>
                </c:pt>
                <c:pt idx="1764">
                  <c:v>1970</c:v>
                </c:pt>
                <c:pt idx="1765">
                  <c:v>2369</c:v>
                </c:pt>
                <c:pt idx="1766">
                  <c:v>128011</c:v>
                </c:pt>
                <c:pt idx="1767">
                  <c:v>7838</c:v>
                </c:pt>
                <c:pt idx="1768">
                  <c:v>3727</c:v>
                </c:pt>
                <c:pt idx="1769">
                  <c:v>6486</c:v>
                </c:pt>
                <c:pt idx="1770">
                  <c:v>7244</c:v>
                </c:pt>
                <c:pt idx="1771">
                  <c:v>552</c:v>
                </c:pt>
                <c:pt idx="1772">
                  <c:v>1011</c:v>
                </c:pt>
                <c:pt idx="1773">
                  <c:v>12145</c:v>
                </c:pt>
                <c:pt idx="1774">
                  <c:v>958</c:v>
                </c:pt>
                <c:pt idx="1775">
                  <c:v>2003</c:v>
                </c:pt>
                <c:pt idx="1776">
                  <c:v>10784</c:v>
                </c:pt>
                <c:pt idx="1777">
                  <c:v>7229</c:v>
                </c:pt>
                <c:pt idx="1778">
                  <c:v>3486</c:v>
                </c:pt>
                <c:pt idx="1779">
                  <c:v>3093</c:v>
                </c:pt>
                <c:pt idx="1780">
                  <c:v>943</c:v>
                </c:pt>
                <c:pt idx="1781">
                  <c:v>31158</c:v>
                </c:pt>
                <c:pt idx="1782">
                  <c:v>1035</c:v>
                </c:pt>
                <c:pt idx="1783">
                  <c:v>1050</c:v>
                </c:pt>
                <c:pt idx="1784">
                  <c:v>2781</c:v>
                </c:pt>
                <c:pt idx="1785">
                  <c:v>136690</c:v>
                </c:pt>
                <c:pt idx="1786">
                  <c:v>1798</c:v>
                </c:pt>
                <c:pt idx="1787">
                  <c:v>30151</c:v>
                </c:pt>
                <c:pt idx="1788">
                  <c:v>3072</c:v>
                </c:pt>
                <c:pt idx="1789">
                  <c:v>843</c:v>
                </c:pt>
                <c:pt idx="1790">
                  <c:v>591</c:v>
                </c:pt>
                <c:pt idx="1791">
                  <c:v>30157</c:v>
                </c:pt>
                <c:pt idx="1792">
                  <c:v>508</c:v>
                </c:pt>
                <c:pt idx="1793">
                  <c:v>718</c:v>
                </c:pt>
                <c:pt idx="1794">
                  <c:v>3622</c:v>
                </c:pt>
                <c:pt idx="1795">
                  <c:v>798</c:v>
                </c:pt>
                <c:pt idx="1796">
                  <c:v>7695</c:v>
                </c:pt>
                <c:pt idx="1797">
                  <c:v>1344</c:v>
                </c:pt>
                <c:pt idx="1798">
                  <c:v>556</c:v>
                </c:pt>
                <c:pt idx="1799">
                  <c:v>934</c:v>
                </c:pt>
                <c:pt idx="1800">
                  <c:v>1246</c:v>
                </c:pt>
                <c:pt idx="1801">
                  <c:v>2396</c:v>
                </c:pt>
                <c:pt idx="1802">
                  <c:v>713</c:v>
                </c:pt>
                <c:pt idx="1803">
                  <c:v>1375</c:v>
                </c:pt>
                <c:pt idx="1804">
                  <c:v>893</c:v>
                </c:pt>
                <c:pt idx="1805">
                  <c:v>927</c:v>
                </c:pt>
                <c:pt idx="1806">
                  <c:v>541</c:v>
                </c:pt>
                <c:pt idx="1807">
                  <c:v>10895</c:v>
                </c:pt>
                <c:pt idx="1808">
                  <c:v>829</c:v>
                </c:pt>
                <c:pt idx="1809">
                  <c:v>1120</c:v>
                </c:pt>
                <c:pt idx="1810">
                  <c:v>2684</c:v>
                </c:pt>
                <c:pt idx="1811">
                  <c:v>68441</c:v>
                </c:pt>
                <c:pt idx="1812">
                  <c:v>1205</c:v>
                </c:pt>
                <c:pt idx="1813">
                  <c:v>815</c:v>
                </c:pt>
                <c:pt idx="1814">
                  <c:v>1714</c:v>
                </c:pt>
                <c:pt idx="1815">
                  <c:v>7148</c:v>
                </c:pt>
                <c:pt idx="1816">
                  <c:v>1734</c:v>
                </c:pt>
                <c:pt idx="1817">
                  <c:v>1055</c:v>
                </c:pt>
                <c:pt idx="1818">
                  <c:v>2765</c:v>
                </c:pt>
                <c:pt idx="1819">
                  <c:v>1855</c:v>
                </c:pt>
                <c:pt idx="1820">
                  <c:v>2050</c:v>
                </c:pt>
                <c:pt idx="1821">
                  <c:v>3894</c:v>
                </c:pt>
                <c:pt idx="1822">
                  <c:v>7545</c:v>
                </c:pt>
                <c:pt idx="1823">
                  <c:v>4543</c:v>
                </c:pt>
                <c:pt idx="1824">
                  <c:v>5190</c:v>
                </c:pt>
                <c:pt idx="1825">
                  <c:v>865</c:v>
                </c:pt>
                <c:pt idx="1826">
                  <c:v>789</c:v>
                </c:pt>
                <c:pt idx="1827">
                  <c:v>749</c:v>
                </c:pt>
                <c:pt idx="1828">
                  <c:v>768779</c:v>
                </c:pt>
                <c:pt idx="1829">
                  <c:v>672</c:v>
                </c:pt>
                <c:pt idx="1830">
                  <c:v>849</c:v>
                </c:pt>
                <c:pt idx="1831">
                  <c:v>3169</c:v>
                </c:pt>
                <c:pt idx="1832">
                  <c:v>4470</c:v>
                </c:pt>
                <c:pt idx="1833">
                  <c:v>4100</c:v>
                </c:pt>
                <c:pt idx="1834">
                  <c:v>625</c:v>
                </c:pt>
                <c:pt idx="1835">
                  <c:v>12015</c:v>
                </c:pt>
                <c:pt idx="1836">
                  <c:v>4650</c:v>
                </c:pt>
                <c:pt idx="1837">
                  <c:v>7881</c:v>
                </c:pt>
                <c:pt idx="1838">
                  <c:v>8604</c:v>
                </c:pt>
                <c:pt idx="1839">
                  <c:v>81714</c:v>
                </c:pt>
                <c:pt idx="1840">
                  <c:v>13570</c:v>
                </c:pt>
                <c:pt idx="1841">
                  <c:v>3059</c:v>
                </c:pt>
                <c:pt idx="1842">
                  <c:v>1364</c:v>
                </c:pt>
                <c:pt idx="1843">
                  <c:v>127693</c:v>
                </c:pt>
                <c:pt idx="1844">
                  <c:v>2801</c:v>
                </c:pt>
                <c:pt idx="1845">
                  <c:v>1826</c:v>
                </c:pt>
                <c:pt idx="1846">
                  <c:v>5266</c:v>
                </c:pt>
                <c:pt idx="1847">
                  <c:v>1652</c:v>
                </c:pt>
                <c:pt idx="1848">
                  <c:v>1394</c:v>
                </c:pt>
                <c:pt idx="1849">
                  <c:v>7628</c:v>
                </c:pt>
                <c:pt idx="1850">
                  <c:v>2008</c:v>
                </c:pt>
                <c:pt idx="1851">
                  <c:v>1093</c:v>
                </c:pt>
                <c:pt idx="1852">
                  <c:v>1258</c:v>
                </c:pt>
                <c:pt idx="1853">
                  <c:v>63149</c:v>
                </c:pt>
                <c:pt idx="1854">
                  <c:v>17582</c:v>
                </c:pt>
                <c:pt idx="1855">
                  <c:v>343000</c:v>
                </c:pt>
                <c:pt idx="1856">
                  <c:v>1131</c:v>
                </c:pt>
                <c:pt idx="1857">
                  <c:v>2568</c:v>
                </c:pt>
                <c:pt idx="1858">
                  <c:v>6129</c:v>
                </c:pt>
                <c:pt idx="1859">
                  <c:v>2518</c:v>
                </c:pt>
                <c:pt idx="1860">
                  <c:v>3479</c:v>
                </c:pt>
                <c:pt idx="1861">
                  <c:v>2308</c:v>
                </c:pt>
                <c:pt idx="1862">
                  <c:v>503</c:v>
                </c:pt>
                <c:pt idx="1863">
                  <c:v>543</c:v>
                </c:pt>
                <c:pt idx="1864">
                  <c:v>1344</c:v>
                </c:pt>
                <c:pt idx="1865">
                  <c:v>520</c:v>
                </c:pt>
                <c:pt idx="1866">
                  <c:v>3488</c:v>
                </c:pt>
                <c:pt idx="1867">
                  <c:v>818</c:v>
                </c:pt>
                <c:pt idx="1868">
                  <c:v>1010</c:v>
                </c:pt>
                <c:pt idx="1869">
                  <c:v>537</c:v>
                </c:pt>
                <c:pt idx="1870">
                  <c:v>706</c:v>
                </c:pt>
                <c:pt idx="1871">
                  <c:v>2883</c:v>
                </c:pt>
                <c:pt idx="1872">
                  <c:v>759</c:v>
                </c:pt>
                <c:pt idx="1873">
                  <c:v>1989</c:v>
                </c:pt>
                <c:pt idx="1874">
                  <c:v>4982</c:v>
                </c:pt>
                <c:pt idx="1875">
                  <c:v>1730</c:v>
                </c:pt>
                <c:pt idx="1876">
                  <c:v>799</c:v>
                </c:pt>
                <c:pt idx="1877">
                  <c:v>533</c:v>
                </c:pt>
                <c:pt idx="1878">
                  <c:v>37007</c:v>
                </c:pt>
                <c:pt idx="1879">
                  <c:v>5706</c:v>
                </c:pt>
                <c:pt idx="1880">
                  <c:v>7766</c:v>
                </c:pt>
                <c:pt idx="1881">
                  <c:v>10837</c:v>
                </c:pt>
                <c:pt idx="1882">
                  <c:v>2325</c:v>
                </c:pt>
                <c:pt idx="1883">
                  <c:v>8851</c:v>
                </c:pt>
                <c:pt idx="1884">
                  <c:v>3582</c:v>
                </c:pt>
                <c:pt idx="1885">
                  <c:v>2721</c:v>
                </c:pt>
                <c:pt idx="1886">
                  <c:v>2396</c:v>
                </c:pt>
                <c:pt idx="1887">
                  <c:v>1604</c:v>
                </c:pt>
                <c:pt idx="1888">
                  <c:v>10915</c:v>
                </c:pt>
                <c:pt idx="1889">
                  <c:v>947</c:v>
                </c:pt>
                <c:pt idx="1890">
                  <c:v>874</c:v>
                </c:pt>
                <c:pt idx="1891">
                  <c:v>668</c:v>
                </c:pt>
                <c:pt idx="1892">
                  <c:v>934</c:v>
                </c:pt>
                <c:pt idx="1893">
                  <c:v>624</c:v>
                </c:pt>
                <c:pt idx="1894">
                  <c:v>851</c:v>
                </c:pt>
                <c:pt idx="1895">
                  <c:v>598</c:v>
                </c:pt>
                <c:pt idx="1896">
                  <c:v>838</c:v>
                </c:pt>
                <c:pt idx="1897">
                  <c:v>2069</c:v>
                </c:pt>
                <c:pt idx="1898">
                  <c:v>2749</c:v>
                </c:pt>
                <c:pt idx="1899">
                  <c:v>29935</c:v>
                </c:pt>
                <c:pt idx="1900">
                  <c:v>9755</c:v>
                </c:pt>
                <c:pt idx="1901">
                  <c:v>8596</c:v>
                </c:pt>
                <c:pt idx="1902">
                  <c:v>1624</c:v>
                </c:pt>
                <c:pt idx="1903">
                  <c:v>1309</c:v>
                </c:pt>
                <c:pt idx="1904">
                  <c:v>2267</c:v>
                </c:pt>
                <c:pt idx="1905">
                  <c:v>121315</c:v>
                </c:pt>
                <c:pt idx="1906">
                  <c:v>90894</c:v>
                </c:pt>
                <c:pt idx="1907">
                  <c:v>557</c:v>
                </c:pt>
                <c:pt idx="1908">
                  <c:v>647</c:v>
                </c:pt>
                <c:pt idx="1909">
                  <c:v>2729</c:v>
                </c:pt>
                <c:pt idx="1910">
                  <c:v>1939</c:v>
                </c:pt>
                <c:pt idx="1911">
                  <c:v>515</c:v>
                </c:pt>
                <c:pt idx="1912">
                  <c:v>701</c:v>
                </c:pt>
                <c:pt idx="1913">
                  <c:v>933</c:v>
                </c:pt>
                <c:pt idx="1914">
                  <c:v>2987</c:v>
                </c:pt>
                <c:pt idx="1915">
                  <c:v>612</c:v>
                </c:pt>
                <c:pt idx="1916">
                  <c:v>750</c:v>
                </c:pt>
                <c:pt idx="1917">
                  <c:v>7350</c:v>
                </c:pt>
                <c:pt idx="1918">
                  <c:v>2328</c:v>
                </c:pt>
                <c:pt idx="1919">
                  <c:v>534</c:v>
                </c:pt>
                <c:pt idx="1920">
                  <c:v>546</c:v>
                </c:pt>
                <c:pt idx="1921">
                  <c:v>14489</c:v>
                </c:pt>
                <c:pt idx="1922">
                  <c:v>3133</c:v>
                </c:pt>
                <c:pt idx="1923">
                  <c:v>1568</c:v>
                </c:pt>
                <c:pt idx="1924">
                  <c:v>600</c:v>
                </c:pt>
                <c:pt idx="1925">
                  <c:v>1406</c:v>
                </c:pt>
                <c:pt idx="1926">
                  <c:v>763</c:v>
                </c:pt>
                <c:pt idx="1927">
                  <c:v>7488</c:v>
                </c:pt>
                <c:pt idx="1928">
                  <c:v>1091</c:v>
                </c:pt>
                <c:pt idx="1929">
                  <c:v>1213</c:v>
                </c:pt>
                <c:pt idx="1930">
                  <c:v>3523</c:v>
                </c:pt>
                <c:pt idx="1931">
                  <c:v>5866</c:v>
                </c:pt>
                <c:pt idx="1932">
                  <c:v>678</c:v>
                </c:pt>
                <c:pt idx="1933">
                  <c:v>10640</c:v>
                </c:pt>
                <c:pt idx="1934">
                  <c:v>861</c:v>
                </c:pt>
                <c:pt idx="1935">
                  <c:v>2592</c:v>
                </c:pt>
                <c:pt idx="1936">
                  <c:v>2613</c:v>
                </c:pt>
                <c:pt idx="1937">
                  <c:v>2289</c:v>
                </c:pt>
                <c:pt idx="1938">
                  <c:v>972</c:v>
                </c:pt>
                <c:pt idx="1939">
                  <c:v>853</c:v>
                </c:pt>
                <c:pt idx="1940">
                  <c:v>1197</c:v>
                </c:pt>
                <c:pt idx="1941">
                  <c:v>7494</c:v>
                </c:pt>
                <c:pt idx="1942">
                  <c:v>4264</c:v>
                </c:pt>
                <c:pt idx="1943">
                  <c:v>2921</c:v>
                </c:pt>
                <c:pt idx="1944">
                  <c:v>6409</c:v>
                </c:pt>
                <c:pt idx="1945">
                  <c:v>660</c:v>
                </c:pt>
                <c:pt idx="1946">
                  <c:v>15766</c:v>
                </c:pt>
                <c:pt idx="1947">
                  <c:v>578</c:v>
                </c:pt>
                <c:pt idx="1948">
                  <c:v>15641</c:v>
                </c:pt>
                <c:pt idx="1949">
                  <c:v>588</c:v>
                </c:pt>
                <c:pt idx="1950">
                  <c:v>928</c:v>
                </c:pt>
                <c:pt idx="1951">
                  <c:v>12421</c:v>
                </c:pt>
                <c:pt idx="1952">
                  <c:v>5100</c:v>
                </c:pt>
                <c:pt idx="1953">
                  <c:v>1144</c:v>
                </c:pt>
                <c:pt idx="1954">
                  <c:v>4891</c:v>
                </c:pt>
                <c:pt idx="1955">
                  <c:v>894</c:v>
                </c:pt>
                <c:pt idx="1956">
                  <c:v>503</c:v>
                </c:pt>
                <c:pt idx="1957">
                  <c:v>584</c:v>
                </c:pt>
                <c:pt idx="1958">
                  <c:v>32523</c:v>
                </c:pt>
                <c:pt idx="1959">
                  <c:v>103143</c:v>
                </c:pt>
                <c:pt idx="1960">
                  <c:v>3215</c:v>
                </c:pt>
                <c:pt idx="1961">
                  <c:v>548</c:v>
                </c:pt>
                <c:pt idx="1962">
                  <c:v>684</c:v>
                </c:pt>
                <c:pt idx="1963">
                  <c:v>7387</c:v>
                </c:pt>
                <c:pt idx="1964">
                  <c:v>132855</c:v>
                </c:pt>
                <c:pt idx="1965">
                  <c:v>2710</c:v>
                </c:pt>
                <c:pt idx="1966">
                  <c:v>1954</c:v>
                </c:pt>
                <c:pt idx="1967">
                  <c:v>1584</c:v>
                </c:pt>
                <c:pt idx="1968">
                  <c:v>5168</c:v>
                </c:pt>
                <c:pt idx="1969">
                  <c:v>8404</c:v>
                </c:pt>
                <c:pt idx="1970">
                  <c:v>3652</c:v>
                </c:pt>
                <c:pt idx="1971">
                  <c:v>724</c:v>
                </c:pt>
                <c:pt idx="1972">
                  <c:v>4832</c:v>
                </c:pt>
                <c:pt idx="1973">
                  <c:v>2272</c:v>
                </c:pt>
                <c:pt idx="1974">
                  <c:v>761</c:v>
                </c:pt>
                <c:pt idx="1975">
                  <c:v>2386</c:v>
                </c:pt>
                <c:pt idx="1976">
                  <c:v>551</c:v>
                </c:pt>
                <c:pt idx="1977">
                  <c:v>4457</c:v>
                </c:pt>
                <c:pt idx="1978">
                  <c:v>15360</c:v>
                </c:pt>
                <c:pt idx="1979">
                  <c:v>297774</c:v>
                </c:pt>
                <c:pt idx="1980">
                  <c:v>506</c:v>
                </c:pt>
                <c:pt idx="1981">
                  <c:v>937</c:v>
                </c:pt>
                <c:pt idx="1982">
                  <c:v>1574</c:v>
                </c:pt>
                <c:pt idx="1983">
                  <c:v>18420</c:v>
                </c:pt>
                <c:pt idx="1984">
                  <c:v>794</c:v>
                </c:pt>
                <c:pt idx="1985">
                  <c:v>1067</c:v>
                </c:pt>
                <c:pt idx="1986">
                  <c:v>2655</c:v>
                </c:pt>
                <c:pt idx="1987">
                  <c:v>2215</c:v>
                </c:pt>
                <c:pt idx="1988">
                  <c:v>545</c:v>
                </c:pt>
                <c:pt idx="1989">
                  <c:v>537</c:v>
                </c:pt>
                <c:pt idx="1990">
                  <c:v>172857</c:v>
                </c:pt>
                <c:pt idx="1991">
                  <c:v>2792</c:v>
                </c:pt>
                <c:pt idx="1992">
                  <c:v>657</c:v>
                </c:pt>
                <c:pt idx="1993">
                  <c:v>2039</c:v>
                </c:pt>
                <c:pt idx="1994">
                  <c:v>2214</c:v>
                </c:pt>
                <c:pt idx="1995">
                  <c:v>1694</c:v>
                </c:pt>
                <c:pt idx="1996">
                  <c:v>1490</c:v>
                </c:pt>
                <c:pt idx="1997">
                  <c:v>7380</c:v>
                </c:pt>
                <c:pt idx="1998">
                  <c:v>6876</c:v>
                </c:pt>
                <c:pt idx="1999">
                  <c:v>3949</c:v>
                </c:pt>
                <c:pt idx="2000">
                  <c:v>609</c:v>
                </c:pt>
                <c:pt idx="2001">
                  <c:v>536</c:v>
                </c:pt>
                <c:pt idx="2002">
                  <c:v>832</c:v>
                </c:pt>
                <c:pt idx="2003">
                  <c:v>2019</c:v>
                </c:pt>
                <c:pt idx="2004">
                  <c:v>2195</c:v>
                </c:pt>
                <c:pt idx="2005">
                  <c:v>653</c:v>
                </c:pt>
                <c:pt idx="2006">
                  <c:v>1996</c:v>
                </c:pt>
                <c:pt idx="2007">
                  <c:v>1656</c:v>
                </c:pt>
                <c:pt idx="2008">
                  <c:v>1673</c:v>
                </c:pt>
                <c:pt idx="2009">
                  <c:v>610</c:v>
                </c:pt>
                <c:pt idx="2010">
                  <c:v>1022</c:v>
                </c:pt>
                <c:pt idx="2011">
                  <c:v>981</c:v>
                </c:pt>
                <c:pt idx="2012">
                  <c:v>2377</c:v>
                </c:pt>
                <c:pt idx="2013">
                  <c:v>1016</c:v>
                </c:pt>
                <c:pt idx="2014">
                  <c:v>20882</c:v>
                </c:pt>
                <c:pt idx="2015">
                  <c:v>1358</c:v>
                </c:pt>
                <c:pt idx="2016">
                  <c:v>15207</c:v>
                </c:pt>
                <c:pt idx="2017">
                  <c:v>2969</c:v>
                </c:pt>
                <c:pt idx="2018">
                  <c:v>8564</c:v>
                </c:pt>
                <c:pt idx="2019">
                  <c:v>582</c:v>
                </c:pt>
                <c:pt idx="2020">
                  <c:v>540</c:v>
                </c:pt>
                <c:pt idx="2021">
                  <c:v>51484</c:v>
                </c:pt>
                <c:pt idx="2022">
                  <c:v>994</c:v>
                </c:pt>
                <c:pt idx="2023">
                  <c:v>1123</c:v>
                </c:pt>
                <c:pt idx="2024">
                  <c:v>758</c:v>
                </c:pt>
                <c:pt idx="2025">
                  <c:v>569</c:v>
                </c:pt>
                <c:pt idx="2026">
                  <c:v>11355</c:v>
                </c:pt>
                <c:pt idx="2027">
                  <c:v>1361</c:v>
                </c:pt>
                <c:pt idx="2028">
                  <c:v>1198</c:v>
                </c:pt>
                <c:pt idx="2029">
                  <c:v>892</c:v>
                </c:pt>
                <c:pt idx="2030">
                  <c:v>1555</c:v>
                </c:pt>
                <c:pt idx="2031">
                  <c:v>8615</c:v>
                </c:pt>
                <c:pt idx="2032">
                  <c:v>739</c:v>
                </c:pt>
                <c:pt idx="2033">
                  <c:v>750</c:v>
                </c:pt>
                <c:pt idx="2034">
                  <c:v>6640</c:v>
                </c:pt>
                <c:pt idx="2035">
                  <c:v>51655</c:v>
                </c:pt>
                <c:pt idx="2036">
                  <c:v>4805</c:v>
                </c:pt>
                <c:pt idx="2037">
                  <c:v>764</c:v>
                </c:pt>
                <c:pt idx="2038">
                  <c:v>13883</c:v>
                </c:pt>
                <c:pt idx="2039">
                  <c:v>4289</c:v>
                </c:pt>
                <c:pt idx="2040">
                  <c:v>1371</c:v>
                </c:pt>
                <c:pt idx="2041">
                  <c:v>867</c:v>
                </c:pt>
                <c:pt idx="2042">
                  <c:v>741</c:v>
                </c:pt>
                <c:pt idx="2043">
                  <c:v>2762</c:v>
                </c:pt>
                <c:pt idx="2044">
                  <c:v>3591</c:v>
                </c:pt>
                <c:pt idx="2045">
                  <c:v>518</c:v>
                </c:pt>
                <c:pt idx="2046">
                  <c:v>1463</c:v>
                </c:pt>
                <c:pt idx="2047">
                  <c:v>9602</c:v>
                </c:pt>
                <c:pt idx="2048">
                  <c:v>8314</c:v>
                </c:pt>
                <c:pt idx="2049">
                  <c:v>4813</c:v>
                </c:pt>
                <c:pt idx="2050">
                  <c:v>1704</c:v>
                </c:pt>
                <c:pt idx="2051">
                  <c:v>1954</c:v>
                </c:pt>
                <c:pt idx="2052">
                  <c:v>846</c:v>
                </c:pt>
                <c:pt idx="2053">
                  <c:v>3020</c:v>
                </c:pt>
                <c:pt idx="2054">
                  <c:v>1481</c:v>
                </c:pt>
                <c:pt idx="2055">
                  <c:v>760</c:v>
                </c:pt>
                <c:pt idx="2056">
                  <c:v>630</c:v>
                </c:pt>
                <c:pt idx="2057">
                  <c:v>2204</c:v>
                </c:pt>
                <c:pt idx="2058">
                  <c:v>1728</c:v>
                </c:pt>
                <c:pt idx="2059">
                  <c:v>1507</c:v>
                </c:pt>
                <c:pt idx="2060">
                  <c:v>924</c:v>
                </c:pt>
                <c:pt idx="2061">
                  <c:v>539</c:v>
                </c:pt>
                <c:pt idx="2062">
                  <c:v>817</c:v>
                </c:pt>
                <c:pt idx="2063">
                  <c:v>2887</c:v>
                </c:pt>
                <c:pt idx="2064">
                  <c:v>591</c:v>
                </c:pt>
                <c:pt idx="2065">
                  <c:v>4355</c:v>
                </c:pt>
                <c:pt idx="2066">
                  <c:v>10189</c:v>
                </c:pt>
                <c:pt idx="2067">
                  <c:v>346359</c:v>
                </c:pt>
                <c:pt idx="2068">
                  <c:v>2955</c:v>
                </c:pt>
                <c:pt idx="2069">
                  <c:v>1367</c:v>
                </c:pt>
                <c:pt idx="2070">
                  <c:v>7422</c:v>
                </c:pt>
                <c:pt idx="2071">
                  <c:v>1891</c:v>
                </c:pt>
                <c:pt idx="2072">
                  <c:v>7777</c:v>
                </c:pt>
                <c:pt idx="2073">
                  <c:v>585</c:v>
                </c:pt>
                <c:pt idx="2074">
                  <c:v>15500</c:v>
                </c:pt>
                <c:pt idx="2075">
                  <c:v>811</c:v>
                </c:pt>
                <c:pt idx="2076">
                  <c:v>1310</c:v>
                </c:pt>
                <c:pt idx="2077">
                  <c:v>2769</c:v>
                </c:pt>
                <c:pt idx="2078">
                  <c:v>2505</c:v>
                </c:pt>
                <c:pt idx="2079">
                  <c:v>1917</c:v>
                </c:pt>
                <c:pt idx="2080">
                  <c:v>747</c:v>
                </c:pt>
                <c:pt idx="2081">
                  <c:v>1202</c:v>
                </c:pt>
                <c:pt idx="2082">
                  <c:v>1754</c:v>
                </c:pt>
                <c:pt idx="2083">
                  <c:v>786</c:v>
                </c:pt>
                <c:pt idx="2084">
                  <c:v>596</c:v>
                </c:pt>
                <c:pt idx="2085">
                  <c:v>710</c:v>
                </c:pt>
                <c:pt idx="2086">
                  <c:v>640</c:v>
                </c:pt>
                <c:pt idx="2087">
                  <c:v>513</c:v>
                </c:pt>
                <c:pt idx="2088">
                  <c:v>1189</c:v>
                </c:pt>
                <c:pt idx="2089">
                  <c:v>614</c:v>
                </c:pt>
                <c:pt idx="2090">
                  <c:v>1388</c:v>
                </c:pt>
                <c:pt idx="2091">
                  <c:v>11897</c:v>
                </c:pt>
                <c:pt idx="2092">
                  <c:v>531</c:v>
                </c:pt>
                <c:pt idx="2093">
                  <c:v>14237</c:v>
                </c:pt>
                <c:pt idx="2094">
                  <c:v>3078</c:v>
                </c:pt>
                <c:pt idx="2095">
                  <c:v>2392</c:v>
                </c:pt>
                <c:pt idx="2096">
                  <c:v>526</c:v>
                </c:pt>
                <c:pt idx="2097">
                  <c:v>920</c:v>
                </c:pt>
                <c:pt idx="2098">
                  <c:v>40504</c:v>
                </c:pt>
                <c:pt idx="2099">
                  <c:v>895</c:v>
                </c:pt>
                <c:pt idx="2100">
                  <c:v>693</c:v>
                </c:pt>
                <c:pt idx="2101">
                  <c:v>9516</c:v>
                </c:pt>
                <c:pt idx="2102">
                  <c:v>953</c:v>
                </c:pt>
                <c:pt idx="2103">
                  <c:v>35117</c:v>
                </c:pt>
                <c:pt idx="2104">
                  <c:v>1023</c:v>
                </c:pt>
                <c:pt idx="2105">
                  <c:v>1668</c:v>
                </c:pt>
                <c:pt idx="2106">
                  <c:v>2767</c:v>
                </c:pt>
                <c:pt idx="2107">
                  <c:v>1693</c:v>
                </c:pt>
                <c:pt idx="2108">
                  <c:v>857</c:v>
                </c:pt>
                <c:pt idx="2109">
                  <c:v>971</c:v>
                </c:pt>
                <c:pt idx="2110">
                  <c:v>828</c:v>
                </c:pt>
                <c:pt idx="2111">
                  <c:v>119350</c:v>
                </c:pt>
                <c:pt idx="2112">
                  <c:v>1347</c:v>
                </c:pt>
                <c:pt idx="2113">
                  <c:v>3939</c:v>
                </c:pt>
                <c:pt idx="2114">
                  <c:v>12216</c:v>
                </c:pt>
                <c:pt idx="2115">
                  <c:v>1387</c:v>
                </c:pt>
                <c:pt idx="2116">
                  <c:v>1107</c:v>
                </c:pt>
                <c:pt idx="2117">
                  <c:v>1313</c:v>
                </c:pt>
                <c:pt idx="2118">
                  <c:v>8539</c:v>
                </c:pt>
                <c:pt idx="2119">
                  <c:v>10729</c:v>
                </c:pt>
                <c:pt idx="2120">
                  <c:v>630</c:v>
                </c:pt>
                <c:pt idx="2121">
                  <c:v>712</c:v>
                </c:pt>
                <c:pt idx="2122">
                  <c:v>526</c:v>
                </c:pt>
                <c:pt idx="2123">
                  <c:v>1607</c:v>
                </c:pt>
                <c:pt idx="2124">
                  <c:v>599</c:v>
                </c:pt>
                <c:pt idx="2125">
                  <c:v>645</c:v>
                </c:pt>
                <c:pt idx="2126">
                  <c:v>9058</c:v>
                </c:pt>
                <c:pt idx="2127">
                  <c:v>45032</c:v>
                </c:pt>
                <c:pt idx="2128">
                  <c:v>2200</c:v>
                </c:pt>
                <c:pt idx="2129">
                  <c:v>500</c:v>
                </c:pt>
                <c:pt idx="2130">
                  <c:v>19421</c:v>
                </c:pt>
                <c:pt idx="2131">
                  <c:v>256188</c:v>
                </c:pt>
                <c:pt idx="2132">
                  <c:v>9821</c:v>
                </c:pt>
                <c:pt idx="2133">
                  <c:v>703</c:v>
                </c:pt>
                <c:pt idx="2134">
                  <c:v>7169</c:v>
                </c:pt>
                <c:pt idx="2135">
                  <c:v>7997</c:v>
                </c:pt>
                <c:pt idx="2136">
                  <c:v>730</c:v>
                </c:pt>
                <c:pt idx="2137">
                  <c:v>8444</c:v>
                </c:pt>
                <c:pt idx="2138">
                  <c:v>1418</c:v>
                </c:pt>
                <c:pt idx="2139">
                  <c:v>181708</c:v>
                </c:pt>
                <c:pt idx="2140">
                  <c:v>523</c:v>
                </c:pt>
                <c:pt idx="2141">
                  <c:v>687</c:v>
                </c:pt>
                <c:pt idx="2142">
                  <c:v>1873</c:v>
                </c:pt>
                <c:pt idx="2143">
                  <c:v>848</c:v>
                </c:pt>
                <c:pt idx="2144">
                  <c:v>8377</c:v>
                </c:pt>
                <c:pt idx="2145">
                  <c:v>4869</c:v>
                </c:pt>
                <c:pt idx="2146">
                  <c:v>3502</c:v>
                </c:pt>
                <c:pt idx="2147">
                  <c:v>1045</c:v>
                </c:pt>
                <c:pt idx="2148">
                  <c:v>3013</c:v>
                </c:pt>
                <c:pt idx="2149">
                  <c:v>666</c:v>
                </c:pt>
                <c:pt idx="2150">
                  <c:v>1022</c:v>
                </c:pt>
                <c:pt idx="2151">
                  <c:v>700</c:v>
                </c:pt>
                <c:pt idx="2152">
                  <c:v>721</c:v>
                </c:pt>
                <c:pt idx="2153">
                  <c:v>4019</c:v>
                </c:pt>
                <c:pt idx="2154">
                  <c:v>2617</c:v>
                </c:pt>
                <c:pt idx="2155">
                  <c:v>657</c:v>
                </c:pt>
                <c:pt idx="2156">
                  <c:v>7411</c:v>
                </c:pt>
                <c:pt idx="2157">
                  <c:v>1390</c:v>
                </c:pt>
                <c:pt idx="2158">
                  <c:v>544</c:v>
                </c:pt>
                <c:pt idx="2159">
                  <c:v>23963</c:v>
                </c:pt>
                <c:pt idx="2160">
                  <c:v>12603</c:v>
                </c:pt>
                <c:pt idx="2161">
                  <c:v>27597</c:v>
                </c:pt>
                <c:pt idx="2162">
                  <c:v>3347</c:v>
                </c:pt>
                <c:pt idx="2163">
                  <c:v>8186</c:v>
                </c:pt>
                <c:pt idx="2164">
                  <c:v>27527</c:v>
                </c:pt>
                <c:pt idx="2165">
                  <c:v>1135</c:v>
                </c:pt>
                <c:pt idx="2166">
                  <c:v>863</c:v>
                </c:pt>
                <c:pt idx="2167">
                  <c:v>1011</c:v>
                </c:pt>
                <c:pt idx="2168">
                  <c:v>6095</c:v>
                </c:pt>
                <c:pt idx="2169">
                  <c:v>892</c:v>
                </c:pt>
                <c:pt idx="2170">
                  <c:v>744</c:v>
                </c:pt>
                <c:pt idx="2171">
                  <c:v>2826</c:v>
                </c:pt>
                <c:pt idx="2172">
                  <c:v>28455</c:v>
                </c:pt>
                <c:pt idx="2173">
                  <c:v>15030</c:v>
                </c:pt>
                <c:pt idx="2174">
                  <c:v>609</c:v>
                </c:pt>
                <c:pt idx="2175">
                  <c:v>1758</c:v>
                </c:pt>
                <c:pt idx="2176">
                  <c:v>638</c:v>
                </c:pt>
                <c:pt idx="2177">
                  <c:v>227104</c:v>
                </c:pt>
                <c:pt idx="2178">
                  <c:v>1173</c:v>
                </c:pt>
                <c:pt idx="2179">
                  <c:v>698</c:v>
                </c:pt>
                <c:pt idx="2180">
                  <c:v>20966</c:v>
                </c:pt>
                <c:pt idx="2181">
                  <c:v>2245</c:v>
                </c:pt>
                <c:pt idx="2182">
                  <c:v>16561</c:v>
                </c:pt>
                <c:pt idx="2183">
                  <c:v>755</c:v>
                </c:pt>
                <c:pt idx="2184">
                  <c:v>818</c:v>
                </c:pt>
                <c:pt idx="2185">
                  <c:v>15027</c:v>
                </c:pt>
                <c:pt idx="2186">
                  <c:v>1475</c:v>
                </c:pt>
                <c:pt idx="2187">
                  <c:v>29009</c:v>
                </c:pt>
                <c:pt idx="2188">
                  <c:v>3119</c:v>
                </c:pt>
                <c:pt idx="2189">
                  <c:v>1551</c:v>
                </c:pt>
                <c:pt idx="2190">
                  <c:v>582</c:v>
                </c:pt>
                <c:pt idx="2191">
                  <c:v>1070</c:v>
                </c:pt>
                <c:pt idx="2192">
                  <c:v>679</c:v>
                </c:pt>
                <c:pt idx="2193">
                  <c:v>1302</c:v>
                </c:pt>
                <c:pt idx="2194">
                  <c:v>1356</c:v>
                </c:pt>
                <c:pt idx="2195">
                  <c:v>19064</c:v>
                </c:pt>
                <c:pt idx="2196">
                  <c:v>1182</c:v>
                </c:pt>
                <c:pt idx="2197">
                  <c:v>6757</c:v>
                </c:pt>
                <c:pt idx="2198">
                  <c:v>1490</c:v>
                </c:pt>
                <c:pt idx="2199">
                  <c:v>1344</c:v>
                </c:pt>
                <c:pt idx="2200">
                  <c:v>3518</c:v>
                </c:pt>
                <c:pt idx="2201">
                  <c:v>2280</c:v>
                </c:pt>
                <c:pt idx="2202">
                  <c:v>1142</c:v>
                </c:pt>
                <c:pt idx="2203">
                  <c:v>38728</c:v>
                </c:pt>
                <c:pt idx="2204">
                  <c:v>60468</c:v>
                </c:pt>
                <c:pt idx="2205">
                  <c:v>702</c:v>
                </c:pt>
                <c:pt idx="2206">
                  <c:v>8208</c:v>
                </c:pt>
                <c:pt idx="2207">
                  <c:v>1572</c:v>
                </c:pt>
                <c:pt idx="2208">
                  <c:v>1632</c:v>
                </c:pt>
                <c:pt idx="2209">
                  <c:v>866</c:v>
                </c:pt>
                <c:pt idx="2210">
                  <c:v>1781</c:v>
                </c:pt>
                <c:pt idx="2211">
                  <c:v>8890</c:v>
                </c:pt>
                <c:pt idx="2212">
                  <c:v>5460</c:v>
                </c:pt>
                <c:pt idx="2213">
                  <c:v>777</c:v>
                </c:pt>
                <c:pt idx="2214">
                  <c:v>876</c:v>
                </c:pt>
                <c:pt idx="2215">
                  <c:v>40881</c:v>
                </c:pt>
                <c:pt idx="2216">
                  <c:v>2511</c:v>
                </c:pt>
                <c:pt idx="2217">
                  <c:v>6285</c:v>
                </c:pt>
                <c:pt idx="2218">
                  <c:v>575</c:v>
                </c:pt>
                <c:pt idx="2219">
                  <c:v>692</c:v>
                </c:pt>
                <c:pt idx="2220">
                  <c:v>5966</c:v>
                </c:pt>
                <c:pt idx="2221">
                  <c:v>2139</c:v>
                </c:pt>
                <c:pt idx="2222">
                  <c:v>3112</c:v>
                </c:pt>
                <c:pt idx="2223">
                  <c:v>1232</c:v>
                </c:pt>
                <c:pt idx="2224">
                  <c:v>897</c:v>
                </c:pt>
                <c:pt idx="2225">
                  <c:v>15064</c:v>
                </c:pt>
                <c:pt idx="2226">
                  <c:v>3285</c:v>
                </c:pt>
                <c:pt idx="2227">
                  <c:v>2974</c:v>
                </c:pt>
                <c:pt idx="2228">
                  <c:v>1347</c:v>
                </c:pt>
                <c:pt idx="2229">
                  <c:v>561</c:v>
                </c:pt>
                <c:pt idx="2230">
                  <c:v>1060</c:v>
                </c:pt>
                <c:pt idx="2231">
                  <c:v>1038</c:v>
                </c:pt>
                <c:pt idx="2232">
                  <c:v>8394</c:v>
                </c:pt>
                <c:pt idx="2233">
                  <c:v>630</c:v>
                </c:pt>
                <c:pt idx="2234">
                  <c:v>509</c:v>
                </c:pt>
                <c:pt idx="2235">
                  <c:v>158579</c:v>
                </c:pt>
                <c:pt idx="2236">
                  <c:v>1687</c:v>
                </c:pt>
                <c:pt idx="2237">
                  <c:v>2279</c:v>
                </c:pt>
                <c:pt idx="2238">
                  <c:v>1875</c:v>
                </c:pt>
                <c:pt idx="2239">
                  <c:v>3597</c:v>
                </c:pt>
                <c:pt idx="2240">
                  <c:v>2821</c:v>
                </c:pt>
                <c:pt idx="2241">
                  <c:v>2065</c:v>
                </c:pt>
                <c:pt idx="2242">
                  <c:v>2114</c:v>
                </c:pt>
                <c:pt idx="2243">
                  <c:v>1320</c:v>
                </c:pt>
                <c:pt idx="2244">
                  <c:v>562</c:v>
                </c:pt>
                <c:pt idx="2245">
                  <c:v>7556</c:v>
                </c:pt>
                <c:pt idx="2246">
                  <c:v>1619</c:v>
                </c:pt>
                <c:pt idx="2247">
                  <c:v>1588</c:v>
                </c:pt>
                <c:pt idx="2248">
                  <c:v>693</c:v>
                </c:pt>
                <c:pt idx="2249">
                  <c:v>2586</c:v>
                </c:pt>
                <c:pt idx="2250">
                  <c:v>4739</c:v>
                </c:pt>
                <c:pt idx="2251">
                  <c:v>13748</c:v>
                </c:pt>
                <c:pt idx="2252">
                  <c:v>1018</c:v>
                </c:pt>
                <c:pt idx="2253">
                  <c:v>897</c:v>
                </c:pt>
                <c:pt idx="2254">
                  <c:v>1587</c:v>
                </c:pt>
                <c:pt idx="2255">
                  <c:v>706</c:v>
                </c:pt>
                <c:pt idx="2256">
                  <c:v>2724</c:v>
                </c:pt>
                <c:pt idx="2257">
                  <c:v>4950</c:v>
                </c:pt>
                <c:pt idx="2258">
                  <c:v>1243</c:v>
                </c:pt>
                <c:pt idx="2259">
                  <c:v>1126</c:v>
                </c:pt>
                <c:pt idx="2260">
                  <c:v>1395</c:v>
                </c:pt>
                <c:pt idx="2261">
                  <c:v>1272</c:v>
                </c:pt>
                <c:pt idx="2262">
                  <c:v>4067</c:v>
                </c:pt>
                <c:pt idx="2263">
                  <c:v>7560</c:v>
                </c:pt>
                <c:pt idx="2264">
                  <c:v>3072</c:v>
                </c:pt>
                <c:pt idx="2265">
                  <c:v>6903</c:v>
                </c:pt>
                <c:pt idx="2266">
                  <c:v>832</c:v>
                </c:pt>
                <c:pt idx="2267">
                  <c:v>677</c:v>
                </c:pt>
                <c:pt idx="2268">
                  <c:v>503</c:v>
                </c:pt>
                <c:pt idx="2269">
                  <c:v>2418</c:v>
                </c:pt>
                <c:pt idx="2270">
                  <c:v>8459</c:v>
                </c:pt>
                <c:pt idx="2271">
                  <c:v>663</c:v>
                </c:pt>
                <c:pt idx="2272">
                  <c:v>740</c:v>
                </c:pt>
                <c:pt idx="2273">
                  <c:v>1581</c:v>
                </c:pt>
                <c:pt idx="2274">
                  <c:v>5039</c:v>
                </c:pt>
                <c:pt idx="2275">
                  <c:v>1126</c:v>
                </c:pt>
                <c:pt idx="2276">
                  <c:v>3020</c:v>
                </c:pt>
                <c:pt idx="2277">
                  <c:v>1513</c:v>
                </c:pt>
                <c:pt idx="2278">
                  <c:v>795</c:v>
                </c:pt>
                <c:pt idx="2279">
                  <c:v>1930</c:v>
                </c:pt>
                <c:pt idx="2280">
                  <c:v>45414</c:v>
                </c:pt>
                <c:pt idx="2281">
                  <c:v>993</c:v>
                </c:pt>
                <c:pt idx="2282">
                  <c:v>826</c:v>
                </c:pt>
                <c:pt idx="2283">
                  <c:v>977</c:v>
                </c:pt>
                <c:pt idx="2284">
                  <c:v>740</c:v>
                </c:pt>
                <c:pt idx="2285">
                  <c:v>635</c:v>
                </c:pt>
                <c:pt idx="2286">
                  <c:v>824</c:v>
                </c:pt>
                <c:pt idx="2287">
                  <c:v>5005</c:v>
                </c:pt>
                <c:pt idx="2288">
                  <c:v>12463</c:v>
                </c:pt>
                <c:pt idx="2289">
                  <c:v>2122</c:v>
                </c:pt>
                <c:pt idx="2290">
                  <c:v>1502</c:v>
                </c:pt>
                <c:pt idx="2291">
                  <c:v>1187</c:v>
                </c:pt>
                <c:pt idx="2292">
                  <c:v>56283</c:v>
                </c:pt>
                <c:pt idx="2293">
                  <c:v>1120</c:v>
                </c:pt>
                <c:pt idx="2294">
                  <c:v>584</c:v>
                </c:pt>
                <c:pt idx="2295">
                  <c:v>927</c:v>
                </c:pt>
                <c:pt idx="2296">
                  <c:v>1627</c:v>
                </c:pt>
                <c:pt idx="2297">
                  <c:v>1214</c:v>
                </c:pt>
                <c:pt idx="2298">
                  <c:v>2036</c:v>
                </c:pt>
                <c:pt idx="2299">
                  <c:v>565</c:v>
                </c:pt>
                <c:pt idx="2300">
                  <c:v>1026</c:v>
                </c:pt>
                <c:pt idx="2301">
                  <c:v>1227</c:v>
                </c:pt>
                <c:pt idx="2302">
                  <c:v>970</c:v>
                </c:pt>
                <c:pt idx="2303">
                  <c:v>1465</c:v>
                </c:pt>
                <c:pt idx="2304">
                  <c:v>1309</c:v>
                </c:pt>
                <c:pt idx="2305">
                  <c:v>5960</c:v>
                </c:pt>
                <c:pt idx="2306">
                  <c:v>984</c:v>
                </c:pt>
                <c:pt idx="2307">
                  <c:v>54680</c:v>
                </c:pt>
                <c:pt idx="2308">
                  <c:v>1939</c:v>
                </c:pt>
                <c:pt idx="2309">
                  <c:v>921</c:v>
                </c:pt>
                <c:pt idx="2310">
                  <c:v>676</c:v>
                </c:pt>
                <c:pt idx="2311">
                  <c:v>1356</c:v>
                </c:pt>
                <c:pt idx="2312">
                  <c:v>1812</c:v>
                </c:pt>
                <c:pt idx="2313">
                  <c:v>698</c:v>
                </c:pt>
                <c:pt idx="2314">
                  <c:v>4975</c:v>
                </c:pt>
                <c:pt idx="2315">
                  <c:v>2053</c:v>
                </c:pt>
                <c:pt idx="2316">
                  <c:v>1851</c:v>
                </c:pt>
                <c:pt idx="2317">
                  <c:v>177041</c:v>
                </c:pt>
                <c:pt idx="2318">
                  <c:v>1486</c:v>
                </c:pt>
                <c:pt idx="2319">
                  <c:v>5516</c:v>
                </c:pt>
                <c:pt idx="2320">
                  <c:v>674</c:v>
                </c:pt>
                <c:pt idx="2321">
                  <c:v>2604</c:v>
                </c:pt>
                <c:pt idx="2322">
                  <c:v>2865</c:v>
                </c:pt>
                <c:pt idx="2323">
                  <c:v>14988</c:v>
                </c:pt>
                <c:pt idx="2324">
                  <c:v>2004</c:v>
                </c:pt>
                <c:pt idx="2325">
                  <c:v>695</c:v>
                </c:pt>
                <c:pt idx="2326">
                  <c:v>2170</c:v>
                </c:pt>
                <c:pt idx="2327">
                  <c:v>5578</c:v>
                </c:pt>
                <c:pt idx="2328">
                  <c:v>1106</c:v>
                </c:pt>
                <c:pt idx="2329">
                  <c:v>1242</c:v>
                </c:pt>
                <c:pt idx="2330">
                  <c:v>18607</c:v>
                </c:pt>
                <c:pt idx="2331">
                  <c:v>29054</c:v>
                </c:pt>
                <c:pt idx="2332">
                  <c:v>4995</c:v>
                </c:pt>
                <c:pt idx="2333">
                  <c:v>10186</c:v>
                </c:pt>
                <c:pt idx="2334">
                  <c:v>1934</c:v>
                </c:pt>
                <c:pt idx="2335">
                  <c:v>1103</c:v>
                </c:pt>
                <c:pt idx="2336">
                  <c:v>6372</c:v>
                </c:pt>
                <c:pt idx="2337">
                  <c:v>1674</c:v>
                </c:pt>
                <c:pt idx="2338">
                  <c:v>2455</c:v>
                </c:pt>
                <c:pt idx="2339">
                  <c:v>714</c:v>
                </c:pt>
                <c:pt idx="2340">
                  <c:v>11705</c:v>
                </c:pt>
                <c:pt idx="2341">
                  <c:v>507</c:v>
                </c:pt>
                <c:pt idx="2342">
                  <c:v>1761</c:v>
                </c:pt>
                <c:pt idx="2343">
                  <c:v>2343</c:v>
                </c:pt>
                <c:pt idx="2344">
                  <c:v>553</c:v>
                </c:pt>
                <c:pt idx="2345">
                  <c:v>1374</c:v>
                </c:pt>
                <c:pt idx="2346">
                  <c:v>17255</c:v>
                </c:pt>
                <c:pt idx="2347">
                  <c:v>3512</c:v>
                </c:pt>
                <c:pt idx="2348">
                  <c:v>1413</c:v>
                </c:pt>
                <c:pt idx="2349">
                  <c:v>1430</c:v>
                </c:pt>
                <c:pt idx="2350">
                  <c:v>1205</c:v>
                </c:pt>
                <c:pt idx="2351">
                  <c:v>8105</c:v>
                </c:pt>
                <c:pt idx="2352">
                  <c:v>706</c:v>
                </c:pt>
                <c:pt idx="2353">
                  <c:v>7532</c:v>
                </c:pt>
                <c:pt idx="2354">
                  <c:v>1868</c:v>
                </c:pt>
                <c:pt idx="2355">
                  <c:v>1953</c:v>
                </c:pt>
                <c:pt idx="2356">
                  <c:v>5152</c:v>
                </c:pt>
                <c:pt idx="2357">
                  <c:v>10241</c:v>
                </c:pt>
                <c:pt idx="2358">
                  <c:v>7687</c:v>
                </c:pt>
                <c:pt idx="2359">
                  <c:v>919</c:v>
                </c:pt>
                <c:pt idx="2360">
                  <c:v>34782</c:v>
                </c:pt>
                <c:pt idx="2361">
                  <c:v>1371</c:v>
                </c:pt>
                <c:pt idx="2362">
                  <c:v>665</c:v>
                </c:pt>
                <c:pt idx="2363">
                  <c:v>1096</c:v>
                </c:pt>
                <c:pt idx="2364">
                  <c:v>5070</c:v>
                </c:pt>
                <c:pt idx="2365">
                  <c:v>1831</c:v>
                </c:pt>
                <c:pt idx="2366">
                  <c:v>639</c:v>
                </c:pt>
                <c:pt idx="2367">
                  <c:v>1992</c:v>
                </c:pt>
                <c:pt idx="2368">
                  <c:v>1357</c:v>
                </c:pt>
                <c:pt idx="2369">
                  <c:v>1066</c:v>
                </c:pt>
                <c:pt idx="2370">
                  <c:v>39485</c:v>
                </c:pt>
                <c:pt idx="2371">
                  <c:v>25906</c:v>
                </c:pt>
                <c:pt idx="2372">
                  <c:v>831</c:v>
                </c:pt>
                <c:pt idx="2373">
                  <c:v>843</c:v>
                </c:pt>
                <c:pt idx="2374">
                  <c:v>5815</c:v>
                </c:pt>
                <c:pt idx="2375">
                  <c:v>1327</c:v>
                </c:pt>
                <c:pt idx="2376">
                  <c:v>808</c:v>
                </c:pt>
                <c:pt idx="2377">
                  <c:v>764</c:v>
                </c:pt>
                <c:pt idx="2378">
                  <c:v>5972</c:v>
                </c:pt>
                <c:pt idx="2379">
                  <c:v>521</c:v>
                </c:pt>
                <c:pt idx="2380">
                  <c:v>1606</c:v>
                </c:pt>
                <c:pt idx="2381">
                  <c:v>3291</c:v>
                </c:pt>
                <c:pt idx="2382">
                  <c:v>2205</c:v>
                </c:pt>
                <c:pt idx="2383">
                  <c:v>799</c:v>
                </c:pt>
                <c:pt idx="2384">
                  <c:v>6189</c:v>
                </c:pt>
                <c:pt idx="2385">
                  <c:v>643</c:v>
                </c:pt>
                <c:pt idx="2386">
                  <c:v>1708</c:v>
                </c:pt>
                <c:pt idx="2387">
                  <c:v>9381</c:v>
                </c:pt>
                <c:pt idx="2388">
                  <c:v>16128</c:v>
                </c:pt>
                <c:pt idx="2389">
                  <c:v>2740</c:v>
                </c:pt>
                <c:pt idx="2390">
                  <c:v>12975</c:v>
                </c:pt>
                <c:pt idx="2391">
                  <c:v>1011</c:v>
                </c:pt>
                <c:pt idx="2392">
                  <c:v>685</c:v>
                </c:pt>
                <c:pt idx="2393">
                  <c:v>3384</c:v>
                </c:pt>
                <c:pt idx="2394">
                  <c:v>575</c:v>
                </c:pt>
                <c:pt idx="2395">
                  <c:v>4421</c:v>
                </c:pt>
                <c:pt idx="2396">
                  <c:v>1008</c:v>
                </c:pt>
                <c:pt idx="2397">
                  <c:v>2969</c:v>
                </c:pt>
                <c:pt idx="2398">
                  <c:v>959</c:v>
                </c:pt>
                <c:pt idx="2399">
                  <c:v>6733</c:v>
                </c:pt>
                <c:pt idx="2400">
                  <c:v>11267</c:v>
                </c:pt>
                <c:pt idx="2401">
                  <c:v>854</c:v>
                </c:pt>
                <c:pt idx="2402">
                  <c:v>1161</c:v>
                </c:pt>
                <c:pt idx="2403">
                  <c:v>866</c:v>
                </c:pt>
                <c:pt idx="2404">
                  <c:v>23430</c:v>
                </c:pt>
                <c:pt idx="2405">
                  <c:v>1010</c:v>
                </c:pt>
                <c:pt idx="2406">
                  <c:v>2520</c:v>
                </c:pt>
                <c:pt idx="2407">
                  <c:v>12943</c:v>
                </c:pt>
                <c:pt idx="2408">
                  <c:v>8430</c:v>
                </c:pt>
                <c:pt idx="2409">
                  <c:v>1566</c:v>
                </c:pt>
                <c:pt idx="2410">
                  <c:v>4771</c:v>
                </c:pt>
                <c:pt idx="2411">
                  <c:v>1965</c:v>
                </c:pt>
                <c:pt idx="2412">
                  <c:v>6873</c:v>
                </c:pt>
                <c:pt idx="2413">
                  <c:v>1998</c:v>
                </c:pt>
                <c:pt idx="2414">
                  <c:v>1132</c:v>
                </c:pt>
                <c:pt idx="2415">
                  <c:v>559</c:v>
                </c:pt>
                <c:pt idx="2416">
                  <c:v>43270</c:v>
                </c:pt>
                <c:pt idx="2417">
                  <c:v>4641</c:v>
                </c:pt>
                <c:pt idx="2418">
                  <c:v>9753</c:v>
                </c:pt>
                <c:pt idx="2419">
                  <c:v>1219</c:v>
                </c:pt>
                <c:pt idx="2420">
                  <c:v>4408</c:v>
                </c:pt>
                <c:pt idx="2421">
                  <c:v>1117</c:v>
                </c:pt>
                <c:pt idx="2422">
                  <c:v>13947</c:v>
                </c:pt>
                <c:pt idx="2423">
                  <c:v>2694</c:v>
                </c:pt>
                <c:pt idx="2424">
                  <c:v>1067</c:v>
                </c:pt>
                <c:pt idx="2425">
                  <c:v>1920</c:v>
                </c:pt>
                <c:pt idx="2426">
                  <c:v>2572</c:v>
                </c:pt>
                <c:pt idx="2427">
                  <c:v>2060</c:v>
                </c:pt>
                <c:pt idx="2428">
                  <c:v>2260</c:v>
                </c:pt>
                <c:pt idx="2429">
                  <c:v>704</c:v>
                </c:pt>
                <c:pt idx="2430">
                  <c:v>1244</c:v>
                </c:pt>
                <c:pt idx="2431">
                  <c:v>756</c:v>
                </c:pt>
                <c:pt idx="2432">
                  <c:v>1195</c:v>
                </c:pt>
                <c:pt idx="2433">
                  <c:v>3665</c:v>
                </c:pt>
                <c:pt idx="2434">
                  <c:v>3762</c:v>
                </c:pt>
                <c:pt idx="2435">
                  <c:v>1227</c:v>
                </c:pt>
                <c:pt idx="2436">
                  <c:v>4100</c:v>
                </c:pt>
                <c:pt idx="2437">
                  <c:v>2099</c:v>
                </c:pt>
                <c:pt idx="2438">
                  <c:v>1746</c:v>
                </c:pt>
                <c:pt idx="2439">
                  <c:v>1488</c:v>
                </c:pt>
                <c:pt idx="2440">
                  <c:v>1007</c:v>
                </c:pt>
                <c:pt idx="2441">
                  <c:v>518</c:v>
                </c:pt>
                <c:pt idx="2442">
                  <c:v>777</c:v>
                </c:pt>
                <c:pt idx="2443">
                  <c:v>814</c:v>
                </c:pt>
                <c:pt idx="2444">
                  <c:v>556</c:v>
                </c:pt>
                <c:pt idx="2445">
                  <c:v>539</c:v>
                </c:pt>
                <c:pt idx="2446">
                  <c:v>29689</c:v>
                </c:pt>
                <c:pt idx="2447">
                  <c:v>3441</c:v>
                </c:pt>
                <c:pt idx="2448">
                  <c:v>3170</c:v>
                </c:pt>
                <c:pt idx="2449">
                  <c:v>1896</c:v>
                </c:pt>
                <c:pt idx="2450">
                  <c:v>46417</c:v>
                </c:pt>
                <c:pt idx="2451">
                  <c:v>1288</c:v>
                </c:pt>
                <c:pt idx="2452">
                  <c:v>1055</c:v>
                </c:pt>
                <c:pt idx="2453">
                  <c:v>1213</c:v>
                </c:pt>
                <c:pt idx="2454">
                  <c:v>2243</c:v>
                </c:pt>
                <c:pt idx="2455">
                  <c:v>2995</c:v>
                </c:pt>
                <c:pt idx="2456">
                  <c:v>1169</c:v>
                </c:pt>
                <c:pt idx="2457">
                  <c:v>3981</c:v>
                </c:pt>
                <c:pt idx="2458">
                  <c:v>2143</c:v>
                </c:pt>
                <c:pt idx="2459">
                  <c:v>544</c:v>
                </c:pt>
                <c:pt idx="2460">
                  <c:v>4300</c:v>
                </c:pt>
                <c:pt idx="2461">
                  <c:v>50698</c:v>
                </c:pt>
                <c:pt idx="2462">
                  <c:v>3373</c:v>
                </c:pt>
                <c:pt idx="2463">
                  <c:v>1651</c:v>
                </c:pt>
                <c:pt idx="2464">
                  <c:v>1020</c:v>
                </c:pt>
                <c:pt idx="2465">
                  <c:v>990</c:v>
                </c:pt>
                <c:pt idx="2466">
                  <c:v>5077</c:v>
                </c:pt>
                <c:pt idx="2467">
                  <c:v>1441</c:v>
                </c:pt>
                <c:pt idx="2468">
                  <c:v>15181</c:v>
                </c:pt>
                <c:pt idx="2469">
                  <c:v>6316</c:v>
                </c:pt>
                <c:pt idx="2470">
                  <c:v>21921</c:v>
                </c:pt>
                <c:pt idx="2471">
                  <c:v>1006</c:v>
                </c:pt>
                <c:pt idx="2472">
                  <c:v>796</c:v>
                </c:pt>
                <c:pt idx="2473">
                  <c:v>5557</c:v>
                </c:pt>
                <c:pt idx="2474">
                  <c:v>940</c:v>
                </c:pt>
                <c:pt idx="2475">
                  <c:v>652</c:v>
                </c:pt>
                <c:pt idx="2476">
                  <c:v>1678</c:v>
                </c:pt>
                <c:pt idx="2477">
                  <c:v>1118</c:v>
                </c:pt>
                <c:pt idx="2478">
                  <c:v>85088</c:v>
                </c:pt>
                <c:pt idx="2479">
                  <c:v>182277</c:v>
                </c:pt>
                <c:pt idx="2480">
                  <c:v>1517</c:v>
                </c:pt>
                <c:pt idx="2481">
                  <c:v>30623</c:v>
                </c:pt>
                <c:pt idx="2482">
                  <c:v>528</c:v>
                </c:pt>
                <c:pt idx="2483">
                  <c:v>730</c:v>
                </c:pt>
                <c:pt idx="2484">
                  <c:v>517</c:v>
                </c:pt>
                <c:pt idx="2485">
                  <c:v>1184</c:v>
                </c:pt>
                <c:pt idx="2486">
                  <c:v>13574</c:v>
                </c:pt>
                <c:pt idx="2487">
                  <c:v>2191</c:v>
                </c:pt>
                <c:pt idx="2488">
                  <c:v>527</c:v>
                </c:pt>
                <c:pt idx="2489">
                  <c:v>6778</c:v>
                </c:pt>
                <c:pt idx="2490">
                  <c:v>13614</c:v>
                </c:pt>
                <c:pt idx="2491">
                  <c:v>3748</c:v>
                </c:pt>
                <c:pt idx="2492">
                  <c:v>2563</c:v>
                </c:pt>
                <c:pt idx="2493">
                  <c:v>1471</c:v>
                </c:pt>
                <c:pt idx="2494">
                  <c:v>11866</c:v>
                </c:pt>
                <c:pt idx="2495">
                  <c:v>9009</c:v>
                </c:pt>
                <c:pt idx="2496">
                  <c:v>1501</c:v>
                </c:pt>
                <c:pt idx="2497">
                  <c:v>10970</c:v>
                </c:pt>
                <c:pt idx="2498">
                  <c:v>84332</c:v>
                </c:pt>
                <c:pt idx="2499">
                  <c:v>709</c:v>
                </c:pt>
                <c:pt idx="2500">
                  <c:v>87849</c:v>
                </c:pt>
                <c:pt idx="2501">
                  <c:v>45496</c:v>
                </c:pt>
                <c:pt idx="2502">
                  <c:v>37450</c:v>
                </c:pt>
                <c:pt idx="2503">
                  <c:v>604</c:v>
                </c:pt>
                <c:pt idx="2504">
                  <c:v>506</c:v>
                </c:pt>
                <c:pt idx="2505">
                  <c:v>736</c:v>
                </c:pt>
                <c:pt idx="2506">
                  <c:v>1197</c:v>
                </c:pt>
                <c:pt idx="2507">
                  <c:v>18251</c:v>
                </c:pt>
                <c:pt idx="2508">
                  <c:v>977</c:v>
                </c:pt>
                <c:pt idx="2509">
                  <c:v>1052</c:v>
                </c:pt>
                <c:pt idx="2510">
                  <c:v>1628</c:v>
                </c:pt>
                <c:pt idx="2511">
                  <c:v>825</c:v>
                </c:pt>
                <c:pt idx="2512">
                  <c:v>4453</c:v>
                </c:pt>
                <c:pt idx="2513">
                  <c:v>2577</c:v>
                </c:pt>
                <c:pt idx="2514">
                  <c:v>48765</c:v>
                </c:pt>
                <c:pt idx="2515">
                  <c:v>1673</c:v>
                </c:pt>
                <c:pt idx="2516">
                  <c:v>4573</c:v>
                </c:pt>
                <c:pt idx="2517">
                  <c:v>3127</c:v>
                </c:pt>
                <c:pt idx="2518">
                  <c:v>606</c:v>
                </c:pt>
                <c:pt idx="2519">
                  <c:v>2784</c:v>
                </c:pt>
                <c:pt idx="2520">
                  <c:v>2292</c:v>
                </c:pt>
                <c:pt idx="2521">
                  <c:v>551</c:v>
                </c:pt>
                <c:pt idx="2522">
                  <c:v>5484</c:v>
                </c:pt>
                <c:pt idx="2523">
                  <c:v>3404</c:v>
                </c:pt>
                <c:pt idx="2524">
                  <c:v>1427</c:v>
                </c:pt>
                <c:pt idx="2525">
                  <c:v>1319</c:v>
                </c:pt>
                <c:pt idx="2526">
                  <c:v>1439</c:v>
                </c:pt>
                <c:pt idx="2527">
                  <c:v>1235</c:v>
                </c:pt>
                <c:pt idx="2528">
                  <c:v>883</c:v>
                </c:pt>
                <c:pt idx="2529">
                  <c:v>1092</c:v>
                </c:pt>
                <c:pt idx="2530">
                  <c:v>751</c:v>
                </c:pt>
                <c:pt idx="2531">
                  <c:v>1637</c:v>
                </c:pt>
                <c:pt idx="2532">
                  <c:v>521</c:v>
                </c:pt>
                <c:pt idx="2533">
                  <c:v>7233</c:v>
                </c:pt>
                <c:pt idx="2534">
                  <c:v>538</c:v>
                </c:pt>
                <c:pt idx="2535">
                  <c:v>11009</c:v>
                </c:pt>
                <c:pt idx="2536">
                  <c:v>21868</c:v>
                </c:pt>
                <c:pt idx="2537">
                  <c:v>2066</c:v>
                </c:pt>
                <c:pt idx="2538">
                  <c:v>2281</c:v>
                </c:pt>
                <c:pt idx="2539">
                  <c:v>2871</c:v>
                </c:pt>
                <c:pt idx="2540">
                  <c:v>651</c:v>
                </c:pt>
                <c:pt idx="2541">
                  <c:v>2040</c:v>
                </c:pt>
                <c:pt idx="2542">
                  <c:v>1000</c:v>
                </c:pt>
                <c:pt idx="2543">
                  <c:v>5071</c:v>
                </c:pt>
                <c:pt idx="2544">
                  <c:v>1808</c:v>
                </c:pt>
                <c:pt idx="2545">
                  <c:v>34509</c:v>
                </c:pt>
                <c:pt idx="2546">
                  <c:v>1705</c:v>
                </c:pt>
                <c:pt idx="2547">
                  <c:v>3013</c:v>
                </c:pt>
                <c:pt idx="2548">
                  <c:v>2570</c:v>
                </c:pt>
                <c:pt idx="2549">
                  <c:v>550</c:v>
                </c:pt>
                <c:pt idx="2550">
                  <c:v>1019</c:v>
                </c:pt>
                <c:pt idx="2551">
                  <c:v>1710</c:v>
                </c:pt>
                <c:pt idx="2552">
                  <c:v>4304</c:v>
                </c:pt>
                <c:pt idx="2553">
                  <c:v>1494</c:v>
                </c:pt>
                <c:pt idx="2554">
                  <c:v>569</c:v>
                </c:pt>
                <c:pt idx="2555">
                  <c:v>6000</c:v>
                </c:pt>
                <c:pt idx="2556">
                  <c:v>7692</c:v>
                </c:pt>
                <c:pt idx="2557">
                  <c:v>951</c:v>
                </c:pt>
                <c:pt idx="2558">
                  <c:v>806</c:v>
                </c:pt>
                <c:pt idx="2559">
                  <c:v>4892</c:v>
                </c:pt>
                <c:pt idx="2560">
                  <c:v>587</c:v>
                </c:pt>
                <c:pt idx="2561">
                  <c:v>1167</c:v>
                </c:pt>
                <c:pt idx="2562">
                  <c:v>7138</c:v>
                </c:pt>
                <c:pt idx="2563">
                  <c:v>699</c:v>
                </c:pt>
                <c:pt idx="2564">
                  <c:v>7866</c:v>
                </c:pt>
                <c:pt idx="2565">
                  <c:v>800</c:v>
                </c:pt>
                <c:pt idx="2566">
                  <c:v>1528</c:v>
                </c:pt>
                <c:pt idx="2567">
                  <c:v>714</c:v>
                </c:pt>
                <c:pt idx="2568">
                  <c:v>2170</c:v>
                </c:pt>
                <c:pt idx="2569">
                  <c:v>21460</c:v>
                </c:pt>
                <c:pt idx="2570">
                  <c:v>1183</c:v>
                </c:pt>
                <c:pt idx="2571">
                  <c:v>26058</c:v>
                </c:pt>
                <c:pt idx="2572">
                  <c:v>537</c:v>
                </c:pt>
                <c:pt idx="2573">
                  <c:v>578</c:v>
                </c:pt>
                <c:pt idx="2574">
                  <c:v>3811</c:v>
                </c:pt>
                <c:pt idx="2575">
                  <c:v>982</c:v>
                </c:pt>
                <c:pt idx="2576">
                  <c:v>38943</c:v>
                </c:pt>
                <c:pt idx="2577">
                  <c:v>960</c:v>
                </c:pt>
                <c:pt idx="2578">
                  <c:v>3237</c:v>
                </c:pt>
                <c:pt idx="2579">
                  <c:v>525</c:v>
                </c:pt>
                <c:pt idx="2580">
                  <c:v>1254</c:v>
                </c:pt>
                <c:pt idx="2581">
                  <c:v>1606</c:v>
                </c:pt>
                <c:pt idx="2582">
                  <c:v>892</c:v>
                </c:pt>
                <c:pt idx="2583">
                  <c:v>561</c:v>
                </c:pt>
                <c:pt idx="2584">
                  <c:v>991</c:v>
                </c:pt>
                <c:pt idx="2585">
                  <c:v>1018</c:v>
                </c:pt>
                <c:pt idx="2586">
                  <c:v>11439</c:v>
                </c:pt>
                <c:pt idx="2587">
                  <c:v>2766</c:v>
                </c:pt>
                <c:pt idx="2588">
                  <c:v>572</c:v>
                </c:pt>
                <c:pt idx="2589">
                  <c:v>4067</c:v>
                </c:pt>
                <c:pt idx="2590">
                  <c:v>857</c:v>
                </c:pt>
                <c:pt idx="2591">
                  <c:v>109574</c:v>
                </c:pt>
                <c:pt idx="2592">
                  <c:v>734</c:v>
                </c:pt>
                <c:pt idx="2593">
                  <c:v>202021</c:v>
                </c:pt>
                <c:pt idx="2594">
                  <c:v>681</c:v>
                </c:pt>
                <c:pt idx="2595">
                  <c:v>542</c:v>
                </c:pt>
                <c:pt idx="2596">
                  <c:v>2257</c:v>
                </c:pt>
                <c:pt idx="2597">
                  <c:v>1800</c:v>
                </c:pt>
                <c:pt idx="2598">
                  <c:v>530</c:v>
                </c:pt>
                <c:pt idx="2599">
                  <c:v>38496</c:v>
                </c:pt>
                <c:pt idx="2600">
                  <c:v>7684</c:v>
                </c:pt>
                <c:pt idx="2601">
                  <c:v>13952</c:v>
                </c:pt>
                <c:pt idx="2602">
                  <c:v>1123</c:v>
                </c:pt>
                <c:pt idx="2603">
                  <c:v>65666</c:v>
                </c:pt>
                <c:pt idx="2604">
                  <c:v>998</c:v>
                </c:pt>
                <c:pt idx="2605">
                  <c:v>587</c:v>
                </c:pt>
                <c:pt idx="2606">
                  <c:v>4278</c:v>
                </c:pt>
                <c:pt idx="2607">
                  <c:v>13536</c:v>
                </c:pt>
                <c:pt idx="2608">
                  <c:v>968</c:v>
                </c:pt>
                <c:pt idx="2609">
                  <c:v>2367</c:v>
                </c:pt>
                <c:pt idx="2610">
                  <c:v>65046</c:v>
                </c:pt>
                <c:pt idx="2611">
                  <c:v>6390</c:v>
                </c:pt>
                <c:pt idx="2612">
                  <c:v>923</c:v>
                </c:pt>
                <c:pt idx="2613">
                  <c:v>2175</c:v>
                </c:pt>
                <c:pt idx="2614">
                  <c:v>535</c:v>
                </c:pt>
                <c:pt idx="2615">
                  <c:v>590</c:v>
                </c:pt>
                <c:pt idx="2616">
                  <c:v>2753</c:v>
                </c:pt>
                <c:pt idx="2617">
                  <c:v>1285</c:v>
                </c:pt>
                <c:pt idx="2618">
                  <c:v>4438</c:v>
                </c:pt>
                <c:pt idx="2619">
                  <c:v>1908</c:v>
                </c:pt>
                <c:pt idx="2620">
                  <c:v>861</c:v>
                </c:pt>
                <c:pt idx="2621">
                  <c:v>1925</c:v>
                </c:pt>
                <c:pt idx="2622">
                  <c:v>87836</c:v>
                </c:pt>
                <c:pt idx="2623">
                  <c:v>662</c:v>
                </c:pt>
                <c:pt idx="2624">
                  <c:v>4109</c:v>
                </c:pt>
                <c:pt idx="2625">
                  <c:v>1422</c:v>
                </c:pt>
                <c:pt idx="2626">
                  <c:v>3237</c:v>
                </c:pt>
                <c:pt idx="2627">
                  <c:v>2651</c:v>
                </c:pt>
                <c:pt idx="2628">
                  <c:v>1345</c:v>
                </c:pt>
                <c:pt idx="2629">
                  <c:v>1098</c:v>
                </c:pt>
                <c:pt idx="2630">
                  <c:v>2958</c:v>
                </c:pt>
                <c:pt idx="2631">
                  <c:v>3071</c:v>
                </c:pt>
                <c:pt idx="2632">
                  <c:v>535</c:v>
                </c:pt>
                <c:pt idx="2633">
                  <c:v>691</c:v>
                </c:pt>
                <c:pt idx="2634">
                  <c:v>26682</c:v>
                </c:pt>
                <c:pt idx="2635">
                  <c:v>1945</c:v>
                </c:pt>
                <c:pt idx="2636">
                  <c:v>8040</c:v>
                </c:pt>
                <c:pt idx="2637">
                  <c:v>3297</c:v>
                </c:pt>
                <c:pt idx="2638">
                  <c:v>10763</c:v>
                </c:pt>
                <c:pt idx="2639">
                  <c:v>3257</c:v>
                </c:pt>
                <c:pt idx="2640">
                  <c:v>640</c:v>
                </c:pt>
                <c:pt idx="2641">
                  <c:v>560</c:v>
                </c:pt>
                <c:pt idx="2642">
                  <c:v>533</c:v>
                </c:pt>
                <c:pt idx="2643">
                  <c:v>36019</c:v>
                </c:pt>
                <c:pt idx="2644">
                  <c:v>1050</c:v>
                </c:pt>
                <c:pt idx="2645">
                  <c:v>1520</c:v>
                </c:pt>
                <c:pt idx="2646">
                  <c:v>28116</c:v>
                </c:pt>
                <c:pt idx="2647">
                  <c:v>1548</c:v>
                </c:pt>
                <c:pt idx="2648">
                  <c:v>21539</c:v>
                </c:pt>
                <c:pt idx="2649">
                  <c:v>4058</c:v>
                </c:pt>
                <c:pt idx="2650">
                  <c:v>523</c:v>
                </c:pt>
                <c:pt idx="2651">
                  <c:v>761</c:v>
                </c:pt>
                <c:pt idx="2652">
                  <c:v>2256</c:v>
                </c:pt>
                <c:pt idx="2653">
                  <c:v>2328</c:v>
                </c:pt>
                <c:pt idx="2654">
                  <c:v>515</c:v>
                </c:pt>
                <c:pt idx="2655">
                  <c:v>2132</c:v>
                </c:pt>
                <c:pt idx="2656">
                  <c:v>562</c:v>
                </c:pt>
                <c:pt idx="2657">
                  <c:v>6184</c:v>
                </c:pt>
                <c:pt idx="2658">
                  <c:v>2840</c:v>
                </c:pt>
                <c:pt idx="2659">
                  <c:v>3058</c:v>
                </c:pt>
                <c:pt idx="2660">
                  <c:v>3490</c:v>
                </c:pt>
                <c:pt idx="2661">
                  <c:v>4284</c:v>
                </c:pt>
                <c:pt idx="2662">
                  <c:v>822</c:v>
                </c:pt>
                <c:pt idx="2663">
                  <c:v>1481</c:v>
                </c:pt>
                <c:pt idx="2664">
                  <c:v>9985</c:v>
                </c:pt>
                <c:pt idx="2665">
                  <c:v>835</c:v>
                </c:pt>
                <c:pt idx="2666">
                  <c:v>3097</c:v>
                </c:pt>
                <c:pt idx="2667">
                  <c:v>2993</c:v>
                </c:pt>
                <c:pt idx="2668">
                  <c:v>904</c:v>
                </c:pt>
                <c:pt idx="2669">
                  <c:v>2010</c:v>
                </c:pt>
                <c:pt idx="2670">
                  <c:v>1913</c:v>
                </c:pt>
                <c:pt idx="2671">
                  <c:v>572</c:v>
                </c:pt>
                <c:pt idx="2672">
                  <c:v>594</c:v>
                </c:pt>
                <c:pt idx="2673">
                  <c:v>73524</c:v>
                </c:pt>
                <c:pt idx="2674">
                  <c:v>12617</c:v>
                </c:pt>
                <c:pt idx="2675">
                  <c:v>691</c:v>
                </c:pt>
                <c:pt idx="2676">
                  <c:v>10432</c:v>
                </c:pt>
                <c:pt idx="2677">
                  <c:v>4681</c:v>
                </c:pt>
                <c:pt idx="2678">
                  <c:v>1162</c:v>
                </c:pt>
                <c:pt idx="2679">
                  <c:v>891</c:v>
                </c:pt>
                <c:pt idx="2680">
                  <c:v>2293</c:v>
                </c:pt>
                <c:pt idx="2681">
                  <c:v>13550</c:v>
                </c:pt>
                <c:pt idx="2682">
                  <c:v>601</c:v>
                </c:pt>
                <c:pt idx="2683">
                  <c:v>3570</c:v>
                </c:pt>
                <c:pt idx="2684">
                  <c:v>1841</c:v>
                </c:pt>
                <c:pt idx="2685">
                  <c:v>13538</c:v>
                </c:pt>
                <c:pt idx="2686">
                  <c:v>648</c:v>
                </c:pt>
                <c:pt idx="2687">
                  <c:v>66781</c:v>
                </c:pt>
                <c:pt idx="2688">
                  <c:v>548</c:v>
                </c:pt>
                <c:pt idx="2689">
                  <c:v>2917</c:v>
                </c:pt>
                <c:pt idx="2690">
                  <c:v>6141</c:v>
                </c:pt>
                <c:pt idx="2691">
                  <c:v>3134</c:v>
                </c:pt>
                <c:pt idx="2692">
                  <c:v>28047</c:v>
                </c:pt>
                <c:pt idx="2693">
                  <c:v>6331</c:v>
                </c:pt>
                <c:pt idx="2694">
                  <c:v>2660</c:v>
                </c:pt>
                <c:pt idx="2695">
                  <c:v>621</c:v>
                </c:pt>
                <c:pt idx="2696">
                  <c:v>1327</c:v>
                </c:pt>
                <c:pt idx="2697">
                  <c:v>1854</c:v>
                </c:pt>
                <c:pt idx="2698">
                  <c:v>30974</c:v>
                </c:pt>
                <c:pt idx="2699">
                  <c:v>62716</c:v>
                </c:pt>
                <c:pt idx="2700">
                  <c:v>1793</c:v>
                </c:pt>
                <c:pt idx="2701">
                  <c:v>2125</c:v>
                </c:pt>
                <c:pt idx="2702">
                  <c:v>928</c:v>
                </c:pt>
                <c:pt idx="2703">
                  <c:v>7142</c:v>
                </c:pt>
                <c:pt idx="2704">
                  <c:v>14504</c:v>
                </c:pt>
                <c:pt idx="2705">
                  <c:v>2021</c:v>
                </c:pt>
                <c:pt idx="2706">
                  <c:v>1679</c:v>
                </c:pt>
                <c:pt idx="2707">
                  <c:v>1199</c:v>
                </c:pt>
                <c:pt idx="2708">
                  <c:v>11962</c:v>
                </c:pt>
                <c:pt idx="2709">
                  <c:v>2014</c:v>
                </c:pt>
                <c:pt idx="2710">
                  <c:v>532</c:v>
                </c:pt>
                <c:pt idx="2711">
                  <c:v>39516</c:v>
                </c:pt>
                <c:pt idx="2712">
                  <c:v>3108</c:v>
                </c:pt>
                <c:pt idx="2713">
                  <c:v>29364</c:v>
                </c:pt>
                <c:pt idx="2714">
                  <c:v>921</c:v>
                </c:pt>
                <c:pt idx="2715">
                  <c:v>54901</c:v>
                </c:pt>
                <c:pt idx="2716">
                  <c:v>11951</c:v>
                </c:pt>
                <c:pt idx="2717">
                  <c:v>20506</c:v>
                </c:pt>
                <c:pt idx="2718">
                  <c:v>864</c:v>
                </c:pt>
                <c:pt idx="2719">
                  <c:v>6914</c:v>
                </c:pt>
                <c:pt idx="2720">
                  <c:v>1153</c:v>
                </c:pt>
                <c:pt idx="2721">
                  <c:v>2637</c:v>
                </c:pt>
                <c:pt idx="2722">
                  <c:v>2149</c:v>
                </c:pt>
                <c:pt idx="2723">
                  <c:v>1284</c:v>
                </c:pt>
                <c:pt idx="2724">
                  <c:v>846</c:v>
                </c:pt>
                <c:pt idx="2725">
                  <c:v>2957</c:v>
                </c:pt>
                <c:pt idx="2726">
                  <c:v>9793</c:v>
                </c:pt>
                <c:pt idx="2727">
                  <c:v>738</c:v>
                </c:pt>
                <c:pt idx="2728">
                  <c:v>3230</c:v>
                </c:pt>
                <c:pt idx="2729">
                  <c:v>2031</c:v>
                </c:pt>
                <c:pt idx="2730">
                  <c:v>16212</c:v>
                </c:pt>
                <c:pt idx="2731">
                  <c:v>7469</c:v>
                </c:pt>
                <c:pt idx="2732">
                  <c:v>122549</c:v>
                </c:pt>
                <c:pt idx="2733">
                  <c:v>1566</c:v>
                </c:pt>
                <c:pt idx="2734">
                  <c:v>1090</c:v>
                </c:pt>
                <c:pt idx="2735">
                  <c:v>641</c:v>
                </c:pt>
                <c:pt idx="2736">
                  <c:v>1343</c:v>
                </c:pt>
                <c:pt idx="2737">
                  <c:v>23900</c:v>
                </c:pt>
                <c:pt idx="2738">
                  <c:v>4773</c:v>
                </c:pt>
                <c:pt idx="2739">
                  <c:v>21986</c:v>
                </c:pt>
                <c:pt idx="2740">
                  <c:v>545</c:v>
                </c:pt>
                <c:pt idx="2741">
                  <c:v>15929</c:v>
                </c:pt>
                <c:pt idx="2742">
                  <c:v>4472</c:v>
                </c:pt>
                <c:pt idx="2743">
                  <c:v>1266</c:v>
                </c:pt>
                <c:pt idx="2744">
                  <c:v>4356</c:v>
                </c:pt>
                <c:pt idx="2745">
                  <c:v>945</c:v>
                </c:pt>
                <c:pt idx="2746">
                  <c:v>5822</c:v>
                </c:pt>
                <c:pt idx="2747">
                  <c:v>8414</c:v>
                </c:pt>
                <c:pt idx="2748">
                  <c:v>1274</c:v>
                </c:pt>
                <c:pt idx="2749">
                  <c:v>27627</c:v>
                </c:pt>
                <c:pt idx="2750">
                  <c:v>4416</c:v>
                </c:pt>
                <c:pt idx="2751">
                  <c:v>2915</c:v>
                </c:pt>
                <c:pt idx="2752">
                  <c:v>985</c:v>
                </c:pt>
                <c:pt idx="2753">
                  <c:v>1593</c:v>
                </c:pt>
                <c:pt idx="2754">
                  <c:v>584</c:v>
                </c:pt>
                <c:pt idx="2755">
                  <c:v>26958</c:v>
                </c:pt>
                <c:pt idx="2756">
                  <c:v>1635</c:v>
                </c:pt>
                <c:pt idx="2757">
                  <c:v>21933</c:v>
                </c:pt>
                <c:pt idx="2758">
                  <c:v>7810</c:v>
                </c:pt>
                <c:pt idx="2759">
                  <c:v>1580</c:v>
                </c:pt>
                <c:pt idx="2760">
                  <c:v>710</c:v>
                </c:pt>
                <c:pt idx="2761">
                  <c:v>654</c:v>
                </c:pt>
                <c:pt idx="2762">
                  <c:v>877</c:v>
                </c:pt>
                <c:pt idx="2763">
                  <c:v>2494</c:v>
                </c:pt>
                <c:pt idx="2764">
                  <c:v>4735</c:v>
                </c:pt>
                <c:pt idx="2765">
                  <c:v>643</c:v>
                </c:pt>
                <c:pt idx="2766">
                  <c:v>975</c:v>
                </c:pt>
                <c:pt idx="2767">
                  <c:v>248220</c:v>
                </c:pt>
                <c:pt idx="2768">
                  <c:v>3940</c:v>
                </c:pt>
                <c:pt idx="2769">
                  <c:v>2174</c:v>
                </c:pt>
                <c:pt idx="2770">
                  <c:v>1505</c:v>
                </c:pt>
                <c:pt idx="2771">
                  <c:v>628</c:v>
                </c:pt>
                <c:pt idx="2772">
                  <c:v>6093</c:v>
                </c:pt>
                <c:pt idx="2773">
                  <c:v>538</c:v>
                </c:pt>
                <c:pt idx="2774">
                  <c:v>682</c:v>
                </c:pt>
                <c:pt idx="2775">
                  <c:v>502</c:v>
                </c:pt>
                <c:pt idx="2776">
                  <c:v>3739</c:v>
                </c:pt>
                <c:pt idx="2777">
                  <c:v>1296</c:v>
                </c:pt>
                <c:pt idx="2778">
                  <c:v>2986</c:v>
                </c:pt>
                <c:pt idx="2779">
                  <c:v>1417</c:v>
                </c:pt>
                <c:pt idx="2780">
                  <c:v>1716</c:v>
                </c:pt>
                <c:pt idx="2781">
                  <c:v>692</c:v>
                </c:pt>
                <c:pt idx="2782">
                  <c:v>1478</c:v>
                </c:pt>
                <c:pt idx="2783">
                  <c:v>1746</c:v>
                </c:pt>
                <c:pt idx="2784">
                  <c:v>4336</c:v>
                </c:pt>
                <c:pt idx="2785">
                  <c:v>635</c:v>
                </c:pt>
                <c:pt idx="2786">
                  <c:v>46961</c:v>
                </c:pt>
                <c:pt idx="2787">
                  <c:v>2646</c:v>
                </c:pt>
                <c:pt idx="2788">
                  <c:v>16924</c:v>
                </c:pt>
                <c:pt idx="2789">
                  <c:v>5695</c:v>
                </c:pt>
                <c:pt idx="2790">
                  <c:v>10756</c:v>
                </c:pt>
                <c:pt idx="2791">
                  <c:v>4620</c:v>
                </c:pt>
                <c:pt idx="2792">
                  <c:v>8953</c:v>
                </c:pt>
                <c:pt idx="2793">
                  <c:v>3857</c:v>
                </c:pt>
                <c:pt idx="2794">
                  <c:v>580</c:v>
                </c:pt>
                <c:pt idx="2795">
                  <c:v>2077</c:v>
                </c:pt>
                <c:pt idx="2796">
                  <c:v>966</c:v>
                </c:pt>
                <c:pt idx="2797">
                  <c:v>724</c:v>
                </c:pt>
                <c:pt idx="2798">
                  <c:v>3038</c:v>
                </c:pt>
                <c:pt idx="2799">
                  <c:v>30062</c:v>
                </c:pt>
                <c:pt idx="2800">
                  <c:v>843</c:v>
                </c:pt>
                <c:pt idx="2801">
                  <c:v>10043</c:v>
                </c:pt>
                <c:pt idx="2802">
                  <c:v>19720</c:v>
                </c:pt>
                <c:pt idx="2803">
                  <c:v>12512</c:v>
                </c:pt>
                <c:pt idx="2804">
                  <c:v>2607</c:v>
                </c:pt>
                <c:pt idx="2805">
                  <c:v>693</c:v>
                </c:pt>
                <c:pt idx="2806">
                  <c:v>1144</c:v>
                </c:pt>
                <c:pt idx="2807">
                  <c:v>1209</c:v>
                </c:pt>
                <c:pt idx="2808">
                  <c:v>26801</c:v>
                </c:pt>
                <c:pt idx="2809">
                  <c:v>3931</c:v>
                </c:pt>
                <c:pt idx="2810">
                  <c:v>2460</c:v>
                </c:pt>
                <c:pt idx="2811">
                  <c:v>6431</c:v>
                </c:pt>
                <c:pt idx="2812">
                  <c:v>698</c:v>
                </c:pt>
                <c:pt idx="2813">
                  <c:v>843</c:v>
                </c:pt>
                <c:pt idx="2814">
                  <c:v>11884</c:v>
                </c:pt>
                <c:pt idx="2815">
                  <c:v>1194</c:v>
                </c:pt>
                <c:pt idx="2816">
                  <c:v>4483</c:v>
                </c:pt>
                <c:pt idx="2817">
                  <c:v>21543</c:v>
                </c:pt>
                <c:pt idx="2818">
                  <c:v>6537</c:v>
                </c:pt>
                <c:pt idx="2819">
                  <c:v>52942</c:v>
                </c:pt>
                <c:pt idx="2820">
                  <c:v>874</c:v>
                </c:pt>
                <c:pt idx="2821">
                  <c:v>1978</c:v>
                </c:pt>
                <c:pt idx="2822">
                  <c:v>4602</c:v>
                </c:pt>
                <c:pt idx="2823">
                  <c:v>1443</c:v>
                </c:pt>
                <c:pt idx="2824">
                  <c:v>1692</c:v>
                </c:pt>
                <c:pt idx="2825">
                  <c:v>1969</c:v>
                </c:pt>
                <c:pt idx="2826">
                  <c:v>6239</c:v>
                </c:pt>
                <c:pt idx="2827">
                  <c:v>614</c:v>
                </c:pt>
                <c:pt idx="2828">
                  <c:v>1336</c:v>
                </c:pt>
                <c:pt idx="2829">
                  <c:v>999</c:v>
                </c:pt>
                <c:pt idx="2830">
                  <c:v>1927</c:v>
                </c:pt>
                <c:pt idx="2831">
                  <c:v>1441</c:v>
                </c:pt>
                <c:pt idx="2832">
                  <c:v>1198</c:v>
                </c:pt>
                <c:pt idx="2833">
                  <c:v>851</c:v>
                </c:pt>
                <c:pt idx="2834">
                  <c:v>538</c:v>
                </c:pt>
                <c:pt idx="2835">
                  <c:v>132347</c:v>
                </c:pt>
                <c:pt idx="2836">
                  <c:v>11332</c:v>
                </c:pt>
                <c:pt idx="2837">
                  <c:v>1470</c:v>
                </c:pt>
                <c:pt idx="2838">
                  <c:v>890</c:v>
                </c:pt>
                <c:pt idx="2839">
                  <c:v>935</c:v>
                </c:pt>
                <c:pt idx="2840">
                  <c:v>2658</c:v>
                </c:pt>
                <c:pt idx="2841">
                  <c:v>73485</c:v>
                </c:pt>
                <c:pt idx="2842">
                  <c:v>6222</c:v>
                </c:pt>
                <c:pt idx="2843">
                  <c:v>8681</c:v>
                </c:pt>
                <c:pt idx="2844">
                  <c:v>669</c:v>
                </c:pt>
                <c:pt idx="2845">
                  <c:v>2823</c:v>
                </c:pt>
                <c:pt idx="2846">
                  <c:v>103144</c:v>
                </c:pt>
                <c:pt idx="2847">
                  <c:v>29126</c:v>
                </c:pt>
                <c:pt idx="2848">
                  <c:v>8158</c:v>
                </c:pt>
                <c:pt idx="2849">
                  <c:v>26502</c:v>
                </c:pt>
                <c:pt idx="2850">
                  <c:v>80604</c:v>
                </c:pt>
                <c:pt idx="2851">
                  <c:v>1976</c:v>
                </c:pt>
                <c:pt idx="2852">
                  <c:v>1338</c:v>
                </c:pt>
                <c:pt idx="2853">
                  <c:v>23811</c:v>
                </c:pt>
                <c:pt idx="2854">
                  <c:v>6534</c:v>
                </c:pt>
                <c:pt idx="2855">
                  <c:v>1028</c:v>
                </c:pt>
                <c:pt idx="2856">
                  <c:v>1577</c:v>
                </c:pt>
                <c:pt idx="2857">
                  <c:v>1976</c:v>
                </c:pt>
                <c:pt idx="2858">
                  <c:v>1544</c:v>
                </c:pt>
                <c:pt idx="2859">
                  <c:v>948</c:v>
                </c:pt>
                <c:pt idx="2860">
                  <c:v>807</c:v>
                </c:pt>
                <c:pt idx="2861">
                  <c:v>8394</c:v>
                </c:pt>
                <c:pt idx="2862">
                  <c:v>3241</c:v>
                </c:pt>
                <c:pt idx="2863">
                  <c:v>523</c:v>
                </c:pt>
                <c:pt idx="2864">
                  <c:v>30920</c:v>
                </c:pt>
                <c:pt idx="2865">
                  <c:v>1290</c:v>
                </c:pt>
                <c:pt idx="2866">
                  <c:v>37254</c:v>
                </c:pt>
                <c:pt idx="2867">
                  <c:v>997</c:v>
                </c:pt>
                <c:pt idx="2868">
                  <c:v>2722</c:v>
                </c:pt>
                <c:pt idx="2869">
                  <c:v>994979</c:v>
                </c:pt>
                <c:pt idx="2870">
                  <c:v>3309</c:v>
                </c:pt>
                <c:pt idx="2871">
                  <c:v>4232</c:v>
                </c:pt>
                <c:pt idx="2872">
                  <c:v>1065</c:v>
                </c:pt>
                <c:pt idx="2873">
                  <c:v>1015</c:v>
                </c:pt>
                <c:pt idx="2874">
                  <c:v>1348</c:v>
                </c:pt>
                <c:pt idx="2875">
                  <c:v>805</c:v>
                </c:pt>
                <c:pt idx="2876">
                  <c:v>1458</c:v>
                </c:pt>
                <c:pt idx="2877">
                  <c:v>10317</c:v>
                </c:pt>
                <c:pt idx="2878">
                  <c:v>806</c:v>
                </c:pt>
                <c:pt idx="2879">
                  <c:v>7604</c:v>
                </c:pt>
                <c:pt idx="2880">
                  <c:v>1115</c:v>
                </c:pt>
                <c:pt idx="2881">
                  <c:v>1861</c:v>
                </c:pt>
                <c:pt idx="2882">
                  <c:v>535</c:v>
                </c:pt>
                <c:pt idx="2883">
                  <c:v>574</c:v>
                </c:pt>
                <c:pt idx="2884">
                  <c:v>3893</c:v>
                </c:pt>
                <c:pt idx="2885">
                  <c:v>935</c:v>
                </c:pt>
                <c:pt idx="2886">
                  <c:v>1477</c:v>
                </c:pt>
                <c:pt idx="2887">
                  <c:v>6171</c:v>
                </c:pt>
                <c:pt idx="2888">
                  <c:v>832</c:v>
                </c:pt>
                <c:pt idx="2889">
                  <c:v>1126</c:v>
                </c:pt>
                <c:pt idx="2890">
                  <c:v>1242</c:v>
                </c:pt>
                <c:pt idx="2891">
                  <c:v>708</c:v>
                </c:pt>
                <c:pt idx="2892">
                  <c:v>28339</c:v>
                </c:pt>
                <c:pt idx="2893">
                  <c:v>701</c:v>
                </c:pt>
                <c:pt idx="2894">
                  <c:v>3486</c:v>
                </c:pt>
                <c:pt idx="2895">
                  <c:v>617</c:v>
                </c:pt>
                <c:pt idx="2896">
                  <c:v>8853</c:v>
                </c:pt>
                <c:pt idx="2897">
                  <c:v>8200</c:v>
                </c:pt>
                <c:pt idx="2898">
                  <c:v>2812</c:v>
                </c:pt>
                <c:pt idx="2899">
                  <c:v>3536</c:v>
                </c:pt>
                <c:pt idx="2900">
                  <c:v>2175</c:v>
                </c:pt>
                <c:pt idx="2901">
                  <c:v>5005</c:v>
                </c:pt>
                <c:pt idx="2902">
                  <c:v>4568</c:v>
                </c:pt>
                <c:pt idx="2903">
                  <c:v>67952</c:v>
                </c:pt>
                <c:pt idx="2904">
                  <c:v>4363</c:v>
                </c:pt>
                <c:pt idx="2905">
                  <c:v>829</c:v>
                </c:pt>
                <c:pt idx="2906">
                  <c:v>719</c:v>
                </c:pt>
                <c:pt idx="2907">
                  <c:v>18644</c:v>
                </c:pt>
                <c:pt idx="2908">
                  <c:v>3211</c:v>
                </c:pt>
                <c:pt idx="2909">
                  <c:v>571</c:v>
                </c:pt>
                <c:pt idx="2910">
                  <c:v>21854</c:v>
                </c:pt>
                <c:pt idx="2911">
                  <c:v>575</c:v>
                </c:pt>
                <c:pt idx="2912">
                  <c:v>3278</c:v>
                </c:pt>
                <c:pt idx="2913">
                  <c:v>6813</c:v>
                </c:pt>
                <c:pt idx="2914">
                  <c:v>31678</c:v>
                </c:pt>
                <c:pt idx="2915">
                  <c:v>583</c:v>
                </c:pt>
                <c:pt idx="2916">
                  <c:v>1747</c:v>
                </c:pt>
                <c:pt idx="2917">
                  <c:v>3798</c:v>
                </c:pt>
                <c:pt idx="2918">
                  <c:v>520</c:v>
                </c:pt>
                <c:pt idx="2919">
                  <c:v>30805</c:v>
                </c:pt>
                <c:pt idx="2920">
                  <c:v>542</c:v>
                </c:pt>
                <c:pt idx="2921">
                  <c:v>732</c:v>
                </c:pt>
                <c:pt idx="2922">
                  <c:v>9273</c:v>
                </c:pt>
                <c:pt idx="2923">
                  <c:v>324927</c:v>
                </c:pt>
                <c:pt idx="2924">
                  <c:v>996</c:v>
                </c:pt>
                <c:pt idx="2925">
                  <c:v>4665</c:v>
                </c:pt>
                <c:pt idx="2926">
                  <c:v>1732</c:v>
                </c:pt>
                <c:pt idx="2927">
                  <c:v>2149</c:v>
                </c:pt>
                <c:pt idx="2928">
                  <c:v>12940</c:v>
                </c:pt>
                <c:pt idx="2929">
                  <c:v>1408</c:v>
                </c:pt>
                <c:pt idx="2930">
                  <c:v>2558</c:v>
                </c:pt>
                <c:pt idx="2931">
                  <c:v>4365</c:v>
                </c:pt>
                <c:pt idx="2932">
                  <c:v>2729</c:v>
                </c:pt>
                <c:pt idx="2933">
                  <c:v>20793</c:v>
                </c:pt>
                <c:pt idx="2934">
                  <c:v>162462</c:v>
                </c:pt>
                <c:pt idx="2935">
                  <c:v>79855</c:v>
                </c:pt>
                <c:pt idx="2936">
                  <c:v>18335</c:v>
                </c:pt>
                <c:pt idx="2937">
                  <c:v>21728</c:v>
                </c:pt>
                <c:pt idx="2938">
                  <c:v>1015</c:v>
                </c:pt>
                <c:pt idx="2939">
                  <c:v>1087</c:v>
                </c:pt>
                <c:pt idx="2940">
                  <c:v>3997</c:v>
                </c:pt>
                <c:pt idx="2941">
                  <c:v>689</c:v>
                </c:pt>
                <c:pt idx="2942">
                  <c:v>11160</c:v>
                </c:pt>
                <c:pt idx="2943">
                  <c:v>56666</c:v>
                </c:pt>
                <c:pt idx="2944">
                  <c:v>1822</c:v>
                </c:pt>
                <c:pt idx="2945">
                  <c:v>1827</c:v>
                </c:pt>
                <c:pt idx="2946">
                  <c:v>2726</c:v>
                </c:pt>
                <c:pt idx="2947">
                  <c:v>1188</c:v>
                </c:pt>
                <c:pt idx="2948">
                  <c:v>45782</c:v>
                </c:pt>
                <c:pt idx="2949">
                  <c:v>932</c:v>
                </c:pt>
                <c:pt idx="2950">
                  <c:v>1576</c:v>
                </c:pt>
                <c:pt idx="2951">
                  <c:v>3860</c:v>
                </c:pt>
                <c:pt idx="2952">
                  <c:v>1887</c:v>
                </c:pt>
                <c:pt idx="2953">
                  <c:v>12756</c:v>
                </c:pt>
                <c:pt idx="2954">
                  <c:v>2522</c:v>
                </c:pt>
                <c:pt idx="2955">
                  <c:v>32960</c:v>
                </c:pt>
                <c:pt idx="2956">
                  <c:v>4413</c:v>
                </c:pt>
                <c:pt idx="2957">
                  <c:v>10645</c:v>
                </c:pt>
                <c:pt idx="2958">
                  <c:v>1409</c:v>
                </c:pt>
                <c:pt idx="2959">
                  <c:v>25091</c:v>
                </c:pt>
                <c:pt idx="2960">
                  <c:v>210551</c:v>
                </c:pt>
                <c:pt idx="2961">
                  <c:v>2431</c:v>
                </c:pt>
                <c:pt idx="2962">
                  <c:v>15188</c:v>
                </c:pt>
                <c:pt idx="2963">
                  <c:v>2237</c:v>
                </c:pt>
                <c:pt idx="2964">
                  <c:v>4361</c:v>
                </c:pt>
                <c:pt idx="2965">
                  <c:v>3305</c:v>
                </c:pt>
                <c:pt idx="2966">
                  <c:v>112672</c:v>
                </c:pt>
                <c:pt idx="2967">
                  <c:v>8822</c:v>
                </c:pt>
                <c:pt idx="2968">
                  <c:v>1135</c:v>
                </c:pt>
                <c:pt idx="2969">
                  <c:v>1138</c:v>
                </c:pt>
                <c:pt idx="2970">
                  <c:v>9438</c:v>
                </c:pt>
                <c:pt idx="2971">
                  <c:v>13691</c:v>
                </c:pt>
                <c:pt idx="2972">
                  <c:v>622</c:v>
                </c:pt>
                <c:pt idx="2973">
                  <c:v>1079</c:v>
                </c:pt>
                <c:pt idx="2974">
                  <c:v>59382</c:v>
                </c:pt>
                <c:pt idx="2975">
                  <c:v>192821</c:v>
                </c:pt>
                <c:pt idx="2976">
                  <c:v>1033</c:v>
                </c:pt>
                <c:pt idx="2977">
                  <c:v>119858</c:v>
                </c:pt>
                <c:pt idx="2978">
                  <c:v>2914</c:v>
                </c:pt>
                <c:pt idx="2979">
                  <c:v>75995</c:v>
                </c:pt>
                <c:pt idx="2980">
                  <c:v>549</c:v>
                </c:pt>
                <c:pt idx="2981">
                  <c:v>1246</c:v>
                </c:pt>
                <c:pt idx="2982">
                  <c:v>2402</c:v>
                </c:pt>
                <c:pt idx="2983">
                  <c:v>604</c:v>
                </c:pt>
                <c:pt idx="2984">
                  <c:v>7154</c:v>
                </c:pt>
                <c:pt idx="2985">
                  <c:v>3877</c:v>
                </c:pt>
                <c:pt idx="2986">
                  <c:v>21799</c:v>
                </c:pt>
                <c:pt idx="2987">
                  <c:v>1657</c:v>
                </c:pt>
                <c:pt idx="2988">
                  <c:v>578</c:v>
                </c:pt>
                <c:pt idx="2989">
                  <c:v>1169</c:v>
                </c:pt>
                <c:pt idx="2990">
                  <c:v>1327</c:v>
                </c:pt>
                <c:pt idx="2991">
                  <c:v>4423</c:v>
                </c:pt>
                <c:pt idx="2992">
                  <c:v>1237</c:v>
                </c:pt>
                <c:pt idx="2993">
                  <c:v>1904</c:v>
                </c:pt>
                <c:pt idx="2994">
                  <c:v>987</c:v>
                </c:pt>
                <c:pt idx="2995">
                  <c:v>2321</c:v>
                </c:pt>
                <c:pt idx="2996">
                  <c:v>2841</c:v>
                </c:pt>
                <c:pt idx="2997">
                  <c:v>1721</c:v>
                </c:pt>
                <c:pt idx="2998">
                  <c:v>647</c:v>
                </c:pt>
                <c:pt idx="2999">
                  <c:v>970</c:v>
                </c:pt>
                <c:pt idx="3000">
                  <c:v>1825</c:v>
                </c:pt>
                <c:pt idx="3001">
                  <c:v>670</c:v>
                </c:pt>
                <c:pt idx="3002">
                  <c:v>9809</c:v>
                </c:pt>
                <c:pt idx="3003">
                  <c:v>547</c:v>
                </c:pt>
                <c:pt idx="3004">
                  <c:v>906</c:v>
                </c:pt>
                <c:pt idx="3005">
                  <c:v>73471</c:v>
                </c:pt>
                <c:pt idx="3006">
                  <c:v>13107</c:v>
                </c:pt>
                <c:pt idx="3007">
                  <c:v>714114</c:v>
                </c:pt>
                <c:pt idx="3008">
                  <c:v>1078</c:v>
                </c:pt>
                <c:pt idx="3009">
                  <c:v>5825</c:v>
                </c:pt>
                <c:pt idx="3010">
                  <c:v>1546</c:v>
                </c:pt>
                <c:pt idx="3011">
                  <c:v>19657</c:v>
                </c:pt>
                <c:pt idx="3012">
                  <c:v>2699</c:v>
                </c:pt>
                <c:pt idx="3013">
                  <c:v>50302</c:v>
                </c:pt>
                <c:pt idx="3014">
                  <c:v>642</c:v>
                </c:pt>
                <c:pt idx="3015">
                  <c:v>1603</c:v>
                </c:pt>
                <c:pt idx="3016">
                  <c:v>587</c:v>
                </c:pt>
                <c:pt idx="3017">
                  <c:v>7292</c:v>
                </c:pt>
                <c:pt idx="3018">
                  <c:v>38843</c:v>
                </c:pt>
                <c:pt idx="3019">
                  <c:v>1685</c:v>
                </c:pt>
                <c:pt idx="3020">
                  <c:v>2411</c:v>
                </c:pt>
                <c:pt idx="3021">
                  <c:v>1245</c:v>
                </c:pt>
                <c:pt idx="3022">
                  <c:v>1930</c:v>
                </c:pt>
                <c:pt idx="3023">
                  <c:v>5763</c:v>
                </c:pt>
                <c:pt idx="3024">
                  <c:v>610</c:v>
                </c:pt>
                <c:pt idx="3025">
                  <c:v>547</c:v>
                </c:pt>
                <c:pt idx="3026">
                  <c:v>587</c:v>
                </c:pt>
                <c:pt idx="3027">
                  <c:v>1529</c:v>
                </c:pt>
                <c:pt idx="3028">
                  <c:v>11863</c:v>
                </c:pt>
                <c:pt idx="3029">
                  <c:v>1250</c:v>
                </c:pt>
                <c:pt idx="3030">
                  <c:v>881</c:v>
                </c:pt>
                <c:pt idx="3031">
                  <c:v>2340</c:v>
                </c:pt>
                <c:pt idx="3032">
                  <c:v>656</c:v>
                </c:pt>
                <c:pt idx="3033">
                  <c:v>1041</c:v>
                </c:pt>
                <c:pt idx="3034">
                  <c:v>170727</c:v>
                </c:pt>
                <c:pt idx="3035">
                  <c:v>92333</c:v>
                </c:pt>
                <c:pt idx="3036">
                  <c:v>628</c:v>
                </c:pt>
                <c:pt idx="3037">
                  <c:v>22266</c:v>
                </c:pt>
                <c:pt idx="3038">
                  <c:v>2961</c:v>
                </c:pt>
                <c:pt idx="3039">
                  <c:v>684</c:v>
                </c:pt>
                <c:pt idx="3040">
                  <c:v>2180</c:v>
                </c:pt>
                <c:pt idx="3041">
                  <c:v>5148</c:v>
                </c:pt>
                <c:pt idx="3042">
                  <c:v>868</c:v>
                </c:pt>
                <c:pt idx="3043">
                  <c:v>12943</c:v>
                </c:pt>
                <c:pt idx="3044">
                  <c:v>7169</c:v>
                </c:pt>
                <c:pt idx="3045">
                  <c:v>3784</c:v>
                </c:pt>
                <c:pt idx="3046">
                  <c:v>1209</c:v>
                </c:pt>
                <c:pt idx="3047">
                  <c:v>2298</c:v>
                </c:pt>
                <c:pt idx="3048">
                  <c:v>705</c:v>
                </c:pt>
                <c:pt idx="3049">
                  <c:v>5373</c:v>
                </c:pt>
                <c:pt idx="3050">
                  <c:v>538</c:v>
                </c:pt>
                <c:pt idx="3051">
                  <c:v>97801</c:v>
                </c:pt>
                <c:pt idx="3052">
                  <c:v>665</c:v>
                </c:pt>
                <c:pt idx="3053">
                  <c:v>2958</c:v>
                </c:pt>
                <c:pt idx="3054">
                  <c:v>608</c:v>
                </c:pt>
                <c:pt idx="3055">
                  <c:v>31742</c:v>
                </c:pt>
                <c:pt idx="3056">
                  <c:v>3293</c:v>
                </c:pt>
                <c:pt idx="3057">
                  <c:v>2709</c:v>
                </c:pt>
                <c:pt idx="3058">
                  <c:v>5643</c:v>
                </c:pt>
                <c:pt idx="3059">
                  <c:v>527</c:v>
                </c:pt>
                <c:pt idx="3060">
                  <c:v>1323</c:v>
                </c:pt>
                <c:pt idx="3061">
                  <c:v>644</c:v>
                </c:pt>
                <c:pt idx="3062">
                  <c:v>4011</c:v>
                </c:pt>
                <c:pt idx="3063">
                  <c:v>1029</c:v>
                </c:pt>
                <c:pt idx="3064">
                  <c:v>6277</c:v>
                </c:pt>
                <c:pt idx="3065">
                  <c:v>10959</c:v>
                </c:pt>
                <c:pt idx="3066">
                  <c:v>6167</c:v>
                </c:pt>
                <c:pt idx="3067">
                  <c:v>2861</c:v>
                </c:pt>
                <c:pt idx="3068">
                  <c:v>774</c:v>
                </c:pt>
                <c:pt idx="3069">
                  <c:v>2291</c:v>
                </c:pt>
                <c:pt idx="3070">
                  <c:v>3873</c:v>
                </c:pt>
                <c:pt idx="3071">
                  <c:v>1426</c:v>
                </c:pt>
                <c:pt idx="3072">
                  <c:v>27191</c:v>
                </c:pt>
                <c:pt idx="3073">
                  <c:v>1654</c:v>
                </c:pt>
                <c:pt idx="3074">
                  <c:v>1812</c:v>
                </c:pt>
                <c:pt idx="3075">
                  <c:v>1830</c:v>
                </c:pt>
                <c:pt idx="3076">
                  <c:v>7998</c:v>
                </c:pt>
                <c:pt idx="3077">
                  <c:v>8063</c:v>
                </c:pt>
                <c:pt idx="3078">
                  <c:v>950</c:v>
                </c:pt>
                <c:pt idx="3079">
                  <c:v>13681</c:v>
                </c:pt>
                <c:pt idx="3080">
                  <c:v>2557</c:v>
                </c:pt>
                <c:pt idx="3081">
                  <c:v>9371</c:v>
                </c:pt>
                <c:pt idx="3082">
                  <c:v>1905</c:v>
                </c:pt>
                <c:pt idx="3083">
                  <c:v>970</c:v>
                </c:pt>
                <c:pt idx="3084">
                  <c:v>1935</c:v>
                </c:pt>
                <c:pt idx="3085">
                  <c:v>48342</c:v>
                </c:pt>
                <c:pt idx="3086">
                  <c:v>2283</c:v>
                </c:pt>
                <c:pt idx="3087">
                  <c:v>29841</c:v>
                </c:pt>
                <c:pt idx="3088">
                  <c:v>677</c:v>
                </c:pt>
                <c:pt idx="3089">
                  <c:v>1367</c:v>
                </c:pt>
                <c:pt idx="3090">
                  <c:v>12952</c:v>
                </c:pt>
                <c:pt idx="3091">
                  <c:v>1718</c:v>
                </c:pt>
                <c:pt idx="3092">
                  <c:v>215209</c:v>
                </c:pt>
                <c:pt idx="3093">
                  <c:v>911</c:v>
                </c:pt>
                <c:pt idx="3094">
                  <c:v>1443</c:v>
                </c:pt>
                <c:pt idx="3095">
                  <c:v>593</c:v>
                </c:pt>
                <c:pt idx="3096">
                  <c:v>2231</c:v>
                </c:pt>
                <c:pt idx="3097">
                  <c:v>1048</c:v>
                </c:pt>
                <c:pt idx="3098">
                  <c:v>4861</c:v>
                </c:pt>
                <c:pt idx="3099">
                  <c:v>2871</c:v>
                </c:pt>
                <c:pt idx="3100">
                  <c:v>1300</c:v>
                </c:pt>
                <c:pt idx="3101">
                  <c:v>2931</c:v>
                </c:pt>
                <c:pt idx="3102">
                  <c:v>20988</c:v>
                </c:pt>
                <c:pt idx="3103">
                  <c:v>667</c:v>
                </c:pt>
                <c:pt idx="3104">
                  <c:v>1229</c:v>
                </c:pt>
                <c:pt idx="3105">
                  <c:v>33247</c:v>
                </c:pt>
                <c:pt idx="3106">
                  <c:v>1338</c:v>
                </c:pt>
                <c:pt idx="3107">
                  <c:v>1386</c:v>
                </c:pt>
                <c:pt idx="3108">
                  <c:v>5693</c:v>
                </c:pt>
                <c:pt idx="3109">
                  <c:v>638</c:v>
                </c:pt>
                <c:pt idx="3110">
                  <c:v>1373</c:v>
                </c:pt>
                <c:pt idx="3111">
                  <c:v>14983</c:v>
                </c:pt>
                <c:pt idx="3112">
                  <c:v>2995</c:v>
                </c:pt>
                <c:pt idx="3113">
                  <c:v>1538</c:v>
                </c:pt>
                <c:pt idx="3114">
                  <c:v>32563</c:v>
                </c:pt>
                <c:pt idx="3115">
                  <c:v>696</c:v>
                </c:pt>
                <c:pt idx="3116">
                  <c:v>30264</c:v>
                </c:pt>
                <c:pt idx="3117">
                  <c:v>3536</c:v>
                </c:pt>
                <c:pt idx="3118">
                  <c:v>951</c:v>
                </c:pt>
                <c:pt idx="3119">
                  <c:v>3279</c:v>
                </c:pt>
                <c:pt idx="3120">
                  <c:v>517</c:v>
                </c:pt>
                <c:pt idx="3121">
                  <c:v>569</c:v>
                </c:pt>
                <c:pt idx="3122">
                  <c:v>3778</c:v>
                </c:pt>
                <c:pt idx="3123">
                  <c:v>528</c:v>
                </c:pt>
                <c:pt idx="3124">
                  <c:v>8775</c:v>
                </c:pt>
                <c:pt idx="3125">
                  <c:v>1726</c:v>
                </c:pt>
                <c:pt idx="3126">
                  <c:v>7044</c:v>
                </c:pt>
                <c:pt idx="3127">
                  <c:v>71208</c:v>
                </c:pt>
                <c:pt idx="3128">
                  <c:v>1235</c:v>
                </c:pt>
                <c:pt idx="3129">
                  <c:v>625616</c:v>
                </c:pt>
                <c:pt idx="3130">
                  <c:v>1667</c:v>
                </c:pt>
                <c:pt idx="3131">
                  <c:v>11729</c:v>
                </c:pt>
                <c:pt idx="3132">
                  <c:v>624</c:v>
                </c:pt>
                <c:pt idx="3133">
                  <c:v>857</c:v>
                </c:pt>
                <c:pt idx="3134">
                  <c:v>1578</c:v>
                </c:pt>
                <c:pt idx="3135">
                  <c:v>6102</c:v>
                </c:pt>
                <c:pt idx="3136">
                  <c:v>793</c:v>
                </c:pt>
                <c:pt idx="3137">
                  <c:v>593</c:v>
                </c:pt>
                <c:pt idx="3138">
                  <c:v>500</c:v>
                </c:pt>
                <c:pt idx="3139">
                  <c:v>1090</c:v>
                </c:pt>
                <c:pt idx="3140">
                  <c:v>965</c:v>
                </c:pt>
                <c:pt idx="3141">
                  <c:v>758</c:v>
                </c:pt>
                <c:pt idx="3142">
                  <c:v>961</c:v>
                </c:pt>
                <c:pt idx="3143">
                  <c:v>838</c:v>
                </c:pt>
                <c:pt idx="3144">
                  <c:v>6199</c:v>
                </c:pt>
                <c:pt idx="3145">
                  <c:v>14394</c:v>
                </c:pt>
                <c:pt idx="3146">
                  <c:v>880</c:v>
                </c:pt>
                <c:pt idx="3147">
                  <c:v>2677</c:v>
                </c:pt>
                <c:pt idx="3148">
                  <c:v>1446</c:v>
                </c:pt>
                <c:pt idx="3149">
                  <c:v>6608</c:v>
                </c:pt>
                <c:pt idx="3150">
                  <c:v>1375</c:v>
                </c:pt>
                <c:pt idx="3151">
                  <c:v>25900</c:v>
                </c:pt>
                <c:pt idx="3152">
                  <c:v>26283</c:v>
                </c:pt>
                <c:pt idx="3153">
                  <c:v>20393</c:v>
                </c:pt>
                <c:pt idx="3154">
                  <c:v>569</c:v>
                </c:pt>
                <c:pt idx="3155">
                  <c:v>7375</c:v>
                </c:pt>
                <c:pt idx="3156">
                  <c:v>2962</c:v>
                </c:pt>
                <c:pt idx="3157">
                  <c:v>3167</c:v>
                </c:pt>
                <c:pt idx="3158">
                  <c:v>2748</c:v>
                </c:pt>
                <c:pt idx="3159">
                  <c:v>1173</c:v>
                </c:pt>
                <c:pt idx="3160">
                  <c:v>796</c:v>
                </c:pt>
                <c:pt idx="3161">
                  <c:v>3674</c:v>
                </c:pt>
                <c:pt idx="3162">
                  <c:v>1931</c:v>
                </c:pt>
                <c:pt idx="3163">
                  <c:v>12826</c:v>
                </c:pt>
                <c:pt idx="3164">
                  <c:v>913</c:v>
                </c:pt>
                <c:pt idx="3165">
                  <c:v>5792</c:v>
                </c:pt>
                <c:pt idx="3166">
                  <c:v>10712</c:v>
                </c:pt>
                <c:pt idx="3167">
                  <c:v>5439</c:v>
                </c:pt>
                <c:pt idx="3168">
                  <c:v>25338</c:v>
                </c:pt>
                <c:pt idx="3169">
                  <c:v>1005</c:v>
                </c:pt>
                <c:pt idx="3170">
                  <c:v>1124</c:v>
                </c:pt>
                <c:pt idx="3171">
                  <c:v>17308</c:v>
                </c:pt>
                <c:pt idx="3172">
                  <c:v>1002</c:v>
                </c:pt>
                <c:pt idx="3173">
                  <c:v>2159</c:v>
                </c:pt>
                <c:pt idx="3174">
                  <c:v>1155</c:v>
                </c:pt>
                <c:pt idx="3175">
                  <c:v>36638</c:v>
                </c:pt>
                <c:pt idx="3176">
                  <c:v>518</c:v>
                </c:pt>
                <c:pt idx="3177">
                  <c:v>4673</c:v>
                </c:pt>
                <c:pt idx="3178">
                  <c:v>13883</c:v>
                </c:pt>
                <c:pt idx="3179">
                  <c:v>623</c:v>
                </c:pt>
                <c:pt idx="3180">
                  <c:v>646</c:v>
                </c:pt>
                <c:pt idx="3181">
                  <c:v>45166</c:v>
                </c:pt>
                <c:pt idx="3182">
                  <c:v>23048</c:v>
                </c:pt>
                <c:pt idx="3183">
                  <c:v>52410</c:v>
                </c:pt>
                <c:pt idx="3184">
                  <c:v>774</c:v>
                </c:pt>
                <c:pt idx="3185">
                  <c:v>1670</c:v>
                </c:pt>
                <c:pt idx="3186">
                  <c:v>582</c:v>
                </c:pt>
                <c:pt idx="3187">
                  <c:v>9065</c:v>
                </c:pt>
                <c:pt idx="3188">
                  <c:v>1886</c:v>
                </c:pt>
                <c:pt idx="3189">
                  <c:v>584</c:v>
                </c:pt>
                <c:pt idx="3190">
                  <c:v>803</c:v>
                </c:pt>
                <c:pt idx="3191">
                  <c:v>2476</c:v>
                </c:pt>
                <c:pt idx="3192">
                  <c:v>4785</c:v>
                </c:pt>
                <c:pt idx="3193">
                  <c:v>9266</c:v>
                </c:pt>
                <c:pt idx="3194">
                  <c:v>922</c:v>
                </c:pt>
                <c:pt idx="3195">
                  <c:v>1107</c:v>
                </c:pt>
                <c:pt idx="3196">
                  <c:v>772</c:v>
                </c:pt>
                <c:pt idx="3197">
                  <c:v>5571</c:v>
                </c:pt>
                <c:pt idx="3198">
                  <c:v>1561</c:v>
                </c:pt>
                <c:pt idx="3199">
                  <c:v>38679</c:v>
                </c:pt>
                <c:pt idx="3200">
                  <c:v>2952</c:v>
                </c:pt>
                <c:pt idx="3201">
                  <c:v>2084</c:v>
                </c:pt>
                <c:pt idx="3202">
                  <c:v>1063</c:v>
                </c:pt>
                <c:pt idx="3203">
                  <c:v>747</c:v>
                </c:pt>
                <c:pt idx="3204">
                  <c:v>1610</c:v>
                </c:pt>
                <c:pt idx="3205">
                  <c:v>1202</c:v>
                </c:pt>
                <c:pt idx="3206">
                  <c:v>10080</c:v>
                </c:pt>
                <c:pt idx="3207">
                  <c:v>520</c:v>
                </c:pt>
                <c:pt idx="3208">
                  <c:v>501</c:v>
                </c:pt>
                <c:pt idx="3209">
                  <c:v>1907</c:v>
                </c:pt>
                <c:pt idx="3210">
                  <c:v>704</c:v>
                </c:pt>
                <c:pt idx="3211">
                  <c:v>1518</c:v>
                </c:pt>
                <c:pt idx="3212">
                  <c:v>3320</c:v>
                </c:pt>
                <c:pt idx="3213">
                  <c:v>537</c:v>
                </c:pt>
                <c:pt idx="3214">
                  <c:v>556</c:v>
                </c:pt>
                <c:pt idx="3215">
                  <c:v>575</c:v>
                </c:pt>
                <c:pt idx="3216">
                  <c:v>2911</c:v>
                </c:pt>
                <c:pt idx="3217">
                  <c:v>1853</c:v>
                </c:pt>
                <c:pt idx="3218">
                  <c:v>11628</c:v>
                </c:pt>
                <c:pt idx="3219">
                  <c:v>1135</c:v>
                </c:pt>
                <c:pt idx="3220">
                  <c:v>2899</c:v>
                </c:pt>
                <c:pt idx="3221">
                  <c:v>5259</c:v>
                </c:pt>
                <c:pt idx="3222">
                  <c:v>1742</c:v>
                </c:pt>
                <c:pt idx="3223">
                  <c:v>3240</c:v>
                </c:pt>
                <c:pt idx="3224">
                  <c:v>3266</c:v>
                </c:pt>
                <c:pt idx="3225">
                  <c:v>1258</c:v>
                </c:pt>
                <c:pt idx="3226">
                  <c:v>22769</c:v>
                </c:pt>
                <c:pt idx="3227">
                  <c:v>2384</c:v>
                </c:pt>
                <c:pt idx="3228">
                  <c:v>7666</c:v>
                </c:pt>
                <c:pt idx="3229">
                  <c:v>917</c:v>
                </c:pt>
                <c:pt idx="3230">
                  <c:v>5617</c:v>
                </c:pt>
                <c:pt idx="3231">
                  <c:v>6344</c:v>
                </c:pt>
                <c:pt idx="3232">
                  <c:v>531</c:v>
                </c:pt>
                <c:pt idx="3233">
                  <c:v>11496</c:v>
                </c:pt>
                <c:pt idx="3234">
                  <c:v>766</c:v>
                </c:pt>
                <c:pt idx="3235">
                  <c:v>505</c:v>
                </c:pt>
                <c:pt idx="3236">
                  <c:v>6129</c:v>
                </c:pt>
                <c:pt idx="3237">
                  <c:v>945</c:v>
                </c:pt>
                <c:pt idx="3238">
                  <c:v>909</c:v>
                </c:pt>
                <c:pt idx="3239">
                  <c:v>3819</c:v>
                </c:pt>
                <c:pt idx="3240">
                  <c:v>1089</c:v>
                </c:pt>
                <c:pt idx="3241">
                  <c:v>14322</c:v>
                </c:pt>
                <c:pt idx="3242">
                  <c:v>1331</c:v>
                </c:pt>
                <c:pt idx="3243">
                  <c:v>6833</c:v>
                </c:pt>
                <c:pt idx="3244">
                  <c:v>78477</c:v>
                </c:pt>
                <c:pt idx="3245">
                  <c:v>678</c:v>
                </c:pt>
                <c:pt idx="3246">
                  <c:v>103745</c:v>
                </c:pt>
                <c:pt idx="3247">
                  <c:v>930</c:v>
                </c:pt>
                <c:pt idx="3248">
                  <c:v>2732</c:v>
                </c:pt>
                <c:pt idx="3249">
                  <c:v>1546</c:v>
                </c:pt>
                <c:pt idx="3250">
                  <c:v>664</c:v>
                </c:pt>
                <c:pt idx="3251">
                  <c:v>10014</c:v>
                </c:pt>
                <c:pt idx="3252">
                  <c:v>840</c:v>
                </c:pt>
                <c:pt idx="3253">
                  <c:v>13900</c:v>
                </c:pt>
                <c:pt idx="3254">
                  <c:v>8865</c:v>
                </c:pt>
                <c:pt idx="3255">
                  <c:v>28579</c:v>
                </c:pt>
                <c:pt idx="3256">
                  <c:v>1242</c:v>
                </c:pt>
                <c:pt idx="3257">
                  <c:v>2817</c:v>
                </c:pt>
                <c:pt idx="3258">
                  <c:v>4684</c:v>
                </c:pt>
                <c:pt idx="3259">
                  <c:v>7601</c:v>
                </c:pt>
                <c:pt idx="3260">
                  <c:v>2602</c:v>
                </c:pt>
                <c:pt idx="3261">
                  <c:v>854</c:v>
                </c:pt>
                <c:pt idx="3262">
                  <c:v>1064</c:v>
                </c:pt>
                <c:pt idx="3263">
                  <c:v>1401</c:v>
                </c:pt>
                <c:pt idx="3264">
                  <c:v>6560</c:v>
                </c:pt>
                <c:pt idx="3265">
                  <c:v>733542</c:v>
                </c:pt>
                <c:pt idx="3266">
                  <c:v>2544</c:v>
                </c:pt>
                <c:pt idx="3267">
                  <c:v>1672</c:v>
                </c:pt>
                <c:pt idx="3268">
                  <c:v>1013</c:v>
                </c:pt>
                <c:pt idx="3269">
                  <c:v>9113</c:v>
                </c:pt>
                <c:pt idx="3270">
                  <c:v>840</c:v>
                </c:pt>
                <c:pt idx="3271">
                  <c:v>3987</c:v>
                </c:pt>
                <c:pt idx="3272">
                  <c:v>1321</c:v>
                </c:pt>
                <c:pt idx="3273">
                  <c:v>17097</c:v>
                </c:pt>
                <c:pt idx="3274">
                  <c:v>7784</c:v>
                </c:pt>
                <c:pt idx="3275">
                  <c:v>1366</c:v>
                </c:pt>
                <c:pt idx="3276">
                  <c:v>3351</c:v>
                </c:pt>
                <c:pt idx="3277">
                  <c:v>760662</c:v>
                </c:pt>
                <c:pt idx="3278">
                  <c:v>1205</c:v>
                </c:pt>
                <c:pt idx="3279">
                  <c:v>1882</c:v>
                </c:pt>
                <c:pt idx="3280">
                  <c:v>994</c:v>
                </c:pt>
                <c:pt idx="3281">
                  <c:v>732</c:v>
                </c:pt>
                <c:pt idx="3282">
                  <c:v>1936</c:v>
                </c:pt>
                <c:pt idx="3283">
                  <c:v>983</c:v>
                </c:pt>
                <c:pt idx="3284">
                  <c:v>737</c:v>
                </c:pt>
                <c:pt idx="3285">
                  <c:v>1560</c:v>
                </c:pt>
                <c:pt idx="3286">
                  <c:v>1125</c:v>
                </c:pt>
                <c:pt idx="3287">
                  <c:v>2705</c:v>
                </c:pt>
                <c:pt idx="3288">
                  <c:v>1541</c:v>
                </c:pt>
                <c:pt idx="3289">
                  <c:v>2717</c:v>
                </c:pt>
                <c:pt idx="3290">
                  <c:v>2889</c:v>
                </c:pt>
                <c:pt idx="3291">
                  <c:v>3995</c:v>
                </c:pt>
                <c:pt idx="3292">
                  <c:v>23401</c:v>
                </c:pt>
                <c:pt idx="3293">
                  <c:v>499.99999999999994</c:v>
                </c:pt>
                <c:pt idx="3294">
                  <c:v>561.0092271509814</c:v>
                </c:pt>
                <c:pt idx="3295">
                  <c:v>629.462705897083</c:v>
                </c:pt>
                <c:pt idx="3296">
                  <c:v>706.2687723113762</c:v>
                </c:pt>
                <c:pt idx="3297">
                  <c:v>792.4465962305553</c:v>
                </c:pt>
                <c:pt idx="3298">
                  <c:v>889.1397050194595</c:v>
                </c:pt>
                <c:pt idx="3299">
                  <c:v>997.6311574844373</c:v>
                </c:pt>
                <c:pt idx="3300">
                  <c:v>1119.3605692841666</c:v>
                </c:pt>
                <c:pt idx="3301">
                  <c:v>1255.9432157547858</c:v>
                </c:pt>
                <c:pt idx="3302">
                  <c:v>1409.1914656322215</c:v>
                </c:pt>
                <c:pt idx="3303">
                  <c:v>1581.138830084183</c:v>
                </c:pt>
                <c:pt idx="3304">
                  <c:v>1774.066946167869</c:v>
                </c:pt>
                <c:pt idx="3305">
                  <c:v>1990.5358527674762</c:v>
                </c:pt>
                <c:pt idx="3306">
                  <c:v>2233.4179607548035</c:v>
                </c:pt>
                <c:pt idx="3307">
                  <c:v>2505.9361681363466</c:v>
                </c:pt>
                <c:pt idx="3308">
                  <c:v>2811.706625951728</c:v>
                </c:pt>
                <c:pt idx="3309">
                  <c:v>3154.786722400945</c:v>
                </c:pt>
                <c:pt idx="3310">
                  <c:v>3539.7289219206646</c:v>
                </c:pt>
                <c:pt idx="3311">
                  <c:v>3971.6411736213777</c:v>
                </c:pt>
                <c:pt idx="3312">
                  <c:v>4456.254690668692</c:v>
                </c:pt>
                <c:pt idx="3313">
                  <c:v>4999.999999999958</c:v>
                </c:pt>
                <c:pt idx="3314">
                  <c:v>5610.092271509768</c:v>
                </c:pt>
                <c:pt idx="3315">
                  <c:v>6294.627058970778</c:v>
                </c:pt>
                <c:pt idx="3316">
                  <c:v>7062.687723113704</c:v>
                </c:pt>
                <c:pt idx="3317">
                  <c:v>7924.465962305489</c:v>
                </c:pt>
                <c:pt idx="3318">
                  <c:v>8891.397050194522</c:v>
                </c:pt>
                <c:pt idx="3319">
                  <c:v>9976.31157484429</c:v>
                </c:pt>
                <c:pt idx="3320">
                  <c:v>11193.605692841573</c:v>
                </c:pt>
                <c:pt idx="3321">
                  <c:v>12559.432157547755</c:v>
                </c:pt>
                <c:pt idx="3322">
                  <c:v>14091.9146563221</c:v>
                </c:pt>
                <c:pt idx="3323">
                  <c:v>15811.3883008417</c:v>
                </c:pt>
                <c:pt idx="3324">
                  <c:v>17740.669461678546</c:v>
                </c:pt>
                <c:pt idx="3325">
                  <c:v>19905.358527674598</c:v>
                </c:pt>
                <c:pt idx="3326">
                  <c:v>22334.17960754785</c:v>
                </c:pt>
                <c:pt idx="3327">
                  <c:v>25059.36168136326</c:v>
                </c:pt>
                <c:pt idx="3328">
                  <c:v>28117.066259517047</c:v>
                </c:pt>
                <c:pt idx="3329">
                  <c:v>31547.867224009195</c:v>
                </c:pt>
                <c:pt idx="3330">
                  <c:v>35397.28921920636</c:v>
                </c:pt>
                <c:pt idx="3331">
                  <c:v>39716.41173621345</c:v>
                </c:pt>
                <c:pt idx="3332">
                  <c:v>44562.54690668656</c:v>
                </c:pt>
                <c:pt idx="3333">
                  <c:v>49999.99999999917</c:v>
                </c:pt>
                <c:pt idx="3334">
                  <c:v>56100.92271509722</c:v>
                </c:pt>
                <c:pt idx="3335">
                  <c:v>62946.270589707274</c:v>
                </c:pt>
                <c:pt idx="3336">
                  <c:v>70626.87723113646</c:v>
                </c:pt>
                <c:pt idx="3337">
                  <c:v>79244.65962305423</c:v>
                </c:pt>
                <c:pt idx="3338">
                  <c:v>88913.97050194448</c:v>
                </c:pt>
                <c:pt idx="3339">
                  <c:v>99763.11574844208</c:v>
                </c:pt>
                <c:pt idx="3340">
                  <c:v>111936.05692841482</c:v>
                </c:pt>
                <c:pt idx="3341">
                  <c:v>125594.32157547653</c:v>
                </c:pt>
                <c:pt idx="3342">
                  <c:v>140919.14656321984</c:v>
                </c:pt>
                <c:pt idx="3343">
                  <c:v>158113.8830084157</c:v>
                </c:pt>
                <c:pt idx="3344">
                  <c:v>177406.694616784</c:v>
                </c:pt>
                <c:pt idx="3345">
                  <c:v>199053.58527674436</c:v>
                </c:pt>
                <c:pt idx="3346">
                  <c:v>223341.79607547668</c:v>
                </c:pt>
                <c:pt idx="3347">
                  <c:v>250593.61681363056</c:v>
                </c:pt>
                <c:pt idx="3348">
                  <c:v>281170.66259516816</c:v>
                </c:pt>
                <c:pt idx="3349">
                  <c:v>315478.67224008933</c:v>
                </c:pt>
                <c:pt idx="3350">
                  <c:v>353972.89219206065</c:v>
                </c:pt>
                <c:pt idx="3351">
                  <c:v>397164.11736213125</c:v>
                </c:pt>
                <c:pt idx="3352">
                  <c:v>445625.46906686196</c:v>
                </c:pt>
                <c:pt idx="3353">
                  <c:v>499999.99999998766</c:v>
                </c:pt>
                <c:pt idx="3354">
                  <c:v>561009.2271509677</c:v>
                </c:pt>
                <c:pt idx="3355">
                  <c:v>629462.7058970676</c:v>
                </c:pt>
                <c:pt idx="3356">
                  <c:v>706268.7723113588</c:v>
                </c:pt>
                <c:pt idx="3357">
                  <c:v>792446.5962305359</c:v>
                </c:pt>
                <c:pt idx="3358">
                  <c:v>889139.7050194377</c:v>
                </c:pt>
                <c:pt idx="3359">
                  <c:v>997631.1574844128</c:v>
                </c:pt>
                <c:pt idx="3360">
                  <c:v>1119360.569284139</c:v>
                </c:pt>
                <c:pt idx="3361">
                  <c:v>1255943.2157547548</c:v>
                </c:pt>
              </c:numCache>
            </c:numRef>
          </c:xVal>
          <c:yVal>
            <c:numRef>
              <c:f>Sheet1!$C$2:$C$3363</c:f>
              <c:numCache>
                <c:formatCode>General</c:formatCode>
                <c:ptCount val="3362"/>
                <c:pt idx="2469">
                  <c:v>359</c:v>
                </c:pt>
                <c:pt idx="2470">
                  <c:v>270</c:v>
                </c:pt>
                <c:pt idx="2471">
                  <c:v>13</c:v>
                </c:pt>
                <c:pt idx="2472">
                  <c:v>6</c:v>
                </c:pt>
                <c:pt idx="2473">
                  <c:v>1737</c:v>
                </c:pt>
                <c:pt idx="2474">
                  <c:v>27</c:v>
                </c:pt>
                <c:pt idx="2475">
                  <c:v>19</c:v>
                </c:pt>
                <c:pt idx="2476">
                  <c:v>79</c:v>
                </c:pt>
                <c:pt idx="2477">
                  <c:v>8</c:v>
                </c:pt>
                <c:pt idx="2478">
                  <c:v>2704</c:v>
                </c:pt>
                <c:pt idx="2479">
                  <c:v>15039</c:v>
                </c:pt>
                <c:pt idx="2480">
                  <c:v>29</c:v>
                </c:pt>
                <c:pt idx="2481">
                  <c:v>11467</c:v>
                </c:pt>
                <c:pt idx="2482">
                  <c:v>8</c:v>
                </c:pt>
                <c:pt idx="2483">
                  <c:v>76</c:v>
                </c:pt>
                <c:pt idx="2484">
                  <c:v>8</c:v>
                </c:pt>
                <c:pt idx="2485">
                  <c:v>9</c:v>
                </c:pt>
                <c:pt idx="2486">
                  <c:v>399</c:v>
                </c:pt>
                <c:pt idx="2487">
                  <c:v>60</c:v>
                </c:pt>
                <c:pt idx="2488">
                  <c:v>9</c:v>
                </c:pt>
                <c:pt idx="2489">
                  <c:v>111</c:v>
                </c:pt>
                <c:pt idx="2490">
                  <c:v>619</c:v>
                </c:pt>
                <c:pt idx="2491">
                  <c:v>59</c:v>
                </c:pt>
                <c:pt idx="2492">
                  <c:v>45</c:v>
                </c:pt>
                <c:pt idx="2493">
                  <c:v>100</c:v>
                </c:pt>
                <c:pt idx="2494">
                  <c:v>532</c:v>
                </c:pt>
                <c:pt idx="2495">
                  <c:v>238</c:v>
                </c:pt>
                <c:pt idx="2496">
                  <c:v>18</c:v>
                </c:pt>
                <c:pt idx="2497">
                  <c:v>355</c:v>
                </c:pt>
                <c:pt idx="2498">
                  <c:v>5224</c:v>
                </c:pt>
                <c:pt idx="2499">
                  <c:v>56</c:v>
                </c:pt>
                <c:pt idx="2500">
                  <c:v>2498</c:v>
                </c:pt>
                <c:pt idx="2501">
                  <c:v>1442</c:v>
                </c:pt>
                <c:pt idx="2502">
                  <c:v>2680</c:v>
                </c:pt>
                <c:pt idx="2503">
                  <c:v>8</c:v>
                </c:pt>
                <c:pt idx="2504">
                  <c:v>85</c:v>
                </c:pt>
                <c:pt idx="2505">
                  <c:v>11</c:v>
                </c:pt>
                <c:pt idx="2506">
                  <c:v>16</c:v>
                </c:pt>
                <c:pt idx="2507">
                  <c:v>1708</c:v>
                </c:pt>
                <c:pt idx="2508">
                  <c:v>10</c:v>
                </c:pt>
                <c:pt idx="2509">
                  <c:v>12</c:v>
                </c:pt>
                <c:pt idx="2510">
                  <c:v>70</c:v>
                </c:pt>
                <c:pt idx="2511">
                  <c:v>13</c:v>
                </c:pt>
                <c:pt idx="2512">
                  <c:v>72</c:v>
                </c:pt>
                <c:pt idx="2513">
                  <c:v>149</c:v>
                </c:pt>
                <c:pt idx="2514">
                  <c:v>2752</c:v>
                </c:pt>
                <c:pt idx="2515">
                  <c:v>34</c:v>
                </c:pt>
                <c:pt idx="2516">
                  <c:v>307</c:v>
                </c:pt>
                <c:pt idx="2517">
                  <c:v>80</c:v>
                </c:pt>
                <c:pt idx="2518">
                  <c:v>9</c:v>
                </c:pt>
                <c:pt idx="2519">
                  <c:v>40</c:v>
                </c:pt>
                <c:pt idx="2520">
                  <c:v>25</c:v>
                </c:pt>
                <c:pt idx="2521">
                  <c:v>4</c:v>
                </c:pt>
                <c:pt idx="2522">
                  <c:v>69</c:v>
                </c:pt>
                <c:pt idx="2523">
                  <c:v>88</c:v>
                </c:pt>
                <c:pt idx="2524">
                  <c:v>43</c:v>
                </c:pt>
                <c:pt idx="2525">
                  <c:v>37</c:v>
                </c:pt>
                <c:pt idx="2526">
                  <c:v>16</c:v>
                </c:pt>
                <c:pt idx="2527">
                  <c:v>10</c:v>
                </c:pt>
                <c:pt idx="2528">
                  <c:v>11</c:v>
                </c:pt>
                <c:pt idx="2529">
                  <c:v>11</c:v>
                </c:pt>
                <c:pt idx="2530">
                  <c:v>12</c:v>
                </c:pt>
                <c:pt idx="2531">
                  <c:v>20</c:v>
                </c:pt>
                <c:pt idx="2532">
                  <c:v>4</c:v>
                </c:pt>
                <c:pt idx="2533">
                  <c:v>426</c:v>
                </c:pt>
                <c:pt idx="2534">
                  <c:v>11</c:v>
                </c:pt>
                <c:pt idx="2535">
                  <c:v>606</c:v>
                </c:pt>
                <c:pt idx="2536">
                  <c:v>596</c:v>
                </c:pt>
                <c:pt idx="2537">
                  <c:v>40</c:v>
                </c:pt>
                <c:pt idx="2538">
                  <c:v>91</c:v>
                </c:pt>
                <c:pt idx="2539">
                  <c:v>145</c:v>
                </c:pt>
                <c:pt idx="2540">
                  <c:v>13</c:v>
                </c:pt>
                <c:pt idx="2541">
                  <c:v>71</c:v>
                </c:pt>
                <c:pt idx="2542">
                  <c:v>7</c:v>
                </c:pt>
                <c:pt idx="2543">
                  <c:v>568</c:v>
                </c:pt>
                <c:pt idx="2544">
                  <c:v>59</c:v>
                </c:pt>
                <c:pt idx="2545">
                  <c:v>1300</c:v>
                </c:pt>
                <c:pt idx="2546">
                  <c:v>27</c:v>
                </c:pt>
                <c:pt idx="2547">
                  <c:v>45</c:v>
                </c:pt>
                <c:pt idx="2548">
                  <c:v>40</c:v>
                </c:pt>
                <c:pt idx="2549">
                  <c:v>6</c:v>
                </c:pt>
                <c:pt idx="2550">
                  <c:v>76</c:v>
                </c:pt>
                <c:pt idx="2551">
                  <c:v>57</c:v>
                </c:pt>
                <c:pt idx="2552">
                  <c:v>145</c:v>
                </c:pt>
                <c:pt idx="2553">
                  <c:v>33</c:v>
                </c:pt>
                <c:pt idx="2554">
                  <c:v>22</c:v>
                </c:pt>
                <c:pt idx="2555">
                  <c:v>104</c:v>
                </c:pt>
                <c:pt idx="2556">
                  <c:v>249</c:v>
                </c:pt>
                <c:pt idx="2557">
                  <c:v>12</c:v>
                </c:pt>
                <c:pt idx="2558">
                  <c:v>6</c:v>
                </c:pt>
                <c:pt idx="2559">
                  <c:v>107</c:v>
                </c:pt>
                <c:pt idx="2560">
                  <c:v>8</c:v>
                </c:pt>
                <c:pt idx="2561">
                  <c:v>23</c:v>
                </c:pt>
                <c:pt idx="2562">
                  <c:v>115</c:v>
                </c:pt>
                <c:pt idx="2563">
                  <c:v>5</c:v>
                </c:pt>
                <c:pt idx="2564">
                  <c:v>228</c:v>
                </c:pt>
                <c:pt idx="2565">
                  <c:v>5</c:v>
                </c:pt>
                <c:pt idx="2566">
                  <c:v>97</c:v>
                </c:pt>
                <c:pt idx="2567">
                  <c:v>8</c:v>
                </c:pt>
                <c:pt idx="2568">
                  <c:v>104</c:v>
                </c:pt>
                <c:pt idx="2569">
                  <c:v>1743</c:v>
                </c:pt>
                <c:pt idx="2570">
                  <c:v>11</c:v>
                </c:pt>
                <c:pt idx="2571">
                  <c:v>1664</c:v>
                </c:pt>
                <c:pt idx="2572">
                  <c:v>4</c:v>
                </c:pt>
                <c:pt idx="2573">
                  <c:v>6</c:v>
                </c:pt>
                <c:pt idx="2574">
                  <c:v>175</c:v>
                </c:pt>
                <c:pt idx="2575">
                  <c:v>185</c:v>
                </c:pt>
                <c:pt idx="2576">
                  <c:v>1480</c:v>
                </c:pt>
                <c:pt idx="2577">
                  <c:v>199</c:v>
                </c:pt>
                <c:pt idx="2578">
                  <c:v>130</c:v>
                </c:pt>
                <c:pt idx="2579">
                  <c:v>26</c:v>
                </c:pt>
                <c:pt idx="2580">
                  <c:v>18</c:v>
                </c:pt>
                <c:pt idx="2581">
                  <c:v>75</c:v>
                </c:pt>
                <c:pt idx="2582">
                  <c:v>44</c:v>
                </c:pt>
                <c:pt idx="2583">
                  <c:v>8</c:v>
                </c:pt>
                <c:pt idx="2584">
                  <c:v>7</c:v>
                </c:pt>
                <c:pt idx="2585">
                  <c:v>13</c:v>
                </c:pt>
                <c:pt idx="2586">
                  <c:v>167</c:v>
                </c:pt>
                <c:pt idx="2587">
                  <c:v>68</c:v>
                </c:pt>
                <c:pt idx="2588">
                  <c:v>22</c:v>
                </c:pt>
                <c:pt idx="2589">
                  <c:v>78</c:v>
                </c:pt>
                <c:pt idx="2590">
                  <c:v>20</c:v>
                </c:pt>
                <c:pt idx="2591">
                  <c:v>5111</c:v>
                </c:pt>
                <c:pt idx="2592">
                  <c:v>6</c:v>
                </c:pt>
                <c:pt idx="2593">
                  <c:v>17356</c:v>
                </c:pt>
                <c:pt idx="2594">
                  <c:v>6</c:v>
                </c:pt>
                <c:pt idx="2595">
                  <c:v>10</c:v>
                </c:pt>
                <c:pt idx="2596">
                  <c:v>22</c:v>
                </c:pt>
                <c:pt idx="2597">
                  <c:v>17</c:v>
                </c:pt>
                <c:pt idx="2598">
                  <c:v>7</c:v>
                </c:pt>
                <c:pt idx="2599">
                  <c:v>1875</c:v>
                </c:pt>
                <c:pt idx="2600">
                  <c:v>183</c:v>
                </c:pt>
                <c:pt idx="2601">
                  <c:v>261</c:v>
                </c:pt>
                <c:pt idx="2602">
                  <c:v>19</c:v>
                </c:pt>
                <c:pt idx="2603">
                  <c:v>3246</c:v>
                </c:pt>
                <c:pt idx="2604">
                  <c:v>25</c:v>
                </c:pt>
                <c:pt idx="2605">
                  <c:v>15</c:v>
                </c:pt>
                <c:pt idx="2606">
                  <c:v>215</c:v>
                </c:pt>
                <c:pt idx="2607">
                  <c:v>423</c:v>
                </c:pt>
                <c:pt idx="2608">
                  <c:v>101</c:v>
                </c:pt>
                <c:pt idx="2609">
                  <c:v>69</c:v>
                </c:pt>
                <c:pt idx="2610">
                  <c:v>12342</c:v>
                </c:pt>
                <c:pt idx="2611">
                  <c:v>106</c:v>
                </c:pt>
                <c:pt idx="2612">
                  <c:v>13</c:v>
                </c:pt>
                <c:pt idx="2613">
                  <c:v>28</c:v>
                </c:pt>
                <c:pt idx="2614">
                  <c:v>3</c:v>
                </c:pt>
                <c:pt idx="2615">
                  <c:v>22</c:v>
                </c:pt>
                <c:pt idx="2616">
                  <c:v>59</c:v>
                </c:pt>
                <c:pt idx="2617">
                  <c:v>12</c:v>
                </c:pt>
                <c:pt idx="2618">
                  <c:v>207</c:v>
                </c:pt>
                <c:pt idx="2619">
                  <c:v>142</c:v>
                </c:pt>
                <c:pt idx="2620">
                  <c:v>11</c:v>
                </c:pt>
                <c:pt idx="2621">
                  <c:v>25</c:v>
                </c:pt>
                <c:pt idx="2622">
                  <c:v>3870</c:v>
                </c:pt>
                <c:pt idx="2623">
                  <c:v>6</c:v>
                </c:pt>
                <c:pt idx="2624">
                  <c:v>53</c:v>
                </c:pt>
                <c:pt idx="2625">
                  <c:v>41</c:v>
                </c:pt>
                <c:pt idx="2626">
                  <c:v>71</c:v>
                </c:pt>
                <c:pt idx="2627">
                  <c:v>25</c:v>
                </c:pt>
                <c:pt idx="2628">
                  <c:v>25</c:v>
                </c:pt>
                <c:pt idx="2629">
                  <c:v>50</c:v>
                </c:pt>
                <c:pt idx="2630">
                  <c:v>61</c:v>
                </c:pt>
                <c:pt idx="2631">
                  <c:v>39</c:v>
                </c:pt>
                <c:pt idx="2632">
                  <c:v>25</c:v>
                </c:pt>
                <c:pt idx="2633">
                  <c:v>13</c:v>
                </c:pt>
                <c:pt idx="2634">
                  <c:v>657</c:v>
                </c:pt>
                <c:pt idx="2635">
                  <c:v>21</c:v>
                </c:pt>
                <c:pt idx="2636">
                  <c:v>78</c:v>
                </c:pt>
                <c:pt idx="2637">
                  <c:v>34</c:v>
                </c:pt>
                <c:pt idx="2638">
                  <c:v>154</c:v>
                </c:pt>
                <c:pt idx="2639">
                  <c:v>66</c:v>
                </c:pt>
                <c:pt idx="2640">
                  <c:v>5</c:v>
                </c:pt>
                <c:pt idx="2641">
                  <c:v>3</c:v>
                </c:pt>
                <c:pt idx="2642">
                  <c:v>14</c:v>
                </c:pt>
                <c:pt idx="2643">
                  <c:v>1489</c:v>
                </c:pt>
                <c:pt idx="2644">
                  <c:v>13</c:v>
                </c:pt>
                <c:pt idx="2645">
                  <c:v>18</c:v>
                </c:pt>
                <c:pt idx="2646">
                  <c:v>3606</c:v>
                </c:pt>
                <c:pt idx="2647">
                  <c:v>39</c:v>
                </c:pt>
                <c:pt idx="2648">
                  <c:v>1055</c:v>
                </c:pt>
                <c:pt idx="2649">
                  <c:v>439</c:v>
                </c:pt>
                <c:pt idx="2650">
                  <c:v>7</c:v>
                </c:pt>
                <c:pt idx="2651">
                  <c:v>53</c:v>
                </c:pt>
                <c:pt idx="2652">
                  <c:v>89</c:v>
                </c:pt>
                <c:pt idx="2653">
                  <c:v>152</c:v>
                </c:pt>
                <c:pt idx="2654">
                  <c:v>4</c:v>
                </c:pt>
                <c:pt idx="2655">
                  <c:v>224</c:v>
                </c:pt>
                <c:pt idx="2656">
                  <c:v>5</c:v>
                </c:pt>
                <c:pt idx="2657">
                  <c:v>153</c:v>
                </c:pt>
                <c:pt idx="2658">
                  <c:v>27</c:v>
                </c:pt>
                <c:pt idx="2659">
                  <c:v>69</c:v>
                </c:pt>
                <c:pt idx="2660">
                  <c:v>92</c:v>
                </c:pt>
                <c:pt idx="2661">
                  <c:v>56</c:v>
                </c:pt>
                <c:pt idx="2662">
                  <c:v>21</c:v>
                </c:pt>
                <c:pt idx="2663">
                  <c:v>35</c:v>
                </c:pt>
                <c:pt idx="2664">
                  <c:v>507</c:v>
                </c:pt>
                <c:pt idx="2665">
                  <c:v>23</c:v>
                </c:pt>
                <c:pt idx="2666">
                  <c:v>43</c:v>
                </c:pt>
                <c:pt idx="2667">
                  <c:v>102</c:v>
                </c:pt>
                <c:pt idx="2668">
                  <c:v>11</c:v>
                </c:pt>
                <c:pt idx="2669">
                  <c:v>44</c:v>
                </c:pt>
                <c:pt idx="2670">
                  <c:v>136</c:v>
                </c:pt>
                <c:pt idx="2671">
                  <c:v>7</c:v>
                </c:pt>
                <c:pt idx="2672">
                  <c:v>44</c:v>
                </c:pt>
                <c:pt idx="2673">
                  <c:v>5393</c:v>
                </c:pt>
                <c:pt idx="2674">
                  <c:v>144</c:v>
                </c:pt>
                <c:pt idx="2675">
                  <c:v>17</c:v>
                </c:pt>
                <c:pt idx="2676">
                  <c:v>488</c:v>
                </c:pt>
                <c:pt idx="2677">
                  <c:v>302</c:v>
                </c:pt>
                <c:pt idx="2678">
                  <c:v>68</c:v>
                </c:pt>
                <c:pt idx="2679">
                  <c:v>8</c:v>
                </c:pt>
                <c:pt idx="2680">
                  <c:v>149</c:v>
                </c:pt>
                <c:pt idx="2681">
                  <c:v>688</c:v>
                </c:pt>
                <c:pt idx="2682">
                  <c:v>11</c:v>
                </c:pt>
                <c:pt idx="2683">
                  <c:v>69</c:v>
                </c:pt>
                <c:pt idx="2684">
                  <c:v>18</c:v>
                </c:pt>
                <c:pt idx="2685">
                  <c:v>551</c:v>
                </c:pt>
                <c:pt idx="2686">
                  <c:v>17</c:v>
                </c:pt>
                <c:pt idx="2687">
                  <c:v>2208</c:v>
                </c:pt>
                <c:pt idx="2688">
                  <c:v>5</c:v>
                </c:pt>
                <c:pt idx="2689">
                  <c:v>143</c:v>
                </c:pt>
                <c:pt idx="2690">
                  <c:v>326</c:v>
                </c:pt>
                <c:pt idx="2691">
                  <c:v>176</c:v>
                </c:pt>
                <c:pt idx="2692">
                  <c:v>904</c:v>
                </c:pt>
                <c:pt idx="2693">
                  <c:v>150</c:v>
                </c:pt>
                <c:pt idx="2694">
                  <c:v>55</c:v>
                </c:pt>
                <c:pt idx="2695">
                  <c:v>82</c:v>
                </c:pt>
                <c:pt idx="2696">
                  <c:v>12</c:v>
                </c:pt>
                <c:pt idx="2697">
                  <c:v>61</c:v>
                </c:pt>
                <c:pt idx="2698">
                  <c:v>1380</c:v>
                </c:pt>
                <c:pt idx="2699">
                  <c:v>1282</c:v>
                </c:pt>
                <c:pt idx="2700">
                  <c:v>43</c:v>
                </c:pt>
                <c:pt idx="2701">
                  <c:v>229</c:v>
                </c:pt>
                <c:pt idx="2702">
                  <c:v>16</c:v>
                </c:pt>
                <c:pt idx="2703">
                  <c:v>172</c:v>
                </c:pt>
                <c:pt idx="2704">
                  <c:v>510</c:v>
                </c:pt>
                <c:pt idx="2705">
                  <c:v>135</c:v>
                </c:pt>
                <c:pt idx="2706">
                  <c:v>17</c:v>
                </c:pt>
                <c:pt idx="2707">
                  <c:v>18</c:v>
                </c:pt>
                <c:pt idx="2708">
                  <c:v>765</c:v>
                </c:pt>
                <c:pt idx="2709">
                  <c:v>165</c:v>
                </c:pt>
                <c:pt idx="2710">
                  <c:v>27</c:v>
                </c:pt>
                <c:pt idx="2711">
                  <c:v>1605</c:v>
                </c:pt>
                <c:pt idx="2712">
                  <c:v>387</c:v>
                </c:pt>
                <c:pt idx="2713">
                  <c:v>620</c:v>
                </c:pt>
                <c:pt idx="2714">
                  <c:v>38</c:v>
                </c:pt>
                <c:pt idx="2715">
                  <c:v>1206</c:v>
                </c:pt>
                <c:pt idx="2716">
                  <c:v>358</c:v>
                </c:pt>
                <c:pt idx="2717">
                  <c:v>352</c:v>
                </c:pt>
                <c:pt idx="2718">
                  <c:v>12</c:v>
                </c:pt>
                <c:pt idx="2719">
                  <c:v>185</c:v>
                </c:pt>
                <c:pt idx="2720">
                  <c:v>13</c:v>
                </c:pt>
                <c:pt idx="2721">
                  <c:v>45</c:v>
                </c:pt>
                <c:pt idx="2722">
                  <c:v>53</c:v>
                </c:pt>
                <c:pt idx="2723">
                  <c:v>13</c:v>
                </c:pt>
                <c:pt idx="2724">
                  <c:v>100</c:v>
                </c:pt>
                <c:pt idx="2725">
                  <c:v>49</c:v>
                </c:pt>
                <c:pt idx="2726">
                  <c:v>193</c:v>
                </c:pt>
                <c:pt idx="2727">
                  <c:v>14</c:v>
                </c:pt>
                <c:pt idx="2728">
                  <c:v>69</c:v>
                </c:pt>
                <c:pt idx="2729">
                  <c:v>33</c:v>
                </c:pt>
                <c:pt idx="2730">
                  <c:v>403</c:v>
                </c:pt>
                <c:pt idx="2731">
                  <c:v>100</c:v>
                </c:pt>
                <c:pt idx="2732">
                  <c:v>8797</c:v>
                </c:pt>
                <c:pt idx="2733">
                  <c:v>51</c:v>
                </c:pt>
                <c:pt idx="2734">
                  <c:v>31</c:v>
                </c:pt>
                <c:pt idx="2735">
                  <c:v>5</c:v>
                </c:pt>
                <c:pt idx="2736">
                  <c:v>64</c:v>
                </c:pt>
                <c:pt idx="2737">
                  <c:v>1123</c:v>
                </c:pt>
                <c:pt idx="2738">
                  <c:v>274</c:v>
                </c:pt>
                <c:pt idx="2739">
                  <c:v>867</c:v>
                </c:pt>
                <c:pt idx="2740">
                  <c:v>11</c:v>
                </c:pt>
                <c:pt idx="2741">
                  <c:v>179</c:v>
                </c:pt>
                <c:pt idx="2742">
                  <c:v>74</c:v>
                </c:pt>
                <c:pt idx="2743">
                  <c:v>159</c:v>
                </c:pt>
                <c:pt idx="2744">
                  <c:v>126</c:v>
                </c:pt>
                <c:pt idx="2745">
                  <c:v>56</c:v>
                </c:pt>
                <c:pt idx="2746">
                  <c:v>269</c:v>
                </c:pt>
                <c:pt idx="2747">
                  <c:v>93</c:v>
                </c:pt>
                <c:pt idx="2748">
                  <c:v>8</c:v>
                </c:pt>
                <c:pt idx="2749">
                  <c:v>3466</c:v>
                </c:pt>
                <c:pt idx="2750">
                  <c:v>291</c:v>
                </c:pt>
                <c:pt idx="2751">
                  <c:v>35</c:v>
                </c:pt>
                <c:pt idx="2752">
                  <c:v>19</c:v>
                </c:pt>
                <c:pt idx="2753">
                  <c:v>27</c:v>
                </c:pt>
                <c:pt idx="2754">
                  <c:v>4</c:v>
                </c:pt>
                <c:pt idx="2755">
                  <c:v>743</c:v>
                </c:pt>
                <c:pt idx="2756">
                  <c:v>17</c:v>
                </c:pt>
                <c:pt idx="2757">
                  <c:v>318</c:v>
                </c:pt>
                <c:pt idx="2758">
                  <c:v>113</c:v>
                </c:pt>
                <c:pt idx="2759">
                  <c:v>30</c:v>
                </c:pt>
                <c:pt idx="2760">
                  <c:v>7</c:v>
                </c:pt>
                <c:pt idx="2761">
                  <c:v>9</c:v>
                </c:pt>
                <c:pt idx="2762">
                  <c:v>19</c:v>
                </c:pt>
                <c:pt idx="2763">
                  <c:v>196</c:v>
                </c:pt>
                <c:pt idx="2764">
                  <c:v>103</c:v>
                </c:pt>
                <c:pt idx="2765">
                  <c:v>20</c:v>
                </c:pt>
                <c:pt idx="2766">
                  <c:v>22</c:v>
                </c:pt>
                <c:pt idx="2767">
                  <c:v>6301</c:v>
                </c:pt>
                <c:pt idx="2768">
                  <c:v>47</c:v>
                </c:pt>
                <c:pt idx="2769">
                  <c:v>45</c:v>
                </c:pt>
                <c:pt idx="2770">
                  <c:v>80</c:v>
                </c:pt>
                <c:pt idx="2771">
                  <c:v>26</c:v>
                </c:pt>
                <c:pt idx="2772">
                  <c:v>75</c:v>
                </c:pt>
                <c:pt idx="2773">
                  <c:v>3</c:v>
                </c:pt>
                <c:pt idx="2774">
                  <c:v>17</c:v>
                </c:pt>
                <c:pt idx="2775">
                  <c:v>4</c:v>
                </c:pt>
                <c:pt idx="2776">
                  <c:v>109</c:v>
                </c:pt>
                <c:pt idx="2777">
                  <c:v>15</c:v>
                </c:pt>
                <c:pt idx="2778">
                  <c:v>31</c:v>
                </c:pt>
                <c:pt idx="2779">
                  <c:v>26</c:v>
                </c:pt>
                <c:pt idx="2780">
                  <c:v>25</c:v>
                </c:pt>
                <c:pt idx="2781">
                  <c:v>50</c:v>
                </c:pt>
                <c:pt idx="2782">
                  <c:v>146</c:v>
                </c:pt>
                <c:pt idx="2783">
                  <c:v>432</c:v>
                </c:pt>
                <c:pt idx="2784">
                  <c:v>53</c:v>
                </c:pt>
                <c:pt idx="2785">
                  <c:v>27</c:v>
                </c:pt>
                <c:pt idx="2786">
                  <c:v>1566</c:v>
                </c:pt>
                <c:pt idx="2787">
                  <c:v>35</c:v>
                </c:pt>
                <c:pt idx="2788">
                  <c:v>252</c:v>
                </c:pt>
                <c:pt idx="2789">
                  <c:v>10140</c:v>
                </c:pt>
                <c:pt idx="2790">
                  <c:v>223</c:v>
                </c:pt>
                <c:pt idx="2791">
                  <c:v>52</c:v>
                </c:pt>
                <c:pt idx="2792">
                  <c:v>173</c:v>
                </c:pt>
                <c:pt idx="2793">
                  <c:v>108</c:v>
                </c:pt>
                <c:pt idx="2794">
                  <c:v>4</c:v>
                </c:pt>
                <c:pt idx="2795">
                  <c:v>25</c:v>
                </c:pt>
                <c:pt idx="2796">
                  <c:v>8</c:v>
                </c:pt>
                <c:pt idx="2797">
                  <c:v>14</c:v>
                </c:pt>
                <c:pt idx="2798">
                  <c:v>272</c:v>
                </c:pt>
                <c:pt idx="2799">
                  <c:v>745</c:v>
                </c:pt>
                <c:pt idx="2800">
                  <c:v>6</c:v>
                </c:pt>
                <c:pt idx="2801">
                  <c:v>937</c:v>
                </c:pt>
                <c:pt idx="2802">
                  <c:v>645</c:v>
                </c:pt>
                <c:pt idx="2803">
                  <c:v>166</c:v>
                </c:pt>
                <c:pt idx="2804">
                  <c:v>494</c:v>
                </c:pt>
                <c:pt idx="2805">
                  <c:v>51</c:v>
                </c:pt>
                <c:pt idx="2806">
                  <c:v>38</c:v>
                </c:pt>
                <c:pt idx="2807">
                  <c:v>50</c:v>
                </c:pt>
                <c:pt idx="2808">
                  <c:v>648</c:v>
                </c:pt>
                <c:pt idx="2809">
                  <c:v>72</c:v>
                </c:pt>
                <c:pt idx="2810">
                  <c:v>119</c:v>
                </c:pt>
                <c:pt idx="2811">
                  <c:v>113</c:v>
                </c:pt>
                <c:pt idx="2812">
                  <c:v>11</c:v>
                </c:pt>
                <c:pt idx="2813">
                  <c:v>10</c:v>
                </c:pt>
                <c:pt idx="2814">
                  <c:v>1350</c:v>
                </c:pt>
                <c:pt idx="2815">
                  <c:v>12</c:v>
                </c:pt>
                <c:pt idx="2816">
                  <c:v>84</c:v>
                </c:pt>
                <c:pt idx="2817">
                  <c:v>3278</c:v>
                </c:pt>
                <c:pt idx="2818">
                  <c:v>141</c:v>
                </c:pt>
                <c:pt idx="2819">
                  <c:v>1489</c:v>
                </c:pt>
                <c:pt idx="2820">
                  <c:v>170</c:v>
                </c:pt>
                <c:pt idx="2821">
                  <c:v>41</c:v>
                </c:pt>
                <c:pt idx="2822">
                  <c:v>146</c:v>
                </c:pt>
                <c:pt idx="2823">
                  <c:v>23</c:v>
                </c:pt>
                <c:pt idx="2824">
                  <c:v>18</c:v>
                </c:pt>
                <c:pt idx="2825">
                  <c:v>38</c:v>
                </c:pt>
                <c:pt idx="2826">
                  <c:v>123</c:v>
                </c:pt>
                <c:pt idx="2827">
                  <c:v>14</c:v>
                </c:pt>
                <c:pt idx="2828">
                  <c:v>27</c:v>
                </c:pt>
                <c:pt idx="2829">
                  <c:v>9</c:v>
                </c:pt>
                <c:pt idx="2830">
                  <c:v>80</c:v>
                </c:pt>
                <c:pt idx="2831">
                  <c:v>18</c:v>
                </c:pt>
                <c:pt idx="2832">
                  <c:v>8</c:v>
                </c:pt>
                <c:pt idx="2833">
                  <c:v>24</c:v>
                </c:pt>
                <c:pt idx="2834">
                  <c:v>3</c:v>
                </c:pt>
                <c:pt idx="2835">
                  <c:v>4202</c:v>
                </c:pt>
                <c:pt idx="2836">
                  <c:v>217</c:v>
                </c:pt>
                <c:pt idx="2837">
                  <c:v>176</c:v>
                </c:pt>
                <c:pt idx="2838">
                  <c:v>7</c:v>
                </c:pt>
                <c:pt idx="2839">
                  <c:v>111</c:v>
                </c:pt>
                <c:pt idx="2840">
                  <c:v>27</c:v>
                </c:pt>
                <c:pt idx="2841">
                  <c:v>14951</c:v>
                </c:pt>
                <c:pt idx="2842">
                  <c:v>218</c:v>
                </c:pt>
                <c:pt idx="2843">
                  <c:v>237</c:v>
                </c:pt>
                <c:pt idx="2844">
                  <c:v>6</c:v>
                </c:pt>
                <c:pt idx="2845">
                  <c:v>81</c:v>
                </c:pt>
                <c:pt idx="2846">
                  <c:v>4995</c:v>
                </c:pt>
                <c:pt idx="2847">
                  <c:v>855</c:v>
                </c:pt>
                <c:pt idx="2848">
                  <c:v>176</c:v>
                </c:pt>
                <c:pt idx="2849">
                  <c:v>548</c:v>
                </c:pt>
                <c:pt idx="2850">
                  <c:v>1657</c:v>
                </c:pt>
                <c:pt idx="2851">
                  <c:v>19</c:v>
                </c:pt>
                <c:pt idx="2852">
                  <c:v>29</c:v>
                </c:pt>
                <c:pt idx="2853">
                  <c:v>2217</c:v>
                </c:pt>
                <c:pt idx="2854">
                  <c:v>192</c:v>
                </c:pt>
                <c:pt idx="2855">
                  <c:v>149</c:v>
                </c:pt>
                <c:pt idx="2856">
                  <c:v>11</c:v>
                </c:pt>
                <c:pt idx="2857">
                  <c:v>23</c:v>
                </c:pt>
                <c:pt idx="2858">
                  <c:v>41</c:v>
                </c:pt>
                <c:pt idx="2859">
                  <c:v>18</c:v>
                </c:pt>
                <c:pt idx="2860">
                  <c:v>6</c:v>
                </c:pt>
                <c:pt idx="2861">
                  <c:v>347</c:v>
                </c:pt>
                <c:pt idx="2862">
                  <c:v>58</c:v>
                </c:pt>
                <c:pt idx="2863">
                  <c:v>8</c:v>
                </c:pt>
                <c:pt idx="2864">
                  <c:v>1680</c:v>
                </c:pt>
                <c:pt idx="2865">
                  <c:v>22</c:v>
                </c:pt>
                <c:pt idx="2866">
                  <c:v>827</c:v>
                </c:pt>
                <c:pt idx="2867">
                  <c:v>8</c:v>
                </c:pt>
                <c:pt idx="2868">
                  <c:v>40</c:v>
                </c:pt>
                <c:pt idx="2869">
                  <c:v>124263</c:v>
                </c:pt>
                <c:pt idx="2870">
                  <c:v>73</c:v>
                </c:pt>
                <c:pt idx="2871">
                  <c:v>430</c:v>
                </c:pt>
                <c:pt idx="2872">
                  <c:v>170</c:v>
                </c:pt>
                <c:pt idx="2873">
                  <c:v>10</c:v>
                </c:pt>
                <c:pt idx="2874">
                  <c:v>40</c:v>
                </c:pt>
                <c:pt idx="2875">
                  <c:v>17</c:v>
                </c:pt>
                <c:pt idx="2876">
                  <c:v>59</c:v>
                </c:pt>
                <c:pt idx="2877">
                  <c:v>570</c:v>
                </c:pt>
                <c:pt idx="2878">
                  <c:v>9</c:v>
                </c:pt>
                <c:pt idx="2879">
                  <c:v>213</c:v>
                </c:pt>
                <c:pt idx="2880">
                  <c:v>25</c:v>
                </c:pt>
                <c:pt idx="2881">
                  <c:v>63</c:v>
                </c:pt>
                <c:pt idx="2882">
                  <c:v>9</c:v>
                </c:pt>
                <c:pt idx="2883">
                  <c:v>45</c:v>
                </c:pt>
                <c:pt idx="2884">
                  <c:v>335</c:v>
                </c:pt>
                <c:pt idx="2885">
                  <c:v>30</c:v>
                </c:pt>
                <c:pt idx="2886">
                  <c:v>17</c:v>
                </c:pt>
                <c:pt idx="2887">
                  <c:v>208</c:v>
                </c:pt>
                <c:pt idx="2888">
                  <c:v>69</c:v>
                </c:pt>
                <c:pt idx="2889">
                  <c:v>15</c:v>
                </c:pt>
                <c:pt idx="2890">
                  <c:v>34</c:v>
                </c:pt>
                <c:pt idx="2891">
                  <c:v>5</c:v>
                </c:pt>
                <c:pt idx="2892">
                  <c:v>1525</c:v>
                </c:pt>
                <c:pt idx="2893">
                  <c:v>8</c:v>
                </c:pt>
                <c:pt idx="2894">
                  <c:v>91</c:v>
                </c:pt>
                <c:pt idx="2895">
                  <c:v>9</c:v>
                </c:pt>
                <c:pt idx="2896">
                  <c:v>180</c:v>
                </c:pt>
                <c:pt idx="2897">
                  <c:v>1871</c:v>
                </c:pt>
                <c:pt idx="2898">
                  <c:v>29</c:v>
                </c:pt>
                <c:pt idx="2899">
                  <c:v>213</c:v>
                </c:pt>
                <c:pt idx="2900">
                  <c:v>69</c:v>
                </c:pt>
                <c:pt idx="2901">
                  <c:v>44</c:v>
                </c:pt>
                <c:pt idx="2902">
                  <c:v>65</c:v>
                </c:pt>
                <c:pt idx="2903">
                  <c:v>6626</c:v>
                </c:pt>
                <c:pt idx="2904">
                  <c:v>97</c:v>
                </c:pt>
                <c:pt idx="2905">
                  <c:v>21</c:v>
                </c:pt>
                <c:pt idx="2906">
                  <c:v>36</c:v>
                </c:pt>
                <c:pt idx="2907">
                  <c:v>994</c:v>
                </c:pt>
                <c:pt idx="2908">
                  <c:v>128</c:v>
                </c:pt>
                <c:pt idx="2909">
                  <c:v>35</c:v>
                </c:pt>
                <c:pt idx="2910">
                  <c:v>508</c:v>
                </c:pt>
                <c:pt idx="2911">
                  <c:v>15</c:v>
                </c:pt>
                <c:pt idx="2912">
                  <c:v>156</c:v>
                </c:pt>
                <c:pt idx="2913">
                  <c:v>90</c:v>
                </c:pt>
                <c:pt idx="2914">
                  <c:v>3885</c:v>
                </c:pt>
                <c:pt idx="2915">
                  <c:v>6</c:v>
                </c:pt>
                <c:pt idx="2916">
                  <c:v>31</c:v>
                </c:pt>
                <c:pt idx="2917">
                  <c:v>60</c:v>
                </c:pt>
                <c:pt idx="2918">
                  <c:v>14</c:v>
                </c:pt>
                <c:pt idx="2919">
                  <c:v>3583</c:v>
                </c:pt>
                <c:pt idx="2920">
                  <c:v>4</c:v>
                </c:pt>
                <c:pt idx="2921">
                  <c:v>15</c:v>
                </c:pt>
                <c:pt idx="2922">
                  <c:v>432</c:v>
                </c:pt>
                <c:pt idx="2923">
                  <c:v>66955</c:v>
                </c:pt>
                <c:pt idx="2924">
                  <c:v>29</c:v>
                </c:pt>
                <c:pt idx="2925">
                  <c:v>98</c:v>
                </c:pt>
                <c:pt idx="2926">
                  <c:v>21</c:v>
                </c:pt>
                <c:pt idx="2927">
                  <c:v>78</c:v>
                </c:pt>
                <c:pt idx="2928">
                  <c:v>364</c:v>
                </c:pt>
                <c:pt idx="2929">
                  <c:v>48</c:v>
                </c:pt>
                <c:pt idx="2930">
                  <c:v>65</c:v>
                </c:pt>
                <c:pt idx="2931">
                  <c:v>204</c:v>
                </c:pt>
                <c:pt idx="2932">
                  <c:v>90</c:v>
                </c:pt>
                <c:pt idx="2933">
                  <c:v>3588</c:v>
                </c:pt>
                <c:pt idx="2934">
                  <c:v>13466</c:v>
                </c:pt>
                <c:pt idx="2935">
                  <c:v>4145</c:v>
                </c:pt>
                <c:pt idx="2936">
                  <c:v>1051</c:v>
                </c:pt>
                <c:pt idx="2937">
                  <c:v>1329</c:v>
                </c:pt>
                <c:pt idx="2938">
                  <c:v>11</c:v>
                </c:pt>
                <c:pt idx="2939">
                  <c:v>7</c:v>
                </c:pt>
                <c:pt idx="2940">
                  <c:v>127</c:v>
                </c:pt>
                <c:pt idx="2941">
                  <c:v>5</c:v>
                </c:pt>
                <c:pt idx="2942">
                  <c:v>311</c:v>
                </c:pt>
                <c:pt idx="2943">
                  <c:v>14921</c:v>
                </c:pt>
                <c:pt idx="2944">
                  <c:v>28</c:v>
                </c:pt>
                <c:pt idx="2945">
                  <c:v>49</c:v>
                </c:pt>
                <c:pt idx="2946">
                  <c:v>75</c:v>
                </c:pt>
                <c:pt idx="2947">
                  <c:v>55</c:v>
                </c:pt>
                <c:pt idx="2948">
                  <c:v>2638</c:v>
                </c:pt>
                <c:pt idx="2949">
                  <c:v>83</c:v>
                </c:pt>
                <c:pt idx="2950">
                  <c:v>31</c:v>
                </c:pt>
                <c:pt idx="2951">
                  <c:v>59</c:v>
                </c:pt>
                <c:pt idx="2952">
                  <c:v>331</c:v>
                </c:pt>
                <c:pt idx="2953">
                  <c:v>637</c:v>
                </c:pt>
                <c:pt idx="2954">
                  <c:v>234</c:v>
                </c:pt>
                <c:pt idx="2955">
                  <c:v>565</c:v>
                </c:pt>
                <c:pt idx="2956">
                  <c:v>180</c:v>
                </c:pt>
                <c:pt idx="2957">
                  <c:v>238</c:v>
                </c:pt>
                <c:pt idx="2958">
                  <c:v>41</c:v>
                </c:pt>
                <c:pt idx="2959">
                  <c:v>2785</c:v>
                </c:pt>
                <c:pt idx="2960">
                  <c:v>9117</c:v>
                </c:pt>
                <c:pt idx="2961">
                  <c:v>81</c:v>
                </c:pt>
                <c:pt idx="2962">
                  <c:v>223</c:v>
                </c:pt>
                <c:pt idx="2963">
                  <c:v>30</c:v>
                </c:pt>
                <c:pt idx="2964">
                  <c:v>253</c:v>
                </c:pt>
                <c:pt idx="2965">
                  <c:v>427</c:v>
                </c:pt>
                <c:pt idx="2966">
                  <c:v>3659</c:v>
                </c:pt>
                <c:pt idx="2967">
                  <c:v>301</c:v>
                </c:pt>
                <c:pt idx="2968">
                  <c:v>18</c:v>
                </c:pt>
                <c:pt idx="2969">
                  <c:v>124</c:v>
                </c:pt>
                <c:pt idx="2970">
                  <c:v>263</c:v>
                </c:pt>
                <c:pt idx="2971">
                  <c:v>2544</c:v>
                </c:pt>
                <c:pt idx="2972">
                  <c:v>40</c:v>
                </c:pt>
                <c:pt idx="2973">
                  <c:v>23</c:v>
                </c:pt>
                <c:pt idx="2974">
                  <c:v>2464</c:v>
                </c:pt>
                <c:pt idx="2975">
                  <c:v>6309</c:v>
                </c:pt>
                <c:pt idx="2976">
                  <c:v>515</c:v>
                </c:pt>
                <c:pt idx="2977">
                  <c:v>16843</c:v>
                </c:pt>
                <c:pt idx="2978">
                  <c:v>114</c:v>
                </c:pt>
                <c:pt idx="2979">
                  <c:v>12008</c:v>
                </c:pt>
                <c:pt idx="2980">
                  <c:v>10</c:v>
                </c:pt>
                <c:pt idx="2981">
                  <c:v>154</c:v>
                </c:pt>
                <c:pt idx="2982">
                  <c:v>26</c:v>
                </c:pt>
                <c:pt idx="2983">
                  <c:v>279</c:v>
                </c:pt>
                <c:pt idx="2984">
                  <c:v>4405</c:v>
                </c:pt>
                <c:pt idx="2985">
                  <c:v>76</c:v>
                </c:pt>
                <c:pt idx="2986">
                  <c:v>1586</c:v>
                </c:pt>
                <c:pt idx="2987">
                  <c:v>31</c:v>
                </c:pt>
                <c:pt idx="2988">
                  <c:v>3</c:v>
                </c:pt>
                <c:pt idx="2989">
                  <c:v>52</c:v>
                </c:pt>
                <c:pt idx="2990">
                  <c:v>28</c:v>
                </c:pt>
                <c:pt idx="2991">
                  <c:v>508</c:v>
                </c:pt>
                <c:pt idx="2992">
                  <c:v>28</c:v>
                </c:pt>
                <c:pt idx="2993">
                  <c:v>170</c:v>
                </c:pt>
                <c:pt idx="2994">
                  <c:v>29</c:v>
                </c:pt>
                <c:pt idx="2995">
                  <c:v>978</c:v>
                </c:pt>
                <c:pt idx="2996">
                  <c:v>324</c:v>
                </c:pt>
                <c:pt idx="2997">
                  <c:v>204</c:v>
                </c:pt>
                <c:pt idx="2998">
                  <c:v>5</c:v>
                </c:pt>
                <c:pt idx="2999">
                  <c:v>9</c:v>
                </c:pt>
                <c:pt idx="3000">
                  <c:v>103</c:v>
                </c:pt>
                <c:pt idx="3001">
                  <c:v>33</c:v>
                </c:pt>
                <c:pt idx="3002">
                  <c:v>263</c:v>
                </c:pt>
                <c:pt idx="3003">
                  <c:v>6</c:v>
                </c:pt>
                <c:pt idx="3004">
                  <c:v>31</c:v>
                </c:pt>
                <c:pt idx="3005">
                  <c:v>1871</c:v>
                </c:pt>
                <c:pt idx="3006">
                  <c:v>374</c:v>
                </c:pt>
                <c:pt idx="3007">
                  <c:v>67420</c:v>
                </c:pt>
                <c:pt idx="3008">
                  <c:v>49</c:v>
                </c:pt>
                <c:pt idx="3009">
                  <c:v>79</c:v>
                </c:pt>
                <c:pt idx="3010">
                  <c:v>54</c:v>
                </c:pt>
                <c:pt idx="3011">
                  <c:v>4179</c:v>
                </c:pt>
                <c:pt idx="3012">
                  <c:v>456</c:v>
                </c:pt>
                <c:pt idx="3013">
                  <c:v>8836</c:v>
                </c:pt>
                <c:pt idx="3014">
                  <c:v>6</c:v>
                </c:pt>
                <c:pt idx="3015">
                  <c:v>13</c:v>
                </c:pt>
                <c:pt idx="3016">
                  <c:v>9</c:v>
                </c:pt>
                <c:pt idx="3017">
                  <c:v>199</c:v>
                </c:pt>
                <c:pt idx="3018">
                  <c:v>2154</c:v>
                </c:pt>
                <c:pt idx="3019">
                  <c:v>51</c:v>
                </c:pt>
                <c:pt idx="3020">
                  <c:v>46</c:v>
                </c:pt>
                <c:pt idx="3021">
                  <c:v>20</c:v>
                </c:pt>
                <c:pt idx="3022">
                  <c:v>55</c:v>
                </c:pt>
                <c:pt idx="3023">
                  <c:v>96</c:v>
                </c:pt>
                <c:pt idx="3024">
                  <c:v>7</c:v>
                </c:pt>
                <c:pt idx="3025">
                  <c:v>8</c:v>
                </c:pt>
                <c:pt idx="3026">
                  <c:v>34</c:v>
                </c:pt>
                <c:pt idx="3027">
                  <c:v>40</c:v>
                </c:pt>
                <c:pt idx="3028">
                  <c:v>483</c:v>
                </c:pt>
                <c:pt idx="3029">
                  <c:v>75</c:v>
                </c:pt>
                <c:pt idx="3030">
                  <c:v>7</c:v>
                </c:pt>
                <c:pt idx="3031">
                  <c:v>46</c:v>
                </c:pt>
                <c:pt idx="3032">
                  <c:v>8</c:v>
                </c:pt>
                <c:pt idx="3033">
                  <c:v>16</c:v>
                </c:pt>
                <c:pt idx="3034">
                  <c:v>25277</c:v>
                </c:pt>
                <c:pt idx="3035">
                  <c:v>13405</c:v>
                </c:pt>
                <c:pt idx="3036">
                  <c:v>25</c:v>
                </c:pt>
                <c:pt idx="3037">
                  <c:v>659</c:v>
                </c:pt>
                <c:pt idx="3038">
                  <c:v>243</c:v>
                </c:pt>
                <c:pt idx="3039">
                  <c:v>10</c:v>
                </c:pt>
                <c:pt idx="3040">
                  <c:v>78</c:v>
                </c:pt>
                <c:pt idx="3041">
                  <c:v>195</c:v>
                </c:pt>
                <c:pt idx="3042">
                  <c:v>8</c:v>
                </c:pt>
                <c:pt idx="3043">
                  <c:v>441</c:v>
                </c:pt>
                <c:pt idx="3044">
                  <c:v>522</c:v>
                </c:pt>
                <c:pt idx="3045">
                  <c:v>185</c:v>
                </c:pt>
                <c:pt idx="3046">
                  <c:v>22</c:v>
                </c:pt>
                <c:pt idx="3047">
                  <c:v>31</c:v>
                </c:pt>
                <c:pt idx="3048">
                  <c:v>10</c:v>
                </c:pt>
                <c:pt idx="3049">
                  <c:v>5122</c:v>
                </c:pt>
                <c:pt idx="3050">
                  <c:v>7</c:v>
                </c:pt>
                <c:pt idx="3051">
                  <c:v>6390</c:v>
                </c:pt>
                <c:pt idx="3052">
                  <c:v>54</c:v>
                </c:pt>
                <c:pt idx="3053">
                  <c:v>61</c:v>
                </c:pt>
                <c:pt idx="3054">
                  <c:v>13</c:v>
                </c:pt>
                <c:pt idx="3055">
                  <c:v>1013</c:v>
                </c:pt>
                <c:pt idx="3056">
                  <c:v>128</c:v>
                </c:pt>
                <c:pt idx="3057">
                  <c:v>56</c:v>
                </c:pt>
                <c:pt idx="3058">
                  <c:v>379</c:v>
                </c:pt>
                <c:pt idx="3059">
                  <c:v>10</c:v>
                </c:pt>
                <c:pt idx="3060">
                  <c:v>39</c:v>
                </c:pt>
                <c:pt idx="3061">
                  <c:v>5</c:v>
                </c:pt>
                <c:pt idx="3062">
                  <c:v>301</c:v>
                </c:pt>
                <c:pt idx="3063">
                  <c:v>9</c:v>
                </c:pt>
                <c:pt idx="3064">
                  <c:v>845</c:v>
                </c:pt>
                <c:pt idx="3065">
                  <c:v>969</c:v>
                </c:pt>
                <c:pt idx="3066">
                  <c:v>102</c:v>
                </c:pt>
                <c:pt idx="3067">
                  <c:v>39</c:v>
                </c:pt>
                <c:pt idx="3068">
                  <c:v>8</c:v>
                </c:pt>
                <c:pt idx="3069">
                  <c:v>32</c:v>
                </c:pt>
                <c:pt idx="3070">
                  <c:v>335</c:v>
                </c:pt>
                <c:pt idx="3071">
                  <c:v>25</c:v>
                </c:pt>
                <c:pt idx="3072">
                  <c:v>576</c:v>
                </c:pt>
                <c:pt idx="3073">
                  <c:v>93</c:v>
                </c:pt>
                <c:pt idx="3074">
                  <c:v>23</c:v>
                </c:pt>
                <c:pt idx="3075">
                  <c:v>16</c:v>
                </c:pt>
                <c:pt idx="3076">
                  <c:v>115</c:v>
                </c:pt>
                <c:pt idx="3077">
                  <c:v>620</c:v>
                </c:pt>
                <c:pt idx="3078">
                  <c:v>43</c:v>
                </c:pt>
                <c:pt idx="3079">
                  <c:v>329</c:v>
                </c:pt>
                <c:pt idx="3080">
                  <c:v>25</c:v>
                </c:pt>
                <c:pt idx="3081">
                  <c:v>250</c:v>
                </c:pt>
                <c:pt idx="3082">
                  <c:v>19</c:v>
                </c:pt>
                <c:pt idx="3083">
                  <c:v>9</c:v>
                </c:pt>
                <c:pt idx="3084">
                  <c:v>96</c:v>
                </c:pt>
                <c:pt idx="3085">
                  <c:v>3017</c:v>
                </c:pt>
                <c:pt idx="3086">
                  <c:v>182</c:v>
                </c:pt>
                <c:pt idx="3087">
                  <c:v>1344</c:v>
                </c:pt>
                <c:pt idx="3088">
                  <c:v>20</c:v>
                </c:pt>
                <c:pt idx="3089">
                  <c:v>11</c:v>
                </c:pt>
                <c:pt idx="3090">
                  <c:v>410</c:v>
                </c:pt>
                <c:pt idx="3091">
                  <c:v>16</c:v>
                </c:pt>
                <c:pt idx="3092">
                  <c:v>16427</c:v>
                </c:pt>
                <c:pt idx="3093">
                  <c:v>103</c:v>
                </c:pt>
                <c:pt idx="3094">
                  <c:v>976</c:v>
                </c:pt>
                <c:pt idx="3095">
                  <c:v>4</c:v>
                </c:pt>
                <c:pt idx="3096">
                  <c:v>49</c:v>
                </c:pt>
                <c:pt idx="3097">
                  <c:v>9</c:v>
                </c:pt>
                <c:pt idx="3098">
                  <c:v>185</c:v>
                </c:pt>
                <c:pt idx="3099">
                  <c:v>43</c:v>
                </c:pt>
                <c:pt idx="3100">
                  <c:v>11</c:v>
                </c:pt>
                <c:pt idx="3101">
                  <c:v>171</c:v>
                </c:pt>
                <c:pt idx="3102">
                  <c:v>848</c:v>
                </c:pt>
                <c:pt idx="3103">
                  <c:v>12</c:v>
                </c:pt>
                <c:pt idx="3104">
                  <c:v>32</c:v>
                </c:pt>
                <c:pt idx="3105">
                  <c:v>991</c:v>
                </c:pt>
                <c:pt idx="3106">
                  <c:v>13</c:v>
                </c:pt>
                <c:pt idx="3107">
                  <c:v>24</c:v>
                </c:pt>
                <c:pt idx="3108">
                  <c:v>741</c:v>
                </c:pt>
                <c:pt idx="3109">
                  <c:v>24</c:v>
                </c:pt>
                <c:pt idx="3110">
                  <c:v>76</c:v>
                </c:pt>
                <c:pt idx="3111">
                  <c:v>431</c:v>
                </c:pt>
                <c:pt idx="3112">
                  <c:v>36</c:v>
                </c:pt>
                <c:pt idx="3113">
                  <c:v>68</c:v>
                </c:pt>
                <c:pt idx="3114">
                  <c:v>1431</c:v>
                </c:pt>
                <c:pt idx="3115">
                  <c:v>12</c:v>
                </c:pt>
                <c:pt idx="3116">
                  <c:v>539</c:v>
                </c:pt>
                <c:pt idx="3117">
                  <c:v>74</c:v>
                </c:pt>
                <c:pt idx="3118">
                  <c:v>57</c:v>
                </c:pt>
                <c:pt idx="3119">
                  <c:v>46</c:v>
                </c:pt>
                <c:pt idx="3120">
                  <c:v>9</c:v>
                </c:pt>
                <c:pt idx="3121">
                  <c:v>24</c:v>
                </c:pt>
                <c:pt idx="3122">
                  <c:v>560</c:v>
                </c:pt>
                <c:pt idx="3123">
                  <c:v>21</c:v>
                </c:pt>
                <c:pt idx="3124">
                  <c:v>296</c:v>
                </c:pt>
                <c:pt idx="3125">
                  <c:v>15</c:v>
                </c:pt>
                <c:pt idx="3126">
                  <c:v>176</c:v>
                </c:pt>
                <c:pt idx="3127">
                  <c:v>9214</c:v>
                </c:pt>
                <c:pt idx="3128">
                  <c:v>14</c:v>
                </c:pt>
                <c:pt idx="3129">
                  <c:v>24620</c:v>
                </c:pt>
                <c:pt idx="3130">
                  <c:v>34</c:v>
                </c:pt>
                <c:pt idx="3131">
                  <c:v>210</c:v>
                </c:pt>
                <c:pt idx="3132">
                  <c:v>7</c:v>
                </c:pt>
                <c:pt idx="3133">
                  <c:v>16</c:v>
                </c:pt>
                <c:pt idx="3134">
                  <c:v>19</c:v>
                </c:pt>
                <c:pt idx="3135">
                  <c:v>284</c:v>
                </c:pt>
                <c:pt idx="3136">
                  <c:v>10</c:v>
                </c:pt>
                <c:pt idx="3137">
                  <c:v>30</c:v>
                </c:pt>
                <c:pt idx="3138">
                  <c:v>5</c:v>
                </c:pt>
                <c:pt idx="3139">
                  <c:v>11</c:v>
                </c:pt>
                <c:pt idx="3140">
                  <c:v>92</c:v>
                </c:pt>
                <c:pt idx="3141">
                  <c:v>35</c:v>
                </c:pt>
                <c:pt idx="3142">
                  <c:v>2314</c:v>
                </c:pt>
                <c:pt idx="3143">
                  <c:v>29</c:v>
                </c:pt>
                <c:pt idx="3144">
                  <c:v>431</c:v>
                </c:pt>
                <c:pt idx="3145">
                  <c:v>446</c:v>
                </c:pt>
                <c:pt idx="3146">
                  <c:v>21</c:v>
                </c:pt>
                <c:pt idx="3147">
                  <c:v>70</c:v>
                </c:pt>
                <c:pt idx="3148">
                  <c:v>19</c:v>
                </c:pt>
                <c:pt idx="3149">
                  <c:v>120</c:v>
                </c:pt>
                <c:pt idx="3150">
                  <c:v>19</c:v>
                </c:pt>
                <c:pt idx="3151">
                  <c:v>996</c:v>
                </c:pt>
                <c:pt idx="3152">
                  <c:v>1502</c:v>
                </c:pt>
                <c:pt idx="3153">
                  <c:v>397</c:v>
                </c:pt>
                <c:pt idx="3154">
                  <c:v>4</c:v>
                </c:pt>
                <c:pt idx="3155">
                  <c:v>329</c:v>
                </c:pt>
                <c:pt idx="3156">
                  <c:v>89</c:v>
                </c:pt>
                <c:pt idx="3157">
                  <c:v>76</c:v>
                </c:pt>
                <c:pt idx="3158">
                  <c:v>58</c:v>
                </c:pt>
                <c:pt idx="3159">
                  <c:v>11</c:v>
                </c:pt>
                <c:pt idx="3160">
                  <c:v>6</c:v>
                </c:pt>
                <c:pt idx="3161">
                  <c:v>266</c:v>
                </c:pt>
                <c:pt idx="3162">
                  <c:v>446</c:v>
                </c:pt>
                <c:pt idx="3163">
                  <c:v>375</c:v>
                </c:pt>
                <c:pt idx="3164">
                  <c:v>21</c:v>
                </c:pt>
                <c:pt idx="3165">
                  <c:v>190</c:v>
                </c:pt>
                <c:pt idx="3166">
                  <c:v>461</c:v>
                </c:pt>
                <c:pt idx="3167">
                  <c:v>90</c:v>
                </c:pt>
                <c:pt idx="3168">
                  <c:v>2497</c:v>
                </c:pt>
                <c:pt idx="3169">
                  <c:v>41</c:v>
                </c:pt>
                <c:pt idx="3170">
                  <c:v>23</c:v>
                </c:pt>
                <c:pt idx="3171">
                  <c:v>675</c:v>
                </c:pt>
                <c:pt idx="3172">
                  <c:v>80</c:v>
                </c:pt>
                <c:pt idx="3173">
                  <c:v>28</c:v>
                </c:pt>
                <c:pt idx="3174">
                  <c:v>32</c:v>
                </c:pt>
                <c:pt idx="3175">
                  <c:v>1414</c:v>
                </c:pt>
                <c:pt idx="3176">
                  <c:v>8</c:v>
                </c:pt>
                <c:pt idx="3177">
                  <c:v>475</c:v>
                </c:pt>
                <c:pt idx="3178">
                  <c:v>329</c:v>
                </c:pt>
                <c:pt idx="3179">
                  <c:v>11</c:v>
                </c:pt>
                <c:pt idx="3180">
                  <c:v>12</c:v>
                </c:pt>
                <c:pt idx="3181">
                  <c:v>1367</c:v>
                </c:pt>
                <c:pt idx="3182">
                  <c:v>47932</c:v>
                </c:pt>
                <c:pt idx="3183">
                  <c:v>2548</c:v>
                </c:pt>
                <c:pt idx="3184">
                  <c:v>10</c:v>
                </c:pt>
                <c:pt idx="3185">
                  <c:v>19</c:v>
                </c:pt>
                <c:pt idx="3186">
                  <c:v>6</c:v>
                </c:pt>
                <c:pt idx="3187">
                  <c:v>269</c:v>
                </c:pt>
                <c:pt idx="3188">
                  <c:v>106</c:v>
                </c:pt>
                <c:pt idx="3189">
                  <c:v>14</c:v>
                </c:pt>
                <c:pt idx="3190">
                  <c:v>41</c:v>
                </c:pt>
                <c:pt idx="3191">
                  <c:v>162</c:v>
                </c:pt>
                <c:pt idx="3192">
                  <c:v>75</c:v>
                </c:pt>
                <c:pt idx="3193">
                  <c:v>259</c:v>
                </c:pt>
                <c:pt idx="3194">
                  <c:v>13</c:v>
                </c:pt>
                <c:pt idx="3195">
                  <c:v>12</c:v>
                </c:pt>
                <c:pt idx="3196">
                  <c:v>27</c:v>
                </c:pt>
                <c:pt idx="3197">
                  <c:v>124</c:v>
                </c:pt>
                <c:pt idx="3198">
                  <c:v>33</c:v>
                </c:pt>
                <c:pt idx="3199">
                  <c:v>4797</c:v>
                </c:pt>
                <c:pt idx="3200">
                  <c:v>162</c:v>
                </c:pt>
                <c:pt idx="3201">
                  <c:v>43</c:v>
                </c:pt>
                <c:pt idx="3202">
                  <c:v>13</c:v>
                </c:pt>
                <c:pt idx="3203">
                  <c:v>12</c:v>
                </c:pt>
                <c:pt idx="3204">
                  <c:v>66</c:v>
                </c:pt>
                <c:pt idx="3205">
                  <c:v>46</c:v>
                </c:pt>
                <c:pt idx="3206">
                  <c:v>252</c:v>
                </c:pt>
                <c:pt idx="3207">
                  <c:v>49</c:v>
                </c:pt>
                <c:pt idx="3208">
                  <c:v>45</c:v>
                </c:pt>
                <c:pt idx="3209">
                  <c:v>60</c:v>
                </c:pt>
                <c:pt idx="3210">
                  <c:v>16</c:v>
                </c:pt>
                <c:pt idx="3211">
                  <c:v>42</c:v>
                </c:pt>
                <c:pt idx="3212">
                  <c:v>31</c:v>
                </c:pt>
                <c:pt idx="3213">
                  <c:v>6</c:v>
                </c:pt>
                <c:pt idx="3214">
                  <c:v>10</c:v>
                </c:pt>
                <c:pt idx="3215">
                  <c:v>32</c:v>
                </c:pt>
                <c:pt idx="3216">
                  <c:v>312</c:v>
                </c:pt>
                <c:pt idx="3217">
                  <c:v>22</c:v>
                </c:pt>
                <c:pt idx="3218">
                  <c:v>332</c:v>
                </c:pt>
                <c:pt idx="3219">
                  <c:v>13</c:v>
                </c:pt>
                <c:pt idx="3220">
                  <c:v>182</c:v>
                </c:pt>
                <c:pt idx="3221">
                  <c:v>124</c:v>
                </c:pt>
                <c:pt idx="3222">
                  <c:v>33</c:v>
                </c:pt>
                <c:pt idx="3223">
                  <c:v>62</c:v>
                </c:pt>
                <c:pt idx="3224">
                  <c:v>40</c:v>
                </c:pt>
                <c:pt idx="3225">
                  <c:v>62</c:v>
                </c:pt>
                <c:pt idx="3226">
                  <c:v>570</c:v>
                </c:pt>
                <c:pt idx="3227">
                  <c:v>27</c:v>
                </c:pt>
                <c:pt idx="3228">
                  <c:v>234</c:v>
                </c:pt>
                <c:pt idx="3229">
                  <c:v>9</c:v>
                </c:pt>
                <c:pt idx="3230">
                  <c:v>1081</c:v>
                </c:pt>
                <c:pt idx="3231">
                  <c:v>178</c:v>
                </c:pt>
                <c:pt idx="3232">
                  <c:v>3</c:v>
                </c:pt>
                <c:pt idx="3233">
                  <c:v>425</c:v>
                </c:pt>
                <c:pt idx="3234">
                  <c:v>245</c:v>
                </c:pt>
                <c:pt idx="3235">
                  <c:v>14</c:v>
                </c:pt>
                <c:pt idx="3236">
                  <c:v>113</c:v>
                </c:pt>
                <c:pt idx="3237">
                  <c:v>9</c:v>
                </c:pt>
                <c:pt idx="3238">
                  <c:v>13</c:v>
                </c:pt>
                <c:pt idx="3239">
                  <c:v>111</c:v>
                </c:pt>
                <c:pt idx="3240">
                  <c:v>200</c:v>
                </c:pt>
                <c:pt idx="3241">
                  <c:v>256</c:v>
                </c:pt>
                <c:pt idx="3242">
                  <c:v>19</c:v>
                </c:pt>
                <c:pt idx="3243">
                  <c:v>232</c:v>
                </c:pt>
                <c:pt idx="3244">
                  <c:v>2020</c:v>
                </c:pt>
                <c:pt idx="3245">
                  <c:v>25</c:v>
                </c:pt>
                <c:pt idx="3246">
                  <c:v>4508</c:v>
                </c:pt>
                <c:pt idx="3247">
                  <c:v>6</c:v>
                </c:pt>
                <c:pt idx="3248">
                  <c:v>164</c:v>
                </c:pt>
                <c:pt idx="3249">
                  <c:v>22</c:v>
                </c:pt>
                <c:pt idx="3250">
                  <c:v>15</c:v>
                </c:pt>
                <c:pt idx="3251">
                  <c:v>539</c:v>
                </c:pt>
                <c:pt idx="3252">
                  <c:v>17</c:v>
                </c:pt>
                <c:pt idx="3253">
                  <c:v>991</c:v>
                </c:pt>
                <c:pt idx="3254">
                  <c:v>331</c:v>
                </c:pt>
                <c:pt idx="3255">
                  <c:v>916</c:v>
                </c:pt>
                <c:pt idx="3256">
                  <c:v>22</c:v>
                </c:pt>
                <c:pt idx="3257">
                  <c:v>91</c:v>
                </c:pt>
                <c:pt idx="3258">
                  <c:v>578</c:v>
                </c:pt>
                <c:pt idx="3259">
                  <c:v>200</c:v>
                </c:pt>
                <c:pt idx="3260">
                  <c:v>548</c:v>
                </c:pt>
                <c:pt idx="3261">
                  <c:v>12</c:v>
                </c:pt>
                <c:pt idx="3262">
                  <c:v>20</c:v>
                </c:pt>
                <c:pt idx="3263">
                  <c:v>21</c:v>
                </c:pt>
                <c:pt idx="3264">
                  <c:v>698</c:v>
                </c:pt>
                <c:pt idx="3265">
                  <c:v>29886</c:v>
                </c:pt>
                <c:pt idx="3266">
                  <c:v>36</c:v>
                </c:pt>
                <c:pt idx="3267">
                  <c:v>13</c:v>
                </c:pt>
                <c:pt idx="3268">
                  <c:v>28</c:v>
                </c:pt>
                <c:pt idx="3269">
                  <c:v>192</c:v>
                </c:pt>
                <c:pt idx="3270">
                  <c:v>6</c:v>
                </c:pt>
                <c:pt idx="3271">
                  <c:v>60</c:v>
                </c:pt>
                <c:pt idx="3272">
                  <c:v>100</c:v>
                </c:pt>
                <c:pt idx="3273">
                  <c:v>324</c:v>
                </c:pt>
                <c:pt idx="3274">
                  <c:v>383</c:v>
                </c:pt>
                <c:pt idx="3275">
                  <c:v>26</c:v>
                </c:pt>
                <c:pt idx="3276">
                  <c:v>57</c:v>
                </c:pt>
                <c:pt idx="3277">
                  <c:v>54772</c:v>
                </c:pt>
                <c:pt idx="3278">
                  <c:v>21</c:v>
                </c:pt>
                <c:pt idx="3279">
                  <c:v>784</c:v>
                </c:pt>
                <c:pt idx="3280">
                  <c:v>44</c:v>
                </c:pt>
                <c:pt idx="3281">
                  <c:v>10</c:v>
                </c:pt>
                <c:pt idx="3282">
                  <c:v>38</c:v>
                </c:pt>
                <c:pt idx="3283">
                  <c:v>13</c:v>
                </c:pt>
                <c:pt idx="3284">
                  <c:v>24</c:v>
                </c:pt>
                <c:pt idx="3285">
                  <c:v>20</c:v>
                </c:pt>
                <c:pt idx="3286">
                  <c:v>13</c:v>
                </c:pt>
                <c:pt idx="3287">
                  <c:v>48</c:v>
                </c:pt>
                <c:pt idx="3288">
                  <c:v>17</c:v>
                </c:pt>
                <c:pt idx="3289">
                  <c:v>117</c:v>
                </c:pt>
                <c:pt idx="3290">
                  <c:v>56</c:v>
                </c:pt>
                <c:pt idx="3291">
                  <c:v>91</c:v>
                </c:pt>
                <c:pt idx="3292">
                  <c:v>833</c:v>
                </c:pt>
              </c:numCache>
            </c:numRef>
          </c:yVal>
          <c:smooth val="0"/>
        </c:ser>
        <c:ser>
          <c:idx val="2"/>
          <c:order val="2"/>
          <c:tx>
            <c:strRef>
              <c:f>Sheet1!$D$1</c:f>
              <c:strCache>
                <c:ptCount val="1"/>
                <c:pt idx="0">
                  <c:v>Expected players (2021 release)</c:v>
                </c:pt>
              </c:strCache>
            </c:strRef>
          </c:tx>
          <c:spPr>
            <a:solidFill>
              <a:srgbClr val="A4D007"/>
            </a:solidFill>
            <a:ln>
              <a:noFill/>
            </a:ln>
            <a:effectLst/>
          </c:spPr>
          <c:marker>
            <c:symbol val="circle"/>
            <c:size val="4"/>
            <c:spPr>
              <a:solidFill>
                <a:srgbClr val="A4D007"/>
              </a:solidFill>
              <a:ln w="9525" cap="flat">
                <a:solidFill>
                  <a:srgbClr val="A4D007"/>
                </a:solidFill>
                <a:prstDash val="solid"/>
                <a:round/>
              </a:ln>
              <a:effectLst/>
            </c:spPr>
          </c:marker>
          <c:xVal>
            <c:numRef>
              <c:f>Sheet1!$A$2:$A$3363</c:f>
              <c:numCache>
                <c:formatCode>General</c:formatCode>
                <c:ptCount val="3362"/>
                <c:pt idx="0">
                  <c:v>708</c:v>
                </c:pt>
                <c:pt idx="1">
                  <c:v>570</c:v>
                </c:pt>
                <c:pt idx="2">
                  <c:v>508</c:v>
                </c:pt>
                <c:pt idx="3">
                  <c:v>754</c:v>
                </c:pt>
                <c:pt idx="4">
                  <c:v>1854</c:v>
                </c:pt>
                <c:pt idx="5">
                  <c:v>6536</c:v>
                </c:pt>
                <c:pt idx="6">
                  <c:v>961</c:v>
                </c:pt>
                <c:pt idx="7">
                  <c:v>4099</c:v>
                </c:pt>
                <c:pt idx="8">
                  <c:v>844</c:v>
                </c:pt>
                <c:pt idx="9">
                  <c:v>2340</c:v>
                </c:pt>
                <c:pt idx="10">
                  <c:v>1245</c:v>
                </c:pt>
                <c:pt idx="11">
                  <c:v>2879</c:v>
                </c:pt>
                <c:pt idx="12">
                  <c:v>903</c:v>
                </c:pt>
                <c:pt idx="13">
                  <c:v>43681</c:v>
                </c:pt>
                <c:pt idx="14">
                  <c:v>24480</c:v>
                </c:pt>
                <c:pt idx="15">
                  <c:v>9202</c:v>
                </c:pt>
                <c:pt idx="16">
                  <c:v>2242</c:v>
                </c:pt>
                <c:pt idx="17">
                  <c:v>47205</c:v>
                </c:pt>
                <c:pt idx="18">
                  <c:v>2125</c:v>
                </c:pt>
                <c:pt idx="19">
                  <c:v>2154</c:v>
                </c:pt>
                <c:pt idx="20">
                  <c:v>502</c:v>
                </c:pt>
                <c:pt idx="21">
                  <c:v>1681</c:v>
                </c:pt>
                <c:pt idx="22">
                  <c:v>1649</c:v>
                </c:pt>
                <c:pt idx="23">
                  <c:v>1143</c:v>
                </c:pt>
                <c:pt idx="24">
                  <c:v>7127</c:v>
                </c:pt>
                <c:pt idx="25">
                  <c:v>3187</c:v>
                </c:pt>
                <c:pt idx="26">
                  <c:v>2161</c:v>
                </c:pt>
                <c:pt idx="27">
                  <c:v>7446</c:v>
                </c:pt>
                <c:pt idx="28">
                  <c:v>5428</c:v>
                </c:pt>
                <c:pt idx="29">
                  <c:v>1736</c:v>
                </c:pt>
                <c:pt idx="30">
                  <c:v>1884</c:v>
                </c:pt>
                <c:pt idx="31">
                  <c:v>2074</c:v>
                </c:pt>
                <c:pt idx="32">
                  <c:v>1118</c:v>
                </c:pt>
                <c:pt idx="33">
                  <c:v>797</c:v>
                </c:pt>
                <c:pt idx="34">
                  <c:v>4886</c:v>
                </c:pt>
                <c:pt idx="35">
                  <c:v>1942</c:v>
                </c:pt>
                <c:pt idx="36">
                  <c:v>4399</c:v>
                </c:pt>
                <c:pt idx="37">
                  <c:v>57318</c:v>
                </c:pt>
                <c:pt idx="38">
                  <c:v>218383</c:v>
                </c:pt>
                <c:pt idx="39">
                  <c:v>1020</c:v>
                </c:pt>
                <c:pt idx="40">
                  <c:v>948</c:v>
                </c:pt>
                <c:pt idx="41">
                  <c:v>3528</c:v>
                </c:pt>
                <c:pt idx="42">
                  <c:v>1256</c:v>
                </c:pt>
                <c:pt idx="43">
                  <c:v>3244</c:v>
                </c:pt>
                <c:pt idx="44">
                  <c:v>4016</c:v>
                </c:pt>
                <c:pt idx="45">
                  <c:v>581</c:v>
                </c:pt>
                <c:pt idx="46">
                  <c:v>1662</c:v>
                </c:pt>
                <c:pt idx="47">
                  <c:v>3185</c:v>
                </c:pt>
                <c:pt idx="48">
                  <c:v>921</c:v>
                </c:pt>
                <c:pt idx="49">
                  <c:v>809</c:v>
                </c:pt>
                <c:pt idx="50">
                  <c:v>995</c:v>
                </c:pt>
                <c:pt idx="51">
                  <c:v>4546</c:v>
                </c:pt>
                <c:pt idx="52">
                  <c:v>20679</c:v>
                </c:pt>
                <c:pt idx="53">
                  <c:v>4175</c:v>
                </c:pt>
                <c:pt idx="54">
                  <c:v>1744</c:v>
                </c:pt>
                <c:pt idx="55">
                  <c:v>660</c:v>
                </c:pt>
                <c:pt idx="56">
                  <c:v>507</c:v>
                </c:pt>
                <c:pt idx="57">
                  <c:v>822</c:v>
                </c:pt>
                <c:pt idx="58">
                  <c:v>71163</c:v>
                </c:pt>
                <c:pt idx="59">
                  <c:v>6680</c:v>
                </c:pt>
                <c:pt idx="60">
                  <c:v>1254</c:v>
                </c:pt>
                <c:pt idx="61">
                  <c:v>2857</c:v>
                </c:pt>
                <c:pt idx="62">
                  <c:v>892</c:v>
                </c:pt>
                <c:pt idx="63">
                  <c:v>6606</c:v>
                </c:pt>
                <c:pt idx="64">
                  <c:v>1980</c:v>
                </c:pt>
                <c:pt idx="65">
                  <c:v>2593</c:v>
                </c:pt>
                <c:pt idx="66">
                  <c:v>751</c:v>
                </c:pt>
                <c:pt idx="67">
                  <c:v>671</c:v>
                </c:pt>
                <c:pt idx="68">
                  <c:v>553</c:v>
                </c:pt>
                <c:pt idx="69">
                  <c:v>4454</c:v>
                </c:pt>
                <c:pt idx="70">
                  <c:v>519</c:v>
                </c:pt>
                <c:pt idx="71">
                  <c:v>2889</c:v>
                </c:pt>
                <c:pt idx="72">
                  <c:v>938</c:v>
                </c:pt>
                <c:pt idx="73">
                  <c:v>698</c:v>
                </c:pt>
                <c:pt idx="74">
                  <c:v>2392</c:v>
                </c:pt>
                <c:pt idx="75">
                  <c:v>49754</c:v>
                </c:pt>
                <c:pt idx="76">
                  <c:v>1275</c:v>
                </c:pt>
                <c:pt idx="77">
                  <c:v>1376</c:v>
                </c:pt>
                <c:pt idx="78">
                  <c:v>608</c:v>
                </c:pt>
                <c:pt idx="79">
                  <c:v>3604</c:v>
                </c:pt>
                <c:pt idx="80">
                  <c:v>3410</c:v>
                </c:pt>
                <c:pt idx="81">
                  <c:v>2599</c:v>
                </c:pt>
                <c:pt idx="82">
                  <c:v>605</c:v>
                </c:pt>
                <c:pt idx="83">
                  <c:v>1106</c:v>
                </c:pt>
                <c:pt idx="84">
                  <c:v>542</c:v>
                </c:pt>
                <c:pt idx="85">
                  <c:v>1105</c:v>
                </c:pt>
                <c:pt idx="86">
                  <c:v>2440</c:v>
                </c:pt>
                <c:pt idx="87">
                  <c:v>20791</c:v>
                </c:pt>
                <c:pt idx="88">
                  <c:v>1114</c:v>
                </c:pt>
                <c:pt idx="89">
                  <c:v>2269</c:v>
                </c:pt>
                <c:pt idx="90">
                  <c:v>6215</c:v>
                </c:pt>
                <c:pt idx="91">
                  <c:v>1994</c:v>
                </c:pt>
                <c:pt idx="92">
                  <c:v>32728</c:v>
                </c:pt>
                <c:pt idx="93">
                  <c:v>4218</c:v>
                </c:pt>
                <c:pt idx="94">
                  <c:v>732</c:v>
                </c:pt>
                <c:pt idx="95">
                  <c:v>4147</c:v>
                </c:pt>
                <c:pt idx="96">
                  <c:v>103228</c:v>
                </c:pt>
                <c:pt idx="97">
                  <c:v>5903</c:v>
                </c:pt>
                <c:pt idx="98">
                  <c:v>1005</c:v>
                </c:pt>
                <c:pt idx="99">
                  <c:v>2064</c:v>
                </c:pt>
                <c:pt idx="100">
                  <c:v>1824</c:v>
                </c:pt>
                <c:pt idx="101">
                  <c:v>37986</c:v>
                </c:pt>
                <c:pt idx="102">
                  <c:v>2542</c:v>
                </c:pt>
                <c:pt idx="103">
                  <c:v>1813</c:v>
                </c:pt>
                <c:pt idx="104">
                  <c:v>588</c:v>
                </c:pt>
                <c:pt idx="105">
                  <c:v>3299</c:v>
                </c:pt>
                <c:pt idx="106">
                  <c:v>7737</c:v>
                </c:pt>
                <c:pt idx="107">
                  <c:v>647</c:v>
                </c:pt>
                <c:pt idx="108">
                  <c:v>1412</c:v>
                </c:pt>
                <c:pt idx="109">
                  <c:v>4118</c:v>
                </c:pt>
                <c:pt idx="110">
                  <c:v>762</c:v>
                </c:pt>
                <c:pt idx="111">
                  <c:v>2788</c:v>
                </c:pt>
                <c:pt idx="112">
                  <c:v>1532</c:v>
                </c:pt>
                <c:pt idx="113">
                  <c:v>514</c:v>
                </c:pt>
                <c:pt idx="114">
                  <c:v>22104</c:v>
                </c:pt>
                <c:pt idx="115">
                  <c:v>2137</c:v>
                </c:pt>
                <c:pt idx="116">
                  <c:v>1564</c:v>
                </c:pt>
                <c:pt idx="117">
                  <c:v>605</c:v>
                </c:pt>
                <c:pt idx="118">
                  <c:v>712</c:v>
                </c:pt>
                <c:pt idx="119">
                  <c:v>2089</c:v>
                </c:pt>
                <c:pt idx="120">
                  <c:v>5307</c:v>
                </c:pt>
                <c:pt idx="121">
                  <c:v>2817</c:v>
                </c:pt>
                <c:pt idx="122">
                  <c:v>3352</c:v>
                </c:pt>
                <c:pt idx="123">
                  <c:v>42367</c:v>
                </c:pt>
                <c:pt idx="124">
                  <c:v>1679</c:v>
                </c:pt>
                <c:pt idx="125">
                  <c:v>27719</c:v>
                </c:pt>
                <c:pt idx="126">
                  <c:v>6790</c:v>
                </c:pt>
                <c:pt idx="127">
                  <c:v>4514</c:v>
                </c:pt>
                <c:pt idx="128">
                  <c:v>1490</c:v>
                </c:pt>
                <c:pt idx="129">
                  <c:v>3112</c:v>
                </c:pt>
                <c:pt idx="130">
                  <c:v>1779</c:v>
                </c:pt>
                <c:pt idx="131">
                  <c:v>548</c:v>
                </c:pt>
                <c:pt idx="132">
                  <c:v>530</c:v>
                </c:pt>
                <c:pt idx="133">
                  <c:v>593</c:v>
                </c:pt>
                <c:pt idx="134">
                  <c:v>143124</c:v>
                </c:pt>
                <c:pt idx="135">
                  <c:v>1436</c:v>
                </c:pt>
                <c:pt idx="136">
                  <c:v>513</c:v>
                </c:pt>
                <c:pt idx="137">
                  <c:v>1152</c:v>
                </c:pt>
                <c:pt idx="138">
                  <c:v>27310</c:v>
                </c:pt>
                <c:pt idx="139">
                  <c:v>514</c:v>
                </c:pt>
                <c:pt idx="140">
                  <c:v>3807</c:v>
                </c:pt>
                <c:pt idx="141">
                  <c:v>5829</c:v>
                </c:pt>
                <c:pt idx="142">
                  <c:v>5882</c:v>
                </c:pt>
                <c:pt idx="143">
                  <c:v>952</c:v>
                </c:pt>
                <c:pt idx="144">
                  <c:v>3307</c:v>
                </c:pt>
                <c:pt idx="145">
                  <c:v>60363</c:v>
                </c:pt>
                <c:pt idx="146">
                  <c:v>591</c:v>
                </c:pt>
                <c:pt idx="147">
                  <c:v>3526</c:v>
                </c:pt>
                <c:pt idx="148">
                  <c:v>1786</c:v>
                </c:pt>
                <c:pt idx="149">
                  <c:v>6498</c:v>
                </c:pt>
                <c:pt idx="150">
                  <c:v>1188</c:v>
                </c:pt>
                <c:pt idx="151">
                  <c:v>9224</c:v>
                </c:pt>
                <c:pt idx="152">
                  <c:v>3152</c:v>
                </c:pt>
                <c:pt idx="153">
                  <c:v>1020</c:v>
                </c:pt>
                <c:pt idx="154">
                  <c:v>13976</c:v>
                </c:pt>
                <c:pt idx="155">
                  <c:v>835</c:v>
                </c:pt>
                <c:pt idx="156">
                  <c:v>3203</c:v>
                </c:pt>
                <c:pt idx="157">
                  <c:v>511</c:v>
                </c:pt>
                <c:pt idx="158">
                  <c:v>565</c:v>
                </c:pt>
                <c:pt idx="159">
                  <c:v>6021</c:v>
                </c:pt>
                <c:pt idx="160">
                  <c:v>38941</c:v>
                </c:pt>
                <c:pt idx="161">
                  <c:v>773</c:v>
                </c:pt>
                <c:pt idx="162">
                  <c:v>1168</c:v>
                </c:pt>
                <c:pt idx="163">
                  <c:v>1210</c:v>
                </c:pt>
                <c:pt idx="164">
                  <c:v>891</c:v>
                </c:pt>
                <c:pt idx="165">
                  <c:v>996</c:v>
                </c:pt>
                <c:pt idx="166">
                  <c:v>20610</c:v>
                </c:pt>
                <c:pt idx="167">
                  <c:v>1437</c:v>
                </c:pt>
                <c:pt idx="168">
                  <c:v>3046</c:v>
                </c:pt>
                <c:pt idx="169">
                  <c:v>707</c:v>
                </c:pt>
                <c:pt idx="170">
                  <c:v>1097</c:v>
                </c:pt>
                <c:pt idx="171">
                  <c:v>11515</c:v>
                </c:pt>
                <c:pt idx="172">
                  <c:v>1096</c:v>
                </c:pt>
                <c:pt idx="173">
                  <c:v>528</c:v>
                </c:pt>
                <c:pt idx="174">
                  <c:v>858</c:v>
                </c:pt>
                <c:pt idx="175">
                  <c:v>3818</c:v>
                </c:pt>
                <c:pt idx="176">
                  <c:v>633</c:v>
                </c:pt>
                <c:pt idx="177">
                  <c:v>965</c:v>
                </c:pt>
                <c:pt idx="178">
                  <c:v>552</c:v>
                </c:pt>
                <c:pt idx="179">
                  <c:v>21432</c:v>
                </c:pt>
                <c:pt idx="180">
                  <c:v>37125</c:v>
                </c:pt>
                <c:pt idx="181">
                  <c:v>889</c:v>
                </c:pt>
                <c:pt idx="182">
                  <c:v>1239</c:v>
                </c:pt>
                <c:pt idx="183">
                  <c:v>719</c:v>
                </c:pt>
                <c:pt idx="184">
                  <c:v>2847</c:v>
                </c:pt>
                <c:pt idx="185">
                  <c:v>1908</c:v>
                </c:pt>
                <c:pt idx="186">
                  <c:v>4168</c:v>
                </c:pt>
                <c:pt idx="187">
                  <c:v>580</c:v>
                </c:pt>
                <c:pt idx="188">
                  <c:v>4407</c:v>
                </c:pt>
                <c:pt idx="189">
                  <c:v>573</c:v>
                </c:pt>
                <c:pt idx="190">
                  <c:v>1047</c:v>
                </c:pt>
                <c:pt idx="191">
                  <c:v>4359</c:v>
                </c:pt>
                <c:pt idx="192">
                  <c:v>659</c:v>
                </c:pt>
                <c:pt idx="193">
                  <c:v>16681</c:v>
                </c:pt>
                <c:pt idx="194">
                  <c:v>3574</c:v>
                </c:pt>
                <c:pt idx="195">
                  <c:v>14237</c:v>
                </c:pt>
                <c:pt idx="196">
                  <c:v>973</c:v>
                </c:pt>
                <c:pt idx="197">
                  <c:v>1237</c:v>
                </c:pt>
                <c:pt idx="198">
                  <c:v>2492</c:v>
                </c:pt>
                <c:pt idx="199">
                  <c:v>2181</c:v>
                </c:pt>
                <c:pt idx="200">
                  <c:v>843</c:v>
                </c:pt>
                <c:pt idx="201">
                  <c:v>2823</c:v>
                </c:pt>
                <c:pt idx="202">
                  <c:v>964</c:v>
                </c:pt>
                <c:pt idx="203">
                  <c:v>863</c:v>
                </c:pt>
                <c:pt idx="204">
                  <c:v>5322</c:v>
                </c:pt>
                <c:pt idx="205">
                  <c:v>169199</c:v>
                </c:pt>
                <c:pt idx="206">
                  <c:v>584</c:v>
                </c:pt>
                <c:pt idx="207">
                  <c:v>1392</c:v>
                </c:pt>
                <c:pt idx="208">
                  <c:v>541</c:v>
                </c:pt>
                <c:pt idx="209">
                  <c:v>4386</c:v>
                </c:pt>
                <c:pt idx="210">
                  <c:v>1301</c:v>
                </c:pt>
                <c:pt idx="211">
                  <c:v>6508</c:v>
                </c:pt>
                <c:pt idx="212">
                  <c:v>766</c:v>
                </c:pt>
                <c:pt idx="213">
                  <c:v>673</c:v>
                </c:pt>
                <c:pt idx="214">
                  <c:v>5106</c:v>
                </c:pt>
                <c:pt idx="215">
                  <c:v>2137</c:v>
                </c:pt>
                <c:pt idx="216">
                  <c:v>2047</c:v>
                </c:pt>
                <c:pt idx="217">
                  <c:v>2340</c:v>
                </c:pt>
                <c:pt idx="218">
                  <c:v>831</c:v>
                </c:pt>
                <c:pt idx="219">
                  <c:v>1399</c:v>
                </c:pt>
                <c:pt idx="220">
                  <c:v>20327</c:v>
                </c:pt>
                <c:pt idx="221">
                  <c:v>611</c:v>
                </c:pt>
                <c:pt idx="222">
                  <c:v>762</c:v>
                </c:pt>
                <c:pt idx="223">
                  <c:v>744</c:v>
                </c:pt>
                <c:pt idx="224">
                  <c:v>1325</c:v>
                </c:pt>
                <c:pt idx="225">
                  <c:v>9286</c:v>
                </c:pt>
                <c:pt idx="226">
                  <c:v>1280</c:v>
                </c:pt>
                <c:pt idx="227">
                  <c:v>1410</c:v>
                </c:pt>
                <c:pt idx="228">
                  <c:v>911</c:v>
                </c:pt>
                <c:pt idx="229">
                  <c:v>11459</c:v>
                </c:pt>
                <c:pt idx="230">
                  <c:v>1192</c:v>
                </c:pt>
                <c:pt idx="231">
                  <c:v>8163</c:v>
                </c:pt>
                <c:pt idx="232">
                  <c:v>2402</c:v>
                </c:pt>
                <c:pt idx="233">
                  <c:v>840</c:v>
                </c:pt>
                <c:pt idx="234">
                  <c:v>722</c:v>
                </c:pt>
                <c:pt idx="235">
                  <c:v>857</c:v>
                </c:pt>
                <c:pt idx="236">
                  <c:v>78346</c:v>
                </c:pt>
                <c:pt idx="237">
                  <c:v>8446</c:v>
                </c:pt>
                <c:pt idx="238">
                  <c:v>1888</c:v>
                </c:pt>
                <c:pt idx="239">
                  <c:v>1104</c:v>
                </c:pt>
                <c:pt idx="240">
                  <c:v>5801</c:v>
                </c:pt>
                <c:pt idx="241">
                  <c:v>9456</c:v>
                </c:pt>
                <c:pt idx="242">
                  <c:v>1510</c:v>
                </c:pt>
                <c:pt idx="243">
                  <c:v>2671</c:v>
                </c:pt>
                <c:pt idx="244">
                  <c:v>2575</c:v>
                </c:pt>
                <c:pt idx="245">
                  <c:v>3967</c:v>
                </c:pt>
                <c:pt idx="246">
                  <c:v>3897</c:v>
                </c:pt>
                <c:pt idx="247">
                  <c:v>2460</c:v>
                </c:pt>
                <c:pt idx="248">
                  <c:v>710</c:v>
                </c:pt>
                <c:pt idx="249">
                  <c:v>322234</c:v>
                </c:pt>
                <c:pt idx="250">
                  <c:v>17432</c:v>
                </c:pt>
                <c:pt idx="251">
                  <c:v>17915</c:v>
                </c:pt>
                <c:pt idx="252">
                  <c:v>902</c:v>
                </c:pt>
                <c:pt idx="253">
                  <c:v>16281</c:v>
                </c:pt>
                <c:pt idx="254">
                  <c:v>22453</c:v>
                </c:pt>
                <c:pt idx="255">
                  <c:v>1131</c:v>
                </c:pt>
                <c:pt idx="256">
                  <c:v>1391</c:v>
                </c:pt>
                <c:pt idx="257">
                  <c:v>1023</c:v>
                </c:pt>
                <c:pt idx="258">
                  <c:v>5418</c:v>
                </c:pt>
                <c:pt idx="259">
                  <c:v>1319</c:v>
                </c:pt>
                <c:pt idx="260">
                  <c:v>2030</c:v>
                </c:pt>
                <c:pt idx="261">
                  <c:v>843</c:v>
                </c:pt>
                <c:pt idx="262">
                  <c:v>553</c:v>
                </c:pt>
                <c:pt idx="263">
                  <c:v>18899</c:v>
                </c:pt>
                <c:pt idx="264">
                  <c:v>1712</c:v>
                </c:pt>
                <c:pt idx="265">
                  <c:v>1678</c:v>
                </c:pt>
                <c:pt idx="266">
                  <c:v>1184</c:v>
                </c:pt>
                <c:pt idx="267">
                  <c:v>682</c:v>
                </c:pt>
                <c:pt idx="268">
                  <c:v>7374</c:v>
                </c:pt>
                <c:pt idx="269">
                  <c:v>916</c:v>
                </c:pt>
                <c:pt idx="270">
                  <c:v>3088</c:v>
                </c:pt>
                <c:pt idx="271">
                  <c:v>35069</c:v>
                </c:pt>
                <c:pt idx="272">
                  <c:v>119429</c:v>
                </c:pt>
                <c:pt idx="273">
                  <c:v>3305</c:v>
                </c:pt>
                <c:pt idx="274">
                  <c:v>2954</c:v>
                </c:pt>
                <c:pt idx="275">
                  <c:v>1525</c:v>
                </c:pt>
                <c:pt idx="276">
                  <c:v>13677</c:v>
                </c:pt>
                <c:pt idx="277">
                  <c:v>54529</c:v>
                </c:pt>
                <c:pt idx="278">
                  <c:v>1379</c:v>
                </c:pt>
                <c:pt idx="279">
                  <c:v>756</c:v>
                </c:pt>
                <c:pt idx="280">
                  <c:v>611</c:v>
                </c:pt>
                <c:pt idx="281">
                  <c:v>767</c:v>
                </c:pt>
                <c:pt idx="282">
                  <c:v>1314</c:v>
                </c:pt>
                <c:pt idx="283">
                  <c:v>998</c:v>
                </c:pt>
                <c:pt idx="284">
                  <c:v>794</c:v>
                </c:pt>
                <c:pt idx="285">
                  <c:v>918</c:v>
                </c:pt>
                <c:pt idx="286">
                  <c:v>2276</c:v>
                </c:pt>
                <c:pt idx="287">
                  <c:v>14627</c:v>
                </c:pt>
                <c:pt idx="288">
                  <c:v>8176</c:v>
                </c:pt>
                <c:pt idx="289">
                  <c:v>8330</c:v>
                </c:pt>
                <c:pt idx="290">
                  <c:v>523</c:v>
                </c:pt>
                <c:pt idx="291">
                  <c:v>635</c:v>
                </c:pt>
                <c:pt idx="292">
                  <c:v>1430</c:v>
                </c:pt>
                <c:pt idx="293">
                  <c:v>15552</c:v>
                </c:pt>
                <c:pt idx="294">
                  <c:v>1624</c:v>
                </c:pt>
                <c:pt idx="295">
                  <c:v>1301</c:v>
                </c:pt>
                <c:pt idx="296">
                  <c:v>34416</c:v>
                </c:pt>
                <c:pt idx="297">
                  <c:v>1412</c:v>
                </c:pt>
                <c:pt idx="298">
                  <c:v>651</c:v>
                </c:pt>
                <c:pt idx="299">
                  <c:v>856</c:v>
                </c:pt>
                <c:pt idx="300">
                  <c:v>703</c:v>
                </c:pt>
                <c:pt idx="301">
                  <c:v>1478</c:v>
                </c:pt>
                <c:pt idx="302">
                  <c:v>2844</c:v>
                </c:pt>
                <c:pt idx="303">
                  <c:v>2293</c:v>
                </c:pt>
                <c:pt idx="304">
                  <c:v>501</c:v>
                </c:pt>
                <c:pt idx="305">
                  <c:v>1312</c:v>
                </c:pt>
                <c:pt idx="306">
                  <c:v>541</c:v>
                </c:pt>
                <c:pt idx="307">
                  <c:v>5826</c:v>
                </c:pt>
                <c:pt idx="308">
                  <c:v>683</c:v>
                </c:pt>
                <c:pt idx="309">
                  <c:v>669</c:v>
                </c:pt>
                <c:pt idx="310">
                  <c:v>1860</c:v>
                </c:pt>
                <c:pt idx="311">
                  <c:v>1173</c:v>
                </c:pt>
                <c:pt idx="312">
                  <c:v>8893</c:v>
                </c:pt>
                <c:pt idx="313">
                  <c:v>949</c:v>
                </c:pt>
                <c:pt idx="314">
                  <c:v>580</c:v>
                </c:pt>
                <c:pt idx="315">
                  <c:v>3428</c:v>
                </c:pt>
                <c:pt idx="316">
                  <c:v>886</c:v>
                </c:pt>
                <c:pt idx="317">
                  <c:v>793</c:v>
                </c:pt>
                <c:pt idx="318">
                  <c:v>649</c:v>
                </c:pt>
                <c:pt idx="319">
                  <c:v>37132</c:v>
                </c:pt>
                <c:pt idx="320">
                  <c:v>789</c:v>
                </c:pt>
                <c:pt idx="321">
                  <c:v>8348</c:v>
                </c:pt>
                <c:pt idx="322">
                  <c:v>9594</c:v>
                </c:pt>
                <c:pt idx="323">
                  <c:v>3679</c:v>
                </c:pt>
                <c:pt idx="324">
                  <c:v>1415</c:v>
                </c:pt>
                <c:pt idx="325">
                  <c:v>2054</c:v>
                </c:pt>
                <c:pt idx="326">
                  <c:v>593</c:v>
                </c:pt>
                <c:pt idx="327">
                  <c:v>3059</c:v>
                </c:pt>
                <c:pt idx="328">
                  <c:v>2266</c:v>
                </c:pt>
                <c:pt idx="329">
                  <c:v>736</c:v>
                </c:pt>
                <c:pt idx="330">
                  <c:v>615</c:v>
                </c:pt>
                <c:pt idx="331">
                  <c:v>1207</c:v>
                </c:pt>
                <c:pt idx="332">
                  <c:v>7023</c:v>
                </c:pt>
                <c:pt idx="333">
                  <c:v>4627</c:v>
                </c:pt>
                <c:pt idx="334">
                  <c:v>979</c:v>
                </c:pt>
                <c:pt idx="335">
                  <c:v>580</c:v>
                </c:pt>
                <c:pt idx="336">
                  <c:v>1846</c:v>
                </c:pt>
                <c:pt idx="337">
                  <c:v>652</c:v>
                </c:pt>
                <c:pt idx="338">
                  <c:v>1907</c:v>
                </c:pt>
                <c:pt idx="339">
                  <c:v>4412</c:v>
                </c:pt>
                <c:pt idx="340">
                  <c:v>18388</c:v>
                </c:pt>
                <c:pt idx="341">
                  <c:v>902</c:v>
                </c:pt>
                <c:pt idx="342">
                  <c:v>572</c:v>
                </c:pt>
                <c:pt idx="343">
                  <c:v>29384</c:v>
                </c:pt>
                <c:pt idx="344">
                  <c:v>1096</c:v>
                </c:pt>
                <c:pt idx="345">
                  <c:v>15297</c:v>
                </c:pt>
                <c:pt idx="346">
                  <c:v>739</c:v>
                </c:pt>
                <c:pt idx="347">
                  <c:v>30216</c:v>
                </c:pt>
                <c:pt idx="348">
                  <c:v>3338</c:v>
                </c:pt>
                <c:pt idx="349">
                  <c:v>3961</c:v>
                </c:pt>
                <c:pt idx="350">
                  <c:v>1670</c:v>
                </c:pt>
                <c:pt idx="351">
                  <c:v>4201</c:v>
                </c:pt>
                <c:pt idx="352">
                  <c:v>504</c:v>
                </c:pt>
                <c:pt idx="353">
                  <c:v>833</c:v>
                </c:pt>
                <c:pt idx="354">
                  <c:v>2471</c:v>
                </c:pt>
                <c:pt idx="355">
                  <c:v>32181</c:v>
                </c:pt>
                <c:pt idx="356">
                  <c:v>14340</c:v>
                </c:pt>
                <c:pt idx="357">
                  <c:v>8306</c:v>
                </c:pt>
                <c:pt idx="358">
                  <c:v>286878</c:v>
                </c:pt>
                <c:pt idx="359">
                  <c:v>623</c:v>
                </c:pt>
                <c:pt idx="360">
                  <c:v>18723</c:v>
                </c:pt>
                <c:pt idx="361">
                  <c:v>837</c:v>
                </c:pt>
                <c:pt idx="362">
                  <c:v>781</c:v>
                </c:pt>
                <c:pt idx="363">
                  <c:v>711</c:v>
                </c:pt>
                <c:pt idx="364">
                  <c:v>649</c:v>
                </c:pt>
                <c:pt idx="365">
                  <c:v>537</c:v>
                </c:pt>
                <c:pt idx="366">
                  <c:v>741</c:v>
                </c:pt>
                <c:pt idx="367">
                  <c:v>514</c:v>
                </c:pt>
                <c:pt idx="368">
                  <c:v>1738</c:v>
                </c:pt>
                <c:pt idx="369">
                  <c:v>2071</c:v>
                </c:pt>
                <c:pt idx="370">
                  <c:v>716</c:v>
                </c:pt>
                <c:pt idx="371">
                  <c:v>1731</c:v>
                </c:pt>
                <c:pt idx="372">
                  <c:v>1390</c:v>
                </c:pt>
                <c:pt idx="373">
                  <c:v>1905</c:v>
                </c:pt>
                <c:pt idx="374">
                  <c:v>1184</c:v>
                </c:pt>
                <c:pt idx="375">
                  <c:v>4536</c:v>
                </c:pt>
                <c:pt idx="376">
                  <c:v>1145</c:v>
                </c:pt>
                <c:pt idx="377">
                  <c:v>4725</c:v>
                </c:pt>
                <c:pt idx="378">
                  <c:v>639</c:v>
                </c:pt>
                <c:pt idx="379">
                  <c:v>2076</c:v>
                </c:pt>
                <c:pt idx="380">
                  <c:v>1104</c:v>
                </c:pt>
                <c:pt idx="381">
                  <c:v>798</c:v>
                </c:pt>
                <c:pt idx="382">
                  <c:v>881</c:v>
                </c:pt>
                <c:pt idx="383">
                  <c:v>3227</c:v>
                </c:pt>
                <c:pt idx="384">
                  <c:v>559</c:v>
                </c:pt>
                <c:pt idx="385">
                  <c:v>778</c:v>
                </c:pt>
                <c:pt idx="386">
                  <c:v>828</c:v>
                </c:pt>
                <c:pt idx="387">
                  <c:v>14469</c:v>
                </c:pt>
                <c:pt idx="388">
                  <c:v>501</c:v>
                </c:pt>
                <c:pt idx="389">
                  <c:v>1698</c:v>
                </c:pt>
                <c:pt idx="390">
                  <c:v>6089</c:v>
                </c:pt>
                <c:pt idx="391">
                  <c:v>6686</c:v>
                </c:pt>
                <c:pt idx="392">
                  <c:v>5793</c:v>
                </c:pt>
                <c:pt idx="393">
                  <c:v>532</c:v>
                </c:pt>
                <c:pt idx="394">
                  <c:v>7405</c:v>
                </c:pt>
                <c:pt idx="395">
                  <c:v>37995</c:v>
                </c:pt>
                <c:pt idx="396">
                  <c:v>6769</c:v>
                </c:pt>
                <c:pt idx="397">
                  <c:v>1331</c:v>
                </c:pt>
                <c:pt idx="398">
                  <c:v>7080</c:v>
                </c:pt>
                <c:pt idx="399">
                  <c:v>781</c:v>
                </c:pt>
                <c:pt idx="400">
                  <c:v>3556</c:v>
                </c:pt>
                <c:pt idx="401">
                  <c:v>602</c:v>
                </c:pt>
                <c:pt idx="402">
                  <c:v>2912</c:v>
                </c:pt>
                <c:pt idx="403">
                  <c:v>25115</c:v>
                </c:pt>
                <c:pt idx="404">
                  <c:v>862</c:v>
                </c:pt>
                <c:pt idx="405">
                  <c:v>1759</c:v>
                </c:pt>
                <c:pt idx="406">
                  <c:v>887</c:v>
                </c:pt>
                <c:pt idx="407">
                  <c:v>1141</c:v>
                </c:pt>
                <c:pt idx="408">
                  <c:v>11697</c:v>
                </c:pt>
                <c:pt idx="409">
                  <c:v>2534</c:v>
                </c:pt>
                <c:pt idx="410">
                  <c:v>1113</c:v>
                </c:pt>
                <c:pt idx="411">
                  <c:v>2099</c:v>
                </c:pt>
                <c:pt idx="412">
                  <c:v>2132</c:v>
                </c:pt>
                <c:pt idx="413">
                  <c:v>1170</c:v>
                </c:pt>
                <c:pt idx="414">
                  <c:v>555</c:v>
                </c:pt>
                <c:pt idx="415">
                  <c:v>5497</c:v>
                </c:pt>
                <c:pt idx="416">
                  <c:v>3989</c:v>
                </c:pt>
                <c:pt idx="417">
                  <c:v>644</c:v>
                </c:pt>
                <c:pt idx="418">
                  <c:v>870</c:v>
                </c:pt>
                <c:pt idx="419">
                  <c:v>1228</c:v>
                </c:pt>
                <c:pt idx="420">
                  <c:v>15157</c:v>
                </c:pt>
                <c:pt idx="421">
                  <c:v>120871</c:v>
                </c:pt>
                <c:pt idx="422">
                  <c:v>9883</c:v>
                </c:pt>
                <c:pt idx="423">
                  <c:v>1178</c:v>
                </c:pt>
                <c:pt idx="424">
                  <c:v>6110</c:v>
                </c:pt>
                <c:pt idx="425">
                  <c:v>2216</c:v>
                </c:pt>
                <c:pt idx="426">
                  <c:v>4386</c:v>
                </c:pt>
                <c:pt idx="427">
                  <c:v>29205</c:v>
                </c:pt>
                <c:pt idx="428">
                  <c:v>641</c:v>
                </c:pt>
                <c:pt idx="429">
                  <c:v>522</c:v>
                </c:pt>
                <c:pt idx="430">
                  <c:v>7360</c:v>
                </c:pt>
                <c:pt idx="431">
                  <c:v>1619</c:v>
                </c:pt>
                <c:pt idx="432">
                  <c:v>1620</c:v>
                </c:pt>
                <c:pt idx="433">
                  <c:v>1202</c:v>
                </c:pt>
                <c:pt idx="434">
                  <c:v>842</c:v>
                </c:pt>
                <c:pt idx="435">
                  <c:v>691</c:v>
                </c:pt>
                <c:pt idx="436">
                  <c:v>4834</c:v>
                </c:pt>
                <c:pt idx="437">
                  <c:v>723</c:v>
                </c:pt>
                <c:pt idx="438">
                  <c:v>8364</c:v>
                </c:pt>
                <c:pt idx="439">
                  <c:v>588</c:v>
                </c:pt>
                <c:pt idx="440">
                  <c:v>14443</c:v>
                </c:pt>
                <c:pt idx="441">
                  <c:v>3118</c:v>
                </c:pt>
                <c:pt idx="442">
                  <c:v>776</c:v>
                </c:pt>
                <c:pt idx="443">
                  <c:v>4048</c:v>
                </c:pt>
                <c:pt idx="444">
                  <c:v>512</c:v>
                </c:pt>
                <c:pt idx="445">
                  <c:v>3061</c:v>
                </c:pt>
                <c:pt idx="446">
                  <c:v>14007</c:v>
                </c:pt>
                <c:pt idx="447">
                  <c:v>881</c:v>
                </c:pt>
                <c:pt idx="448">
                  <c:v>1994</c:v>
                </c:pt>
                <c:pt idx="449">
                  <c:v>847</c:v>
                </c:pt>
                <c:pt idx="450">
                  <c:v>1254</c:v>
                </c:pt>
                <c:pt idx="451">
                  <c:v>2025</c:v>
                </c:pt>
                <c:pt idx="452">
                  <c:v>4781</c:v>
                </c:pt>
                <c:pt idx="453">
                  <c:v>897</c:v>
                </c:pt>
                <c:pt idx="454">
                  <c:v>566</c:v>
                </c:pt>
                <c:pt idx="455">
                  <c:v>4489</c:v>
                </c:pt>
                <c:pt idx="456">
                  <c:v>1394</c:v>
                </c:pt>
                <c:pt idx="457">
                  <c:v>1643</c:v>
                </c:pt>
                <c:pt idx="458">
                  <c:v>1670</c:v>
                </c:pt>
                <c:pt idx="459">
                  <c:v>874</c:v>
                </c:pt>
                <c:pt idx="460">
                  <c:v>1671</c:v>
                </c:pt>
                <c:pt idx="461">
                  <c:v>680</c:v>
                </c:pt>
                <c:pt idx="462">
                  <c:v>1740</c:v>
                </c:pt>
                <c:pt idx="463">
                  <c:v>1798</c:v>
                </c:pt>
                <c:pt idx="464">
                  <c:v>1542</c:v>
                </c:pt>
                <c:pt idx="465">
                  <c:v>819</c:v>
                </c:pt>
                <c:pt idx="466">
                  <c:v>1389</c:v>
                </c:pt>
                <c:pt idx="467">
                  <c:v>1049</c:v>
                </c:pt>
                <c:pt idx="468">
                  <c:v>4939</c:v>
                </c:pt>
                <c:pt idx="469">
                  <c:v>644</c:v>
                </c:pt>
                <c:pt idx="470">
                  <c:v>778</c:v>
                </c:pt>
                <c:pt idx="471">
                  <c:v>8528</c:v>
                </c:pt>
                <c:pt idx="472">
                  <c:v>27148</c:v>
                </c:pt>
                <c:pt idx="473">
                  <c:v>1656</c:v>
                </c:pt>
                <c:pt idx="474">
                  <c:v>636</c:v>
                </c:pt>
                <c:pt idx="475">
                  <c:v>14720</c:v>
                </c:pt>
                <c:pt idx="476">
                  <c:v>124918</c:v>
                </c:pt>
                <c:pt idx="477">
                  <c:v>2693</c:v>
                </c:pt>
                <c:pt idx="478">
                  <c:v>1816</c:v>
                </c:pt>
                <c:pt idx="479">
                  <c:v>620</c:v>
                </c:pt>
                <c:pt idx="480">
                  <c:v>2674</c:v>
                </c:pt>
                <c:pt idx="481">
                  <c:v>3658</c:v>
                </c:pt>
                <c:pt idx="482">
                  <c:v>604</c:v>
                </c:pt>
                <c:pt idx="483">
                  <c:v>1045</c:v>
                </c:pt>
                <c:pt idx="484">
                  <c:v>281763</c:v>
                </c:pt>
                <c:pt idx="485">
                  <c:v>1424</c:v>
                </c:pt>
                <c:pt idx="486">
                  <c:v>11773</c:v>
                </c:pt>
                <c:pt idx="487">
                  <c:v>1054</c:v>
                </c:pt>
                <c:pt idx="488">
                  <c:v>1581</c:v>
                </c:pt>
                <c:pt idx="489">
                  <c:v>802</c:v>
                </c:pt>
                <c:pt idx="490">
                  <c:v>721</c:v>
                </c:pt>
                <c:pt idx="491">
                  <c:v>1394</c:v>
                </c:pt>
                <c:pt idx="492">
                  <c:v>128956</c:v>
                </c:pt>
                <c:pt idx="493">
                  <c:v>833</c:v>
                </c:pt>
                <c:pt idx="494">
                  <c:v>585</c:v>
                </c:pt>
                <c:pt idx="495">
                  <c:v>2825</c:v>
                </c:pt>
                <c:pt idx="496">
                  <c:v>21418</c:v>
                </c:pt>
                <c:pt idx="497">
                  <c:v>4073</c:v>
                </c:pt>
                <c:pt idx="498">
                  <c:v>2826</c:v>
                </c:pt>
                <c:pt idx="499">
                  <c:v>1716</c:v>
                </c:pt>
                <c:pt idx="500">
                  <c:v>7280</c:v>
                </c:pt>
                <c:pt idx="501">
                  <c:v>1493</c:v>
                </c:pt>
                <c:pt idx="502">
                  <c:v>1531</c:v>
                </c:pt>
                <c:pt idx="503">
                  <c:v>505</c:v>
                </c:pt>
                <c:pt idx="504">
                  <c:v>2787</c:v>
                </c:pt>
                <c:pt idx="505">
                  <c:v>2488</c:v>
                </c:pt>
                <c:pt idx="506">
                  <c:v>948</c:v>
                </c:pt>
                <c:pt idx="507">
                  <c:v>2169</c:v>
                </c:pt>
                <c:pt idx="508">
                  <c:v>5784</c:v>
                </c:pt>
                <c:pt idx="509">
                  <c:v>603</c:v>
                </c:pt>
                <c:pt idx="510">
                  <c:v>16316</c:v>
                </c:pt>
                <c:pt idx="511">
                  <c:v>871</c:v>
                </c:pt>
                <c:pt idx="512">
                  <c:v>893</c:v>
                </c:pt>
                <c:pt idx="513">
                  <c:v>769</c:v>
                </c:pt>
                <c:pt idx="514">
                  <c:v>1112</c:v>
                </c:pt>
                <c:pt idx="515">
                  <c:v>7791</c:v>
                </c:pt>
                <c:pt idx="516">
                  <c:v>859</c:v>
                </c:pt>
                <c:pt idx="517">
                  <c:v>769</c:v>
                </c:pt>
                <c:pt idx="518">
                  <c:v>1482</c:v>
                </c:pt>
                <c:pt idx="519">
                  <c:v>35301</c:v>
                </c:pt>
                <c:pt idx="520">
                  <c:v>131890</c:v>
                </c:pt>
                <c:pt idx="521">
                  <c:v>1126</c:v>
                </c:pt>
                <c:pt idx="522">
                  <c:v>998</c:v>
                </c:pt>
                <c:pt idx="523">
                  <c:v>537</c:v>
                </c:pt>
                <c:pt idx="524">
                  <c:v>803</c:v>
                </c:pt>
                <c:pt idx="525">
                  <c:v>2731</c:v>
                </c:pt>
                <c:pt idx="526">
                  <c:v>4388</c:v>
                </c:pt>
                <c:pt idx="527">
                  <c:v>1123</c:v>
                </c:pt>
                <c:pt idx="528">
                  <c:v>4628</c:v>
                </c:pt>
                <c:pt idx="529">
                  <c:v>4390</c:v>
                </c:pt>
                <c:pt idx="530">
                  <c:v>4653</c:v>
                </c:pt>
                <c:pt idx="531">
                  <c:v>3492</c:v>
                </c:pt>
                <c:pt idx="532">
                  <c:v>571</c:v>
                </c:pt>
                <c:pt idx="533">
                  <c:v>5377</c:v>
                </c:pt>
                <c:pt idx="534">
                  <c:v>158017</c:v>
                </c:pt>
                <c:pt idx="535">
                  <c:v>14511</c:v>
                </c:pt>
                <c:pt idx="536">
                  <c:v>858</c:v>
                </c:pt>
                <c:pt idx="537">
                  <c:v>5037</c:v>
                </c:pt>
                <c:pt idx="538">
                  <c:v>780</c:v>
                </c:pt>
                <c:pt idx="539">
                  <c:v>8686</c:v>
                </c:pt>
                <c:pt idx="540">
                  <c:v>613</c:v>
                </c:pt>
                <c:pt idx="541">
                  <c:v>1245</c:v>
                </c:pt>
                <c:pt idx="542">
                  <c:v>8616</c:v>
                </c:pt>
                <c:pt idx="543">
                  <c:v>1840</c:v>
                </c:pt>
                <c:pt idx="544">
                  <c:v>1036</c:v>
                </c:pt>
                <c:pt idx="545">
                  <c:v>1780</c:v>
                </c:pt>
                <c:pt idx="546">
                  <c:v>50122</c:v>
                </c:pt>
                <c:pt idx="547">
                  <c:v>1573</c:v>
                </c:pt>
                <c:pt idx="548">
                  <c:v>1907</c:v>
                </c:pt>
                <c:pt idx="549">
                  <c:v>151419</c:v>
                </c:pt>
                <c:pt idx="550">
                  <c:v>1114</c:v>
                </c:pt>
                <c:pt idx="551">
                  <c:v>1329</c:v>
                </c:pt>
                <c:pt idx="552">
                  <c:v>3504</c:v>
                </c:pt>
                <c:pt idx="553">
                  <c:v>803</c:v>
                </c:pt>
                <c:pt idx="554">
                  <c:v>21874</c:v>
                </c:pt>
                <c:pt idx="555">
                  <c:v>3254</c:v>
                </c:pt>
                <c:pt idx="556">
                  <c:v>863</c:v>
                </c:pt>
                <c:pt idx="557">
                  <c:v>27539</c:v>
                </c:pt>
                <c:pt idx="558">
                  <c:v>834</c:v>
                </c:pt>
                <c:pt idx="559">
                  <c:v>313577</c:v>
                </c:pt>
                <c:pt idx="560">
                  <c:v>5331</c:v>
                </c:pt>
                <c:pt idx="561">
                  <c:v>3025</c:v>
                </c:pt>
                <c:pt idx="562">
                  <c:v>569</c:v>
                </c:pt>
                <c:pt idx="563">
                  <c:v>2821</c:v>
                </c:pt>
                <c:pt idx="564">
                  <c:v>13152</c:v>
                </c:pt>
                <c:pt idx="565">
                  <c:v>5726</c:v>
                </c:pt>
                <c:pt idx="566">
                  <c:v>539</c:v>
                </c:pt>
                <c:pt idx="567">
                  <c:v>242067</c:v>
                </c:pt>
                <c:pt idx="568">
                  <c:v>1713</c:v>
                </c:pt>
                <c:pt idx="569">
                  <c:v>888</c:v>
                </c:pt>
                <c:pt idx="570">
                  <c:v>830</c:v>
                </c:pt>
                <c:pt idx="571">
                  <c:v>2250</c:v>
                </c:pt>
                <c:pt idx="572">
                  <c:v>4819</c:v>
                </c:pt>
                <c:pt idx="573">
                  <c:v>568</c:v>
                </c:pt>
                <c:pt idx="574">
                  <c:v>614</c:v>
                </c:pt>
                <c:pt idx="575">
                  <c:v>540</c:v>
                </c:pt>
                <c:pt idx="576">
                  <c:v>2239</c:v>
                </c:pt>
                <c:pt idx="577">
                  <c:v>27245</c:v>
                </c:pt>
                <c:pt idx="578">
                  <c:v>1982</c:v>
                </c:pt>
                <c:pt idx="579">
                  <c:v>970</c:v>
                </c:pt>
                <c:pt idx="580">
                  <c:v>1421</c:v>
                </c:pt>
                <c:pt idx="581">
                  <c:v>1149</c:v>
                </c:pt>
                <c:pt idx="582">
                  <c:v>1231</c:v>
                </c:pt>
                <c:pt idx="583">
                  <c:v>5109</c:v>
                </c:pt>
                <c:pt idx="584">
                  <c:v>1700</c:v>
                </c:pt>
                <c:pt idx="585">
                  <c:v>1466</c:v>
                </c:pt>
                <c:pt idx="586">
                  <c:v>818</c:v>
                </c:pt>
                <c:pt idx="587">
                  <c:v>570</c:v>
                </c:pt>
                <c:pt idx="588">
                  <c:v>980</c:v>
                </c:pt>
                <c:pt idx="589">
                  <c:v>911</c:v>
                </c:pt>
                <c:pt idx="590">
                  <c:v>1859</c:v>
                </c:pt>
                <c:pt idx="591">
                  <c:v>41701</c:v>
                </c:pt>
                <c:pt idx="592">
                  <c:v>883</c:v>
                </c:pt>
                <c:pt idx="593">
                  <c:v>1904</c:v>
                </c:pt>
                <c:pt idx="594">
                  <c:v>3270</c:v>
                </c:pt>
                <c:pt idx="595">
                  <c:v>875</c:v>
                </c:pt>
                <c:pt idx="596">
                  <c:v>6072</c:v>
                </c:pt>
                <c:pt idx="597">
                  <c:v>924</c:v>
                </c:pt>
                <c:pt idx="598">
                  <c:v>825</c:v>
                </c:pt>
                <c:pt idx="599">
                  <c:v>1432</c:v>
                </c:pt>
                <c:pt idx="600">
                  <c:v>2942</c:v>
                </c:pt>
                <c:pt idx="601">
                  <c:v>1627</c:v>
                </c:pt>
                <c:pt idx="602">
                  <c:v>1571</c:v>
                </c:pt>
                <c:pt idx="603">
                  <c:v>4095</c:v>
                </c:pt>
                <c:pt idx="604">
                  <c:v>1166</c:v>
                </c:pt>
                <c:pt idx="605">
                  <c:v>842</c:v>
                </c:pt>
                <c:pt idx="606">
                  <c:v>1830</c:v>
                </c:pt>
                <c:pt idx="607">
                  <c:v>791</c:v>
                </c:pt>
                <c:pt idx="608">
                  <c:v>604</c:v>
                </c:pt>
                <c:pt idx="609">
                  <c:v>662</c:v>
                </c:pt>
                <c:pt idx="610">
                  <c:v>1066</c:v>
                </c:pt>
                <c:pt idx="611">
                  <c:v>10483</c:v>
                </c:pt>
                <c:pt idx="612">
                  <c:v>24058</c:v>
                </c:pt>
                <c:pt idx="613">
                  <c:v>758</c:v>
                </c:pt>
                <c:pt idx="614">
                  <c:v>515</c:v>
                </c:pt>
                <c:pt idx="615">
                  <c:v>2167</c:v>
                </c:pt>
                <c:pt idx="616">
                  <c:v>900</c:v>
                </c:pt>
                <c:pt idx="617">
                  <c:v>1860</c:v>
                </c:pt>
                <c:pt idx="618">
                  <c:v>1406</c:v>
                </c:pt>
                <c:pt idx="619">
                  <c:v>27054</c:v>
                </c:pt>
                <c:pt idx="620">
                  <c:v>2160</c:v>
                </c:pt>
                <c:pt idx="621">
                  <c:v>608</c:v>
                </c:pt>
                <c:pt idx="622">
                  <c:v>765</c:v>
                </c:pt>
                <c:pt idx="623">
                  <c:v>502</c:v>
                </c:pt>
                <c:pt idx="624">
                  <c:v>21748</c:v>
                </c:pt>
                <c:pt idx="625">
                  <c:v>10424</c:v>
                </c:pt>
                <c:pt idx="626">
                  <c:v>1752</c:v>
                </c:pt>
                <c:pt idx="627">
                  <c:v>1016</c:v>
                </c:pt>
                <c:pt idx="628">
                  <c:v>714</c:v>
                </c:pt>
                <c:pt idx="629">
                  <c:v>1086</c:v>
                </c:pt>
                <c:pt idx="630">
                  <c:v>704</c:v>
                </c:pt>
                <c:pt idx="631">
                  <c:v>770</c:v>
                </c:pt>
                <c:pt idx="632">
                  <c:v>3095</c:v>
                </c:pt>
                <c:pt idx="633">
                  <c:v>756</c:v>
                </c:pt>
                <c:pt idx="634">
                  <c:v>8619</c:v>
                </c:pt>
                <c:pt idx="635">
                  <c:v>1012</c:v>
                </c:pt>
                <c:pt idx="636">
                  <c:v>1637</c:v>
                </c:pt>
                <c:pt idx="637">
                  <c:v>1011</c:v>
                </c:pt>
                <c:pt idx="638">
                  <c:v>12678</c:v>
                </c:pt>
                <c:pt idx="639">
                  <c:v>3226</c:v>
                </c:pt>
                <c:pt idx="640">
                  <c:v>1058</c:v>
                </c:pt>
                <c:pt idx="641">
                  <c:v>557</c:v>
                </c:pt>
                <c:pt idx="642">
                  <c:v>9963</c:v>
                </c:pt>
                <c:pt idx="643">
                  <c:v>534</c:v>
                </c:pt>
                <c:pt idx="644">
                  <c:v>3057</c:v>
                </c:pt>
                <c:pt idx="645">
                  <c:v>750</c:v>
                </c:pt>
                <c:pt idx="646">
                  <c:v>1813</c:v>
                </c:pt>
                <c:pt idx="647">
                  <c:v>6679</c:v>
                </c:pt>
                <c:pt idx="648">
                  <c:v>1819</c:v>
                </c:pt>
                <c:pt idx="649">
                  <c:v>774</c:v>
                </c:pt>
                <c:pt idx="650">
                  <c:v>13838</c:v>
                </c:pt>
                <c:pt idx="651">
                  <c:v>5126</c:v>
                </c:pt>
                <c:pt idx="652">
                  <c:v>1361</c:v>
                </c:pt>
                <c:pt idx="653">
                  <c:v>2517</c:v>
                </c:pt>
                <c:pt idx="654">
                  <c:v>588</c:v>
                </c:pt>
                <c:pt idx="655">
                  <c:v>152433</c:v>
                </c:pt>
                <c:pt idx="656">
                  <c:v>719</c:v>
                </c:pt>
                <c:pt idx="657">
                  <c:v>6626</c:v>
                </c:pt>
                <c:pt idx="658">
                  <c:v>746</c:v>
                </c:pt>
                <c:pt idx="659">
                  <c:v>872</c:v>
                </c:pt>
                <c:pt idx="660">
                  <c:v>1474</c:v>
                </c:pt>
                <c:pt idx="661">
                  <c:v>2236</c:v>
                </c:pt>
                <c:pt idx="662">
                  <c:v>2276</c:v>
                </c:pt>
                <c:pt idx="663">
                  <c:v>1469</c:v>
                </c:pt>
                <c:pt idx="664">
                  <c:v>642</c:v>
                </c:pt>
                <c:pt idx="665">
                  <c:v>3386</c:v>
                </c:pt>
                <c:pt idx="666">
                  <c:v>515</c:v>
                </c:pt>
                <c:pt idx="667">
                  <c:v>615</c:v>
                </c:pt>
                <c:pt idx="668">
                  <c:v>7068</c:v>
                </c:pt>
                <c:pt idx="669">
                  <c:v>785</c:v>
                </c:pt>
                <c:pt idx="670">
                  <c:v>987</c:v>
                </c:pt>
                <c:pt idx="671">
                  <c:v>12373</c:v>
                </c:pt>
                <c:pt idx="672">
                  <c:v>551</c:v>
                </c:pt>
                <c:pt idx="673">
                  <c:v>3343</c:v>
                </c:pt>
                <c:pt idx="674">
                  <c:v>634</c:v>
                </c:pt>
                <c:pt idx="675">
                  <c:v>5167</c:v>
                </c:pt>
                <c:pt idx="676">
                  <c:v>1508</c:v>
                </c:pt>
                <c:pt idx="677">
                  <c:v>41691</c:v>
                </c:pt>
                <c:pt idx="678">
                  <c:v>800</c:v>
                </c:pt>
                <c:pt idx="679">
                  <c:v>1602</c:v>
                </c:pt>
                <c:pt idx="680">
                  <c:v>1325</c:v>
                </c:pt>
                <c:pt idx="681">
                  <c:v>18669</c:v>
                </c:pt>
                <c:pt idx="682">
                  <c:v>3922</c:v>
                </c:pt>
                <c:pt idx="683">
                  <c:v>968</c:v>
                </c:pt>
                <c:pt idx="684">
                  <c:v>8804</c:v>
                </c:pt>
                <c:pt idx="685">
                  <c:v>974</c:v>
                </c:pt>
                <c:pt idx="686">
                  <c:v>2570</c:v>
                </c:pt>
                <c:pt idx="687">
                  <c:v>1249</c:v>
                </c:pt>
                <c:pt idx="688">
                  <c:v>1567</c:v>
                </c:pt>
                <c:pt idx="689">
                  <c:v>3152</c:v>
                </c:pt>
                <c:pt idx="690">
                  <c:v>653</c:v>
                </c:pt>
                <c:pt idx="691">
                  <c:v>6103</c:v>
                </c:pt>
                <c:pt idx="692">
                  <c:v>279741</c:v>
                </c:pt>
                <c:pt idx="693">
                  <c:v>705</c:v>
                </c:pt>
                <c:pt idx="694">
                  <c:v>10630</c:v>
                </c:pt>
                <c:pt idx="695">
                  <c:v>5037</c:v>
                </c:pt>
                <c:pt idx="696">
                  <c:v>808</c:v>
                </c:pt>
                <c:pt idx="697">
                  <c:v>24731</c:v>
                </c:pt>
                <c:pt idx="698">
                  <c:v>3247</c:v>
                </c:pt>
                <c:pt idx="699">
                  <c:v>865</c:v>
                </c:pt>
                <c:pt idx="700">
                  <c:v>1022</c:v>
                </c:pt>
                <c:pt idx="701">
                  <c:v>587</c:v>
                </c:pt>
                <c:pt idx="702">
                  <c:v>7042</c:v>
                </c:pt>
                <c:pt idx="703">
                  <c:v>11314</c:v>
                </c:pt>
                <c:pt idx="704">
                  <c:v>895</c:v>
                </c:pt>
                <c:pt idx="705">
                  <c:v>16258</c:v>
                </c:pt>
                <c:pt idx="706">
                  <c:v>1031</c:v>
                </c:pt>
                <c:pt idx="707">
                  <c:v>618</c:v>
                </c:pt>
                <c:pt idx="708">
                  <c:v>601</c:v>
                </c:pt>
                <c:pt idx="709">
                  <c:v>1353</c:v>
                </c:pt>
                <c:pt idx="710">
                  <c:v>1021</c:v>
                </c:pt>
                <c:pt idx="711">
                  <c:v>7043</c:v>
                </c:pt>
                <c:pt idx="712">
                  <c:v>611</c:v>
                </c:pt>
                <c:pt idx="713">
                  <c:v>1340</c:v>
                </c:pt>
                <c:pt idx="714">
                  <c:v>844</c:v>
                </c:pt>
                <c:pt idx="715">
                  <c:v>33067</c:v>
                </c:pt>
                <c:pt idx="716">
                  <c:v>3254</c:v>
                </c:pt>
                <c:pt idx="717">
                  <c:v>505</c:v>
                </c:pt>
                <c:pt idx="718">
                  <c:v>651</c:v>
                </c:pt>
                <c:pt idx="719">
                  <c:v>12520</c:v>
                </c:pt>
                <c:pt idx="720">
                  <c:v>4840</c:v>
                </c:pt>
                <c:pt idx="721">
                  <c:v>27688</c:v>
                </c:pt>
                <c:pt idx="722">
                  <c:v>1760</c:v>
                </c:pt>
                <c:pt idx="723">
                  <c:v>1071</c:v>
                </c:pt>
                <c:pt idx="724">
                  <c:v>1716</c:v>
                </c:pt>
                <c:pt idx="725">
                  <c:v>4452</c:v>
                </c:pt>
                <c:pt idx="726">
                  <c:v>505</c:v>
                </c:pt>
                <c:pt idx="727">
                  <c:v>1066</c:v>
                </c:pt>
                <c:pt idx="728">
                  <c:v>4883</c:v>
                </c:pt>
                <c:pt idx="729">
                  <c:v>1062</c:v>
                </c:pt>
                <c:pt idx="730">
                  <c:v>1414</c:v>
                </c:pt>
                <c:pt idx="731">
                  <c:v>812</c:v>
                </c:pt>
                <c:pt idx="732">
                  <c:v>1369</c:v>
                </c:pt>
                <c:pt idx="733">
                  <c:v>1637</c:v>
                </c:pt>
                <c:pt idx="734">
                  <c:v>741</c:v>
                </c:pt>
                <c:pt idx="735">
                  <c:v>1001</c:v>
                </c:pt>
                <c:pt idx="736">
                  <c:v>1436</c:v>
                </c:pt>
                <c:pt idx="737">
                  <c:v>3092</c:v>
                </c:pt>
                <c:pt idx="738">
                  <c:v>1789</c:v>
                </c:pt>
                <c:pt idx="739">
                  <c:v>1159</c:v>
                </c:pt>
                <c:pt idx="740">
                  <c:v>531</c:v>
                </c:pt>
                <c:pt idx="741">
                  <c:v>926</c:v>
                </c:pt>
                <c:pt idx="742">
                  <c:v>2505</c:v>
                </c:pt>
                <c:pt idx="743">
                  <c:v>629</c:v>
                </c:pt>
                <c:pt idx="744">
                  <c:v>6663</c:v>
                </c:pt>
                <c:pt idx="745">
                  <c:v>3133</c:v>
                </c:pt>
                <c:pt idx="746">
                  <c:v>2259</c:v>
                </c:pt>
                <c:pt idx="747">
                  <c:v>2313</c:v>
                </c:pt>
                <c:pt idx="748">
                  <c:v>1759</c:v>
                </c:pt>
                <c:pt idx="749">
                  <c:v>16480</c:v>
                </c:pt>
                <c:pt idx="750">
                  <c:v>3870</c:v>
                </c:pt>
                <c:pt idx="751">
                  <c:v>1250</c:v>
                </c:pt>
                <c:pt idx="752">
                  <c:v>1539</c:v>
                </c:pt>
                <c:pt idx="753">
                  <c:v>18945</c:v>
                </c:pt>
                <c:pt idx="754">
                  <c:v>19954</c:v>
                </c:pt>
                <c:pt idx="755">
                  <c:v>4009</c:v>
                </c:pt>
                <c:pt idx="756">
                  <c:v>832</c:v>
                </c:pt>
                <c:pt idx="757">
                  <c:v>5893</c:v>
                </c:pt>
                <c:pt idx="758">
                  <c:v>4321</c:v>
                </c:pt>
                <c:pt idx="759">
                  <c:v>899</c:v>
                </c:pt>
                <c:pt idx="760">
                  <c:v>521</c:v>
                </c:pt>
                <c:pt idx="761">
                  <c:v>901</c:v>
                </c:pt>
                <c:pt idx="762">
                  <c:v>671</c:v>
                </c:pt>
                <c:pt idx="763">
                  <c:v>951</c:v>
                </c:pt>
                <c:pt idx="764">
                  <c:v>10053</c:v>
                </c:pt>
                <c:pt idx="765">
                  <c:v>520</c:v>
                </c:pt>
                <c:pt idx="766">
                  <c:v>767</c:v>
                </c:pt>
                <c:pt idx="767">
                  <c:v>1562</c:v>
                </c:pt>
                <c:pt idx="768">
                  <c:v>9217</c:v>
                </c:pt>
                <c:pt idx="769">
                  <c:v>206026</c:v>
                </c:pt>
                <c:pt idx="770">
                  <c:v>1539</c:v>
                </c:pt>
                <c:pt idx="771">
                  <c:v>731</c:v>
                </c:pt>
                <c:pt idx="772">
                  <c:v>3017</c:v>
                </c:pt>
                <c:pt idx="773">
                  <c:v>525</c:v>
                </c:pt>
                <c:pt idx="774">
                  <c:v>1023</c:v>
                </c:pt>
                <c:pt idx="775">
                  <c:v>1217</c:v>
                </c:pt>
                <c:pt idx="776">
                  <c:v>3605</c:v>
                </c:pt>
                <c:pt idx="777">
                  <c:v>8827</c:v>
                </c:pt>
                <c:pt idx="778">
                  <c:v>1047</c:v>
                </c:pt>
                <c:pt idx="779">
                  <c:v>1379</c:v>
                </c:pt>
                <c:pt idx="780">
                  <c:v>2314</c:v>
                </c:pt>
                <c:pt idx="781">
                  <c:v>743</c:v>
                </c:pt>
                <c:pt idx="782">
                  <c:v>12694</c:v>
                </c:pt>
                <c:pt idx="783">
                  <c:v>1412</c:v>
                </c:pt>
                <c:pt idx="784">
                  <c:v>822</c:v>
                </c:pt>
                <c:pt idx="785">
                  <c:v>809</c:v>
                </c:pt>
                <c:pt idx="786">
                  <c:v>1834</c:v>
                </c:pt>
                <c:pt idx="787">
                  <c:v>678</c:v>
                </c:pt>
                <c:pt idx="788">
                  <c:v>652</c:v>
                </c:pt>
                <c:pt idx="789">
                  <c:v>4217</c:v>
                </c:pt>
                <c:pt idx="790">
                  <c:v>25123</c:v>
                </c:pt>
                <c:pt idx="791">
                  <c:v>1272</c:v>
                </c:pt>
                <c:pt idx="792">
                  <c:v>10331</c:v>
                </c:pt>
                <c:pt idx="793">
                  <c:v>30870</c:v>
                </c:pt>
                <c:pt idx="794">
                  <c:v>1132</c:v>
                </c:pt>
                <c:pt idx="795">
                  <c:v>1020</c:v>
                </c:pt>
                <c:pt idx="796">
                  <c:v>2468</c:v>
                </c:pt>
                <c:pt idx="797">
                  <c:v>1263</c:v>
                </c:pt>
                <c:pt idx="798">
                  <c:v>84488</c:v>
                </c:pt>
                <c:pt idx="799">
                  <c:v>616</c:v>
                </c:pt>
                <c:pt idx="800">
                  <c:v>660</c:v>
                </c:pt>
                <c:pt idx="801">
                  <c:v>64859</c:v>
                </c:pt>
                <c:pt idx="802">
                  <c:v>3128</c:v>
                </c:pt>
                <c:pt idx="803">
                  <c:v>16207</c:v>
                </c:pt>
                <c:pt idx="804">
                  <c:v>2238</c:v>
                </c:pt>
                <c:pt idx="805">
                  <c:v>557</c:v>
                </c:pt>
                <c:pt idx="806">
                  <c:v>2470</c:v>
                </c:pt>
                <c:pt idx="807">
                  <c:v>26052</c:v>
                </c:pt>
                <c:pt idx="808">
                  <c:v>543</c:v>
                </c:pt>
                <c:pt idx="809">
                  <c:v>543</c:v>
                </c:pt>
                <c:pt idx="810">
                  <c:v>578</c:v>
                </c:pt>
                <c:pt idx="811">
                  <c:v>904</c:v>
                </c:pt>
                <c:pt idx="812">
                  <c:v>4820</c:v>
                </c:pt>
                <c:pt idx="813">
                  <c:v>1370</c:v>
                </c:pt>
                <c:pt idx="814">
                  <c:v>1451</c:v>
                </c:pt>
                <c:pt idx="815">
                  <c:v>1250</c:v>
                </c:pt>
                <c:pt idx="816">
                  <c:v>2312</c:v>
                </c:pt>
                <c:pt idx="817">
                  <c:v>645</c:v>
                </c:pt>
                <c:pt idx="818">
                  <c:v>569</c:v>
                </c:pt>
                <c:pt idx="819">
                  <c:v>4825</c:v>
                </c:pt>
                <c:pt idx="820">
                  <c:v>1490</c:v>
                </c:pt>
                <c:pt idx="821">
                  <c:v>7028</c:v>
                </c:pt>
                <c:pt idx="822">
                  <c:v>2286</c:v>
                </c:pt>
                <c:pt idx="823">
                  <c:v>6737</c:v>
                </c:pt>
                <c:pt idx="824">
                  <c:v>2713</c:v>
                </c:pt>
                <c:pt idx="825">
                  <c:v>2182</c:v>
                </c:pt>
                <c:pt idx="826">
                  <c:v>1860</c:v>
                </c:pt>
                <c:pt idx="827">
                  <c:v>656</c:v>
                </c:pt>
                <c:pt idx="828">
                  <c:v>1459</c:v>
                </c:pt>
                <c:pt idx="829">
                  <c:v>71148</c:v>
                </c:pt>
                <c:pt idx="830">
                  <c:v>1038</c:v>
                </c:pt>
                <c:pt idx="831">
                  <c:v>6204</c:v>
                </c:pt>
                <c:pt idx="832">
                  <c:v>1730</c:v>
                </c:pt>
                <c:pt idx="833">
                  <c:v>719</c:v>
                </c:pt>
                <c:pt idx="834">
                  <c:v>715</c:v>
                </c:pt>
                <c:pt idx="835">
                  <c:v>14399</c:v>
                </c:pt>
                <c:pt idx="836">
                  <c:v>664</c:v>
                </c:pt>
                <c:pt idx="837">
                  <c:v>544</c:v>
                </c:pt>
                <c:pt idx="838">
                  <c:v>4122</c:v>
                </c:pt>
                <c:pt idx="839">
                  <c:v>1005</c:v>
                </c:pt>
                <c:pt idx="840">
                  <c:v>544</c:v>
                </c:pt>
                <c:pt idx="841">
                  <c:v>33339</c:v>
                </c:pt>
                <c:pt idx="842">
                  <c:v>1615</c:v>
                </c:pt>
                <c:pt idx="843">
                  <c:v>56030</c:v>
                </c:pt>
                <c:pt idx="844">
                  <c:v>2444</c:v>
                </c:pt>
                <c:pt idx="845">
                  <c:v>594</c:v>
                </c:pt>
                <c:pt idx="846">
                  <c:v>943</c:v>
                </c:pt>
                <c:pt idx="847">
                  <c:v>4101</c:v>
                </c:pt>
                <c:pt idx="848">
                  <c:v>1162</c:v>
                </c:pt>
                <c:pt idx="849">
                  <c:v>4458</c:v>
                </c:pt>
                <c:pt idx="850">
                  <c:v>13313</c:v>
                </c:pt>
                <c:pt idx="851">
                  <c:v>796</c:v>
                </c:pt>
                <c:pt idx="852">
                  <c:v>1876</c:v>
                </c:pt>
                <c:pt idx="853">
                  <c:v>857</c:v>
                </c:pt>
                <c:pt idx="854">
                  <c:v>708</c:v>
                </c:pt>
                <c:pt idx="855">
                  <c:v>2438</c:v>
                </c:pt>
                <c:pt idx="856">
                  <c:v>3328</c:v>
                </c:pt>
                <c:pt idx="857">
                  <c:v>764</c:v>
                </c:pt>
                <c:pt idx="858">
                  <c:v>567</c:v>
                </c:pt>
                <c:pt idx="859">
                  <c:v>19427</c:v>
                </c:pt>
                <c:pt idx="860">
                  <c:v>622</c:v>
                </c:pt>
                <c:pt idx="861">
                  <c:v>1597</c:v>
                </c:pt>
                <c:pt idx="862">
                  <c:v>516</c:v>
                </c:pt>
                <c:pt idx="863">
                  <c:v>913</c:v>
                </c:pt>
                <c:pt idx="864">
                  <c:v>533</c:v>
                </c:pt>
                <c:pt idx="865">
                  <c:v>898</c:v>
                </c:pt>
                <c:pt idx="866">
                  <c:v>546</c:v>
                </c:pt>
                <c:pt idx="867">
                  <c:v>22709</c:v>
                </c:pt>
                <c:pt idx="868">
                  <c:v>5388</c:v>
                </c:pt>
                <c:pt idx="869">
                  <c:v>8627</c:v>
                </c:pt>
                <c:pt idx="870">
                  <c:v>871</c:v>
                </c:pt>
                <c:pt idx="871">
                  <c:v>2348</c:v>
                </c:pt>
                <c:pt idx="872">
                  <c:v>941</c:v>
                </c:pt>
                <c:pt idx="873">
                  <c:v>1689</c:v>
                </c:pt>
                <c:pt idx="874">
                  <c:v>772</c:v>
                </c:pt>
                <c:pt idx="875">
                  <c:v>1056677</c:v>
                </c:pt>
                <c:pt idx="876">
                  <c:v>988</c:v>
                </c:pt>
                <c:pt idx="877">
                  <c:v>1510</c:v>
                </c:pt>
                <c:pt idx="878">
                  <c:v>18573</c:v>
                </c:pt>
                <c:pt idx="879">
                  <c:v>9197</c:v>
                </c:pt>
                <c:pt idx="880">
                  <c:v>2763</c:v>
                </c:pt>
                <c:pt idx="881">
                  <c:v>15840</c:v>
                </c:pt>
                <c:pt idx="882">
                  <c:v>5121</c:v>
                </c:pt>
                <c:pt idx="883">
                  <c:v>1543</c:v>
                </c:pt>
                <c:pt idx="884">
                  <c:v>5833</c:v>
                </c:pt>
                <c:pt idx="885">
                  <c:v>1347</c:v>
                </c:pt>
                <c:pt idx="886">
                  <c:v>9484</c:v>
                </c:pt>
                <c:pt idx="887">
                  <c:v>16406</c:v>
                </c:pt>
                <c:pt idx="888">
                  <c:v>3951</c:v>
                </c:pt>
                <c:pt idx="889">
                  <c:v>3795</c:v>
                </c:pt>
                <c:pt idx="890">
                  <c:v>529</c:v>
                </c:pt>
                <c:pt idx="891">
                  <c:v>6384</c:v>
                </c:pt>
                <c:pt idx="892">
                  <c:v>5965</c:v>
                </c:pt>
                <c:pt idx="893">
                  <c:v>5239</c:v>
                </c:pt>
                <c:pt idx="894">
                  <c:v>5798</c:v>
                </c:pt>
                <c:pt idx="895">
                  <c:v>2357</c:v>
                </c:pt>
                <c:pt idx="896">
                  <c:v>1449</c:v>
                </c:pt>
                <c:pt idx="897">
                  <c:v>4986</c:v>
                </c:pt>
                <c:pt idx="898">
                  <c:v>20896</c:v>
                </c:pt>
                <c:pt idx="899">
                  <c:v>1911</c:v>
                </c:pt>
                <c:pt idx="900">
                  <c:v>552</c:v>
                </c:pt>
                <c:pt idx="901">
                  <c:v>6875</c:v>
                </c:pt>
                <c:pt idx="902">
                  <c:v>21689</c:v>
                </c:pt>
                <c:pt idx="903">
                  <c:v>686</c:v>
                </c:pt>
                <c:pt idx="904">
                  <c:v>728</c:v>
                </c:pt>
                <c:pt idx="905">
                  <c:v>106281</c:v>
                </c:pt>
                <c:pt idx="906">
                  <c:v>50448</c:v>
                </c:pt>
                <c:pt idx="907">
                  <c:v>10001</c:v>
                </c:pt>
                <c:pt idx="908">
                  <c:v>17125</c:v>
                </c:pt>
                <c:pt idx="909">
                  <c:v>1125</c:v>
                </c:pt>
                <c:pt idx="910">
                  <c:v>15987</c:v>
                </c:pt>
                <c:pt idx="911">
                  <c:v>5444</c:v>
                </c:pt>
                <c:pt idx="912">
                  <c:v>1961</c:v>
                </c:pt>
                <c:pt idx="913">
                  <c:v>1085</c:v>
                </c:pt>
                <c:pt idx="914">
                  <c:v>673</c:v>
                </c:pt>
                <c:pt idx="915">
                  <c:v>980</c:v>
                </c:pt>
                <c:pt idx="916">
                  <c:v>1596</c:v>
                </c:pt>
                <c:pt idx="917">
                  <c:v>2296</c:v>
                </c:pt>
                <c:pt idx="918">
                  <c:v>2481</c:v>
                </c:pt>
                <c:pt idx="919">
                  <c:v>626</c:v>
                </c:pt>
                <c:pt idx="920">
                  <c:v>3678</c:v>
                </c:pt>
                <c:pt idx="921">
                  <c:v>1620</c:v>
                </c:pt>
                <c:pt idx="922">
                  <c:v>890</c:v>
                </c:pt>
                <c:pt idx="923">
                  <c:v>66693</c:v>
                </c:pt>
                <c:pt idx="924">
                  <c:v>1842</c:v>
                </c:pt>
                <c:pt idx="925">
                  <c:v>906</c:v>
                </c:pt>
                <c:pt idx="926">
                  <c:v>952</c:v>
                </c:pt>
                <c:pt idx="927">
                  <c:v>1438</c:v>
                </c:pt>
                <c:pt idx="928">
                  <c:v>1271</c:v>
                </c:pt>
                <c:pt idx="929">
                  <c:v>1048</c:v>
                </c:pt>
                <c:pt idx="930">
                  <c:v>3713</c:v>
                </c:pt>
                <c:pt idx="931">
                  <c:v>1184</c:v>
                </c:pt>
                <c:pt idx="932">
                  <c:v>2536</c:v>
                </c:pt>
                <c:pt idx="933">
                  <c:v>4297</c:v>
                </c:pt>
                <c:pt idx="934">
                  <c:v>726</c:v>
                </c:pt>
                <c:pt idx="935">
                  <c:v>2890</c:v>
                </c:pt>
                <c:pt idx="936">
                  <c:v>887</c:v>
                </c:pt>
                <c:pt idx="937">
                  <c:v>1503</c:v>
                </c:pt>
                <c:pt idx="938">
                  <c:v>677</c:v>
                </c:pt>
                <c:pt idx="939">
                  <c:v>3872</c:v>
                </c:pt>
                <c:pt idx="940">
                  <c:v>1734</c:v>
                </c:pt>
                <c:pt idx="941">
                  <c:v>10783</c:v>
                </c:pt>
                <c:pt idx="942">
                  <c:v>18999</c:v>
                </c:pt>
                <c:pt idx="943">
                  <c:v>790</c:v>
                </c:pt>
                <c:pt idx="944">
                  <c:v>515</c:v>
                </c:pt>
                <c:pt idx="945">
                  <c:v>67080</c:v>
                </c:pt>
                <c:pt idx="946">
                  <c:v>4017</c:v>
                </c:pt>
                <c:pt idx="947">
                  <c:v>2687</c:v>
                </c:pt>
                <c:pt idx="948">
                  <c:v>98914</c:v>
                </c:pt>
                <c:pt idx="949">
                  <c:v>9315</c:v>
                </c:pt>
                <c:pt idx="950">
                  <c:v>19233</c:v>
                </c:pt>
                <c:pt idx="951">
                  <c:v>3520</c:v>
                </c:pt>
                <c:pt idx="952">
                  <c:v>2070</c:v>
                </c:pt>
                <c:pt idx="953">
                  <c:v>5788</c:v>
                </c:pt>
                <c:pt idx="954">
                  <c:v>583</c:v>
                </c:pt>
                <c:pt idx="955">
                  <c:v>1783</c:v>
                </c:pt>
                <c:pt idx="956">
                  <c:v>17740</c:v>
                </c:pt>
                <c:pt idx="957">
                  <c:v>1474</c:v>
                </c:pt>
                <c:pt idx="958">
                  <c:v>5424</c:v>
                </c:pt>
                <c:pt idx="959">
                  <c:v>6753</c:v>
                </c:pt>
                <c:pt idx="960">
                  <c:v>4580</c:v>
                </c:pt>
                <c:pt idx="961">
                  <c:v>944</c:v>
                </c:pt>
                <c:pt idx="962">
                  <c:v>5166</c:v>
                </c:pt>
                <c:pt idx="963">
                  <c:v>499828</c:v>
                </c:pt>
                <c:pt idx="964">
                  <c:v>2821</c:v>
                </c:pt>
                <c:pt idx="965">
                  <c:v>1001</c:v>
                </c:pt>
                <c:pt idx="966">
                  <c:v>14083</c:v>
                </c:pt>
                <c:pt idx="967">
                  <c:v>682</c:v>
                </c:pt>
                <c:pt idx="968">
                  <c:v>19280</c:v>
                </c:pt>
                <c:pt idx="969">
                  <c:v>969</c:v>
                </c:pt>
                <c:pt idx="970">
                  <c:v>700</c:v>
                </c:pt>
                <c:pt idx="971">
                  <c:v>580</c:v>
                </c:pt>
                <c:pt idx="972">
                  <c:v>536</c:v>
                </c:pt>
                <c:pt idx="973">
                  <c:v>817</c:v>
                </c:pt>
                <c:pt idx="974">
                  <c:v>3032</c:v>
                </c:pt>
                <c:pt idx="975">
                  <c:v>649</c:v>
                </c:pt>
                <c:pt idx="976">
                  <c:v>2322</c:v>
                </c:pt>
                <c:pt idx="977">
                  <c:v>568</c:v>
                </c:pt>
                <c:pt idx="978">
                  <c:v>1589</c:v>
                </c:pt>
                <c:pt idx="979">
                  <c:v>1192</c:v>
                </c:pt>
                <c:pt idx="980">
                  <c:v>512</c:v>
                </c:pt>
                <c:pt idx="981">
                  <c:v>547</c:v>
                </c:pt>
                <c:pt idx="982">
                  <c:v>2365</c:v>
                </c:pt>
                <c:pt idx="983">
                  <c:v>589</c:v>
                </c:pt>
                <c:pt idx="984">
                  <c:v>23309</c:v>
                </c:pt>
                <c:pt idx="985">
                  <c:v>4049</c:v>
                </c:pt>
                <c:pt idx="986">
                  <c:v>6913</c:v>
                </c:pt>
                <c:pt idx="987">
                  <c:v>611</c:v>
                </c:pt>
                <c:pt idx="988">
                  <c:v>16277</c:v>
                </c:pt>
                <c:pt idx="989">
                  <c:v>4432</c:v>
                </c:pt>
                <c:pt idx="990">
                  <c:v>637</c:v>
                </c:pt>
                <c:pt idx="991">
                  <c:v>2745</c:v>
                </c:pt>
                <c:pt idx="992">
                  <c:v>8170</c:v>
                </c:pt>
                <c:pt idx="993">
                  <c:v>7002</c:v>
                </c:pt>
                <c:pt idx="994">
                  <c:v>149065</c:v>
                </c:pt>
                <c:pt idx="995">
                  <c:v>609</c:v>
                </c:pt>
                <c:pt idx="996">
                  <c:v>20383</c:v>
                </c:pt>
                <c:pt idx="997">
                  <c:v>551</c:v>
                </c:pt>
                <c:pt idx="998">
                  <c:v>5623</c:v>
                </c:pt>
                <c:pt idx="999">
                  <c:v>2249</c:v>
                </c:pt>
                <c:pt idx="1000">
                  <c:v>7435</c:v>
                </c:pt>
                <c:pt idx="1001">
                  <c:v>2881</c:v>
                </c:pt>
                <c:pt idx="1002">
                  <c:v>773</c:v>
                </c:pt>
                <c:pt idx="1003">
                  <c:v>2988</c:v>
                </c:pt>
                <c:pt idx="1004">
                  <c:v>570</c:v>
                </c:pt>
                <c:pt idx="1005">
                  <c:v>1726</c:v>
                </c:pt>
                <c:pt idx="1006">
                  <c:v>37307</c:v>
                </c:pt>
                <c:pt idx="1007">
                  <c:v>1076</c:v>
                </c:pt>
                <c:pt idx="1008">
                  <c:v>1088</c:v>
                </c:pt>
                <c:pt idx="1009">
                  <c:v>670</c:v>
                </c:pt>
                <c:pt idx="1010">
                  <c:v>628</c:v>
                </c:pt>
                <c:pt idx="1011">
                  <c:v>5450</c:v>
                </c:pt>
                <c:pt idx="1012">
                  <c:v>637</c:v>
                </c:pt>
                <c:pt idx="1013">
                  <c:v>3244</c:v>
                </c:pt>
                <c:pt idx="1014">
                  <c:v>524</c:v>
                </c:pt>
                <c:pt idx="1015">
                  <c:v>1275</c:v>
                </c:pt>
                <c:pt idx="1016">
                  <c:v>1260</c:v>
                </c:pt>
                <c:pt idx="1017">
                  <c:v>3437</c:v>
                </c:pt>
                <c:pt idx="1018">
                  <c:v>22641</c:v>
                </c:pt>
                <c:pt idx="1019">
                  <c:v>1026</c:v>
                </c:pt>
                <c:pt idx="1020">
                  <c:v>10001</c:v>
                </c:pt>
                <c:pt idx="1021">
                  <c:v>2378</c:v>
                </c:pt>
                <c:pt idx="1022">
                  <c:v>2068</c:v>
                </c:pt>
                <c:pt idx="1023">
                  <c:v>16963</c:v>
                </c:pt>
                <c:pt idx="1024">
                  <c:v>3495</c:v>
                </c:pt>
                <c:pt idx="1025">
                  <c:v>692</c:v>
                </c:pt>
                <c:pt idx="1026">
                  <c:v>762</c:v>
                </c:pt>
                <c:pt idx="1027">
                  <c:v>3869</c:v>
                </c:pt>
                <c:pt idx="1028">
                  <c:v>918</c:v>
                </c:pt>
                <c:pt idx="1029">
                  <c:v>875</c:v>
                </c:pt>
                <c:pt idx="1030">
                  <c:v>1303</c:v>
                </c:pt>
                <c:pt idx="1031">
                  <c:v>4651</c:v>
                </c:pt>
                <c:pt idx="1032">
                  <c:v>827</c:v>
                </c:pt>
                <c:pt idx="1033">
                  <c:v>1449</c:v>
                </c:pt>
                <c:pt idx="1034">
                  <c:v>755</c:v>
                </c:pt>
                <c:pt idx="1035">
                  <c:v>19033</c:v>
                </c:pt>
                <c:pt idx="1036">
                  <c:v>4027</c:v>
                </c:pt>
                <c:pt idx="1037">
                  <c:v>6318</c:v>
                </c:pt>
                <c:pt idx="1038">
                  <c:v>1706</c:v>
                </c:pt>
                <c:pt idx="1039">
                  <c:v>135943</c:v>
                </c:pt>
                <c:pt idx="1040">
                  <c:v>2817</c:v>
                </c:pt>
                <c:pt idx="1041">
                  <c:v>872</c:v>
                </c:pt>
                <c:pt idx="1042">
                  <c:v>770</c:v>
                </c:pt>
                <c:pt idx="1043">
                  <c:v>572</c:v>
                </c:pt>
                <c:pt idx="1044">
                  <c:v>1978</c:v>
                </c:pt>
                <c:pt idx="1045">
                  <c:v>43042</c:v>
                </c:pt>
                <c:pt idx="1046">
                  <c:v>2262</c:v>
                </c:pt>
                <c:pt idx="1047">
                  <c:v>1184</c:v>
                </c:pt>
                <c:pt idx="1048">
                  <c:v>2436</c:v>
                </c:pt>
                <c:pt idx="1049">
                  <c:v>903</c:v>
                </c:pt>
                <c:pt idx="1050">
                  <c:v>12303</c:v>
                </c:pt>
                <c:pt idx="1051">
                  <c:v>620</c:v>
                </c:pt>
                <c:pt idx="1052">
                  <c:v>2017</c:v>
                </c:pt>
                <c:pt idx="1053">
                  <c:v>7249</c:v>
                </c:pt>
                <c:pt idx="1054">
                  <c:v>2747</c:v>
                </c:pt>
                <c:pt idx="1055">
                  <c:v>656</c:v>
                </c:pt>
                <c:pt idx="1056">
                  <c:v>1155</c:v>
                </c:pt>
                <c:pt idx="1057">
                  <c:v>2906</c:v>
                </c:pt>
                <c:pt idx="1058">
                  <c:v>804</c:v>
                </c:pt>
                <c:pt idx="1059">
                  <c:v>997</c:v>
                </c:pt>
                <c:pt idx="1060">
                  <c:v>717</c:v>
                </c:pt>
                <c:pt idx="1061">
                  <c:v>541</c:v>
                </c:pt>
                <c:pt idx="1062">
                  <c:v>934</c:v>
                </c:pt>
                <c:pt idx="1063">
                  <c:v>1739</c:v>
                </c:pt>
                <c:pt idx="1064">
                  <c:v>11459</c:v>
                </c:pt>
                <c:pt idx="1065">
                  <c:v>1125</c:v>
                </c:pt>
                <c:pt idx="1066">
                  <c:v>953</c:v>
                </c:pt>
                <c:pt idx="1067">
                  <c:v>500</c:v>
                </c:pt>
                <c:pt idx="1068">
                  <c:v>726</c:v>
                </c:pt>
                <c:pt idx="1069">
                  <c:v>35679</c:v>
                </c:pt>
                <c:pt idx="1070">
                  <c:v>9702</c:v>
                </c:pt>
                <c:pt idx="1071">
                  <c:v>531</c:v>
                </c:pt>
                <c:pt idx="1072">
                  <c:v>917</c:v>
                </c:pt>
                <c:pt idx="1073">
                  <c:v>824</c:v>
                </c:pt>
                <c:pt idx="1074">
                  <c:v>1487</c:v>
                </c:pt>
                <c:pt idx="1075">
                  <c:v>6503</c:v>
                </c:pt>
                <c:pt idx="1076">
                  <c:v>505</c:v>
                </c:pt>
                <c:pt idx="1077">
                  <c:v>599</c:v>
                </c:pt>
                <c:pt idx="1078">
                  <c:v>646</c:v>
                </c:pt>
                <c:pt idx="1079">
                  <c:v>2399</c:v>
                </c:pt>
                <c:pt idx="1080">
                  <c:v>1652</c:v>
                </c:pt>
                <c:pt idx="1081">
                  <c:v>608</c:v>
                </c:pt>
                <c:pt idx="1082">
                  <c:v>785</c:v>
                </c:pt>
                <c:pt idx="1083">
                  <c:v>1923</c:v>
                </c:pt>
                <c:pt idx="1084">
                  <c:v>1013</c:v>
                </c:pt>
                <c:pt idx="1085">
                  <c:v>3495</c:v>
                </c:pt>
                <c:pt idx="1086">
                  <c:v>2477</c:v>
                </c:pt>
                <c:pt idx="1087">
                  <c:v>194830</c:v>
                </c:pt>
                <c:pt idx="1088">
                  <c:v>1824</c:v>
                </c:pt>
                <c:pt idx="1089">
                  <c:v>10863</c:v>
                </c:pt>
                <c:pt idx="1090">
                  <c:v>691</c:v>
                </c:pt>
                <c:pt idx="1091">
                  <c:v>587</c:v>
                </c:pt>
                <c:pt idx="1092">
                  <c:v>7247</c:v>
                </c:pt>
                <c:pt idx="1093">
                  <c:v>729</c:v>
                </c:pt>
                <c:pt idx="1094">
                  <c:v>631</c:v>
                </c:pt>
                <c:pt idx="1095">
                  <c:v>745</c:v>
                </c:pt>
                <c:pt idx="1096">
                  <c:v>6309</c:v>
                </c:pt>
                <c:pt idx="1097">
                  <c:v>18005</c:v>
                </c:pt>
                <c:pt idx="1098">
                  <c:v>797</c:v>
                </c:pt>
                <c:pt idx="1099">
                  <c:v>562</c:v>
                </c:pt>
                <c:pt idx="1100">
                  <c:v>748</c:v>
                </c:pt>
                <c:pt idx="1101">
                  <c:v>52842</c:v>
                </c:pt>
                <c:pt idx="1102">
                  <c:v>585</c:v>
                </c:pt>
                <c:pt idx="1103">
                  <c:v>971</c:v>
                </c:pt>
                <c:pt idx="1104">
                  <c:v>4618</c:v>
                </c:pt>
                <c:pt idx="1105">
                  <c:v>637</c:v>
                </c:pt>
                <c:pt idx="1106">
                  <c:v>1891</c:v>
                </c:pt>
                <c:pt idx="1107">
                  <c:v>4041</c:v>
                </c:pt>
                <c:pt idx="1108">
                  <c:v>1438</c:v>
                </c:pt>
                <c:pt idx="1109">
                  <c:v>4827</c:v>
                </c:pt>
                <c:pt idx="1110">
                  <c:v>8470</c:v>
                </c:pt>
                <c:pt idx="1111">
                  <c:v>6539</c:v>
                </c:pt>
                <c:pt idx="1112">
                  <c:v>1045</c:v>
                </c:pt>
                <c:pt idx="1113">
                  <c:v>1222</c:v>
                </c:pt>
                <c:pt idx="1114">
                  <c:v>1964</c:v>
                </c:pt>
                <c:pt idx="1115">
                  <c:v>1118</c:v>
                </c:pt>
                <c:pt idx="1116">
                  <c:v>1319</c:v>
                </c:pt>
                <c:pt idx="1117">
                  <c:v>74612</c:v>
                </c:pt>
                <c:pt idx="1118">
                  <c:v>5439</c:v>
                </c:pt>
                <c:pt idx="1119">
                  <c:v>1593</c:v>
                </c:pt>
                <c:pt idx="1120">
                  <c:v>502</c:v>
                </c:pt>
                <c:pt idx="1121">
                  <c:v>7049</c:v>
                </c:pt>
                <c:pt idx="1122">
                  <c:v>705</c:v>
                </c:pt>
                <c:pt idx="1123">
                  <c:v>3028</c:v>
                </c:pt>
                <c:pt idx="1124">
                  <c:v>599</c:v>
                </c:pt>
                <c:pt idx="1125">
                  <c:v>1099</c:v>
                </c:pt>
                <c:pt idx="1126">
                  <c:v>1275</c:v>
                </c:pt>
                <c:pt idx="1127">
                  <c:v>16455</c:v>
                </c:pt>
                <c:pt idx="1128">
                  <c:v>1082</c:v>
                </c:pt>
                <c:pt idx="1129">
                  <c:v>16661</c:v>
                </c:pt>
                <c:pt idx="1130">
                  <c:v>1818</c:v>
                </c:pt>
                <c:pt idx="1131">
                  <c:v>23603</c:v>
                </c:pt>
                <c:pt idx="1132">
                  <c:v>1602</c:v>
                </c:pt>
                <c:pt idx="1133">
                  <c:v>629</c:v>
                </c:pt>
                <c:pt idx="1134">
                  <c:v>694</c:v>
                </c:pt>
                <c:pt idx="1135">
                  <c:v>1335</c:v>
                </c:pt>
                <c:pt idx="1136">
                  <c:v>671</c:v>
                </c:pt>
                <c:pt idx="1137">
                  <c:v>772</c:v>
                </c:pt>
                <c:pt idx="1138">
                  <c:v>8690</c:v>
                </c:pt>
                <c:pt idx="1139">
                  <c:v>1117</c:v>
                </c:pt>
                <c:pt idx="1140">
                  <c:v>2722</c:v>
                </c:pt>
                <c:pt idx="1141">
                  <c:v>785</c:v>
                </c:pt>
                <c:pt idx="1142">
                  <c:v>12829</c:v>
                </c:pt>
                <c:pt idx="1143">
                  <c:v>597</c:v>
                </c:pt>
                <c:pt idx="1144">
                  <c:v>1491</c:v>
                </c:pt>
                <c:pt idx="1145">
                  <c:v>795</c:v>
                </c:pt>
                <c:pt idx="1146">
                  <c:v>562</c:v>
                </c:pt>
                <c:pt idx="1147">
                  <c:v>13154</c:v>
                </c:pt>
                <c:pt idx="1148">
                  <c:v>1287</c:v>
                </c:pt>
                <c:pt idx="1149">
                  <c:v>4821</c:v>
                </c:pt>
                <c:pt idx="1150">
                  <c:v>2854</c:v>
                </c:pt>
                <c:pt idx="1151">
                  <c:v>2330</c:v>
                </c:pt>
                <c:pt idx="1152">
                  <c:v>869</c:v>
                </c:pt>
                <c:pt idx="1153">
                  <c:v>3875</c:v>
                </c:pt>
                <c:pt idx="1154">
                  <c:v>4100</c:v>
                </c:pt>
                <c:pt idx="1155">
                  <c:v>549</c:v>
                </c:pt>
                <c:pt idx="1156">
                  <c:v>579</c:v>
                </c:pt>
                <c:pt idx="1157">
                  <c:v>15068</c:v>
                </c:pt>
                <c:pt idx="1158">
                  <c:v>3315</c:v>
                </c:pt>
                <c:pt idx="1159">
                  <c:v>2522</c:v>
                </c:pt>
                <c:pt idx="1160">
                  <c:v>529</c:v>
                </c:pt>
                <c:pt idx="1161">
                  <c:v>955</c:v>
                </c:pt>
                <c:pt idx="1162">
                  <c:v>1573</c:v>
                </c:pt>
                <c:pt idx="1163">
                  <c:v>653</c:v>
                </c:pt>
                <c:pt idx="1164">
                  <c:v>2632</c:v>
                </c:pt>
                <c:pt idx="1165">
                  <c:v>1825</c:v>
                </c:pt>
                <c:pt idx="1166">
                  <c:v>1283</c:v>
                </c:pt>
                <c:pt idx="1167">
                  <c:v>4497</c:v>
                </c:pt>
                <c:pt idx="1168">
                  <c:v>1511</c:v>
                </c:pt>
                <c:pt idx="1169">
                  <c:v>1244</c:v>
                </c:pt>
                <c:pt idx="1170">
                  <c:v>974</c:v>
                </c:pt>
                <c:pt idx="1171">
                  <c:v>978</c:v>
                </c:pt>
                <c:pt idx="1172">
                  <c:v>3420</c:v>
                </c:pt>
                <c:pt idx="1173">
                  <c:v>541</c:v>
                </c:pt>
                <c:pt idx="1174">
                  <c:v>5444</c:v>
                </c:pt>
                <c:pt idx="1175">
                  <c:v>3399</c:v>
                </c:pt>
                <c:pt idx="1176">
                  <c:v>619</c:v>
                </c:pt>
                <c:pt idx="1177">
                  <c:v>12196</c:v>
                </c:pt>
                <c:pt idx="1178">
                  <c:v>1443</c:v>
                </c:pt>
                <c:pt idx="1179">
                  <c:v>2730</c:v>
                </c:pt>
                <c:pt idx="1180">
                  <c:v>5851</c:v>
                </c:pt>
                <c:pt idx="1181">
                  <c:v>3588</c:v>
                </c:pt>
                <c:pt idx="1182">
                  <c:v>14698</c:v>
                </c:pt>
                <c:pt idx="1183">
                  <c:v>770</c:v>
                </c:pt>
                <c:pt idx="1184">
                  <c:v>8773</c:v>
                </c:pt>
                <c:pt idx="1185">
                  <c:v>2578</c:v>
                </c:pt>
                <c:pt idx="1186">
                  <c:v>1071</c:v>
                </c:pt>
                <c:pt idx="1187">
                  <c:v>1604</c:v>
                </c:pt>
                <c:pt idx="1188">
                  <c:v>1250</c:v>
                </c:pt>
                <c:pt idx="1189">
                  <c:v>4049</c:v>
                </c:pt>
                <c:pt idx="1190">
                  <c:v>3534</c:v>
                </c:pt>
                <c:pt idx="1191">
                  <c:v>631</c:v>
                </c:pt>
                <c:pt idx="1192">
                  <c:v>15798</c:v>
                </c:pt>
                <c:pt idx="1193">
                  <c:v>987</c:v>
                </c:pt>
                <c:pt idx="1194">
                  <c:v>541</c:v>
                </c:pt>
                <c:pt idx="1195">
                  <c:v>581</c:v>
                </c:pt>
                <c:pt idx="1196">
                  <c:v>3254</c:v>
                </c:pt>
                <c:pt idx="1197">
                  <c:v>710</c:v>
                </c:pt>
                <c:pt idx="1198">
                  <c:v>9315</c:v>
                </c:pt>
                <c:pt idx="1199">
                  <c:v>3581</c:v>
                </c:pt>
                <c:pt idx="1200">
                  <c:v>4015</c:v>
                </c:pt>
                <c:pt idx="1201">
                  <c:v>1348</c:v>
                </c:pt>
                <c:pt idx="1202">
                  <c:v>975</c:v>
                </c:pt>
                <c:pt idx="1203">
                  <c:v>2338</c:v>
                </c:pt>
                <c:pt idx="1204">
                  <c:v>708</c:v>
                </c:pt>
                <c:pt idx="1205">
                  <c:v>5027</c:v>
                </c:pt>
                <c:pt idx="1206">
                  <c:v>42133</c:v>
                </c:pt>
                <c:pt idx="1207">
                  <c:v>940</c:v>
                </c:pt>
                <c:pt idx="1208">
                  <c:v>64905</c:v>
                </c:pt>
                <c:pt idx="1209">
                  <c:v>5369</c:v>
                </c:pt>
                <c:pt idx="1210">
                  <c:v>21028</c:v>
                </c:pt>
                <c:pt idx="1211">
                  <c:v>553</c:v>
                </c:pt>
                <c:pt idx="1212">
                  <c:v>808</c:v>
                </c:pt>
                <c:pt idx="1213">
                  <c:v>646</c:v>
                </c:pt>
                <c:pt idx="1214">
                  <c:v>2002</c:v>
                </c:pt>
                <c:pt idx="1215">
                  <c:v>983</c:v>
                </c:pt>
                <c:pt idx="1216">
                  <c:v>861</c:v>
                </c:pt>
                <c:pt idx="1217">
                  <c:v>12372</c:v>
                </c:pt>
                <c:pt idx="1218">
                  <c:v>2473</c:v>
                </c:pt>
                <c:pt idx="1219">
                  <c:v>5466</c:v>
                </c:pt>
                <c:pt idx="1220">
                  <c:v>56508</c:v>
                </c:pt>
                <c:pt idx="1221">
                  <c:v>2792</c:v>
                </c:pt>
                <c:pt idx="1222">
                  <c:v>1215</c:v>
                </c:pt>
                <c:pt idx="1223">
                  <c:v>4519</c:v>
                </c:pt>
                <c:pt idx="1224">
                  <c:v>1736</c:v>
                </c:pt>
                <c:pt idx="1225">
                  <c:v>2154</c:v>
                </c:pt>
                <c:pt idx="1226">
                  <c:v>592</c:v>
                </c:pt>
                <c:pt idx="1227">
                  <c:v>867</c:v>
                </c:pt>
                <c:pt idx="1228">
                  <c:v>2299</c:v>
                </c:pt>
                <c:pt idx="1229">
                  <c:v>3132</c:v>
                </c:pt>
                <c:pt idx="1230">
                  <c:v>739</c:v>
                </c:pt>
                <c:pt idx="1231">
                  <c:v>22334</c:v>
                </c:pt>
                <c:pt idx="1232">
                  <c:v>9372</c:v>
                </c:pt>
                <c:pt idx="1233">
                  <c:v>1075</c:v>
                </c:pt>
                <c:pt idx="1234">
                  <c:v>1942</c:v>
                </c:pt>
                <c:pt idx="1235">
                  <c:v>638</c:v>
                </c:pt>
                <c:pt idx="1236">
                  <c:v>678</c:v>
                </c:pt>
                <c:pt idx="1237">
                  <c:v>1383</c:v>
                </c:pt>
                <c:pt idx="1238">
                  <c:v>5416</c:v>
                </c:pt>
                <c:pt idx="1239">
                  <c:v>7652</c:v>
                </c:pt>
                <c:pt idx="1240">
                  <c:v>649</c:v>
                </c:pt>
                <c:pt idx="1241">
                  <c:v>582</c:v>
                </c:pt>
                <c:pt idx="1242">
                  <c:v>1027</c:v>
                </c:pt>
                <c:pt idx="1243">
                  <c:v>1259</c:v>
                </c:pt>
                <c:pt idx="1244">
                  <c:v>1374</c:v>
                </c:pt>
                <c:pt idx="1245">
                  <c:v>2934</c:v>
                </c:pt>
                <c:pt idx="1246">
                  <c:v>1056</c:v>
                </c:pt>
                <c:pt idx="1247">
                  <c:v>975</c:v>
                </c:pt>
                <c:pt idx="1248">
                  <c:v>58692</c:v>
                </c:pt>
                <c:pt idx="1249">
                  <c:v>5622</c:v>
                </c:pt>
                <c:pt idx="1250">
                  <c:v>919</c:v>
                </c:pt>
                <c:pt idx="1251">
                  <c:v>8106</c:v>
                </c:pt>
                <c:pt idx="1252">
                  <c:v>589</c:v>
                </c:pt>
                <c:pt idx="1253">
                  <c:v>1252</c:v>
                </c:pt>
                <c:pt idx="1254">
                  <c:v>1095</c:v>
                </c:pt>
                <c:pt idx="1255">
                  <c:v>505</c:v>
                </c:pt>
                <c:pt idx="1256">
                  <c:v>2438</c:v>
                </c:pt>
                <c:pt idx="1257">
                  <c:v>823</c:v>
                </c:pt>
                <c:pt idx="1258">
                  <c:v>2146</c:v>
                </c:pt>
                <c:pt idx="1259">
                  <c:v>1851</c:v>
                </c:pt>
                <c:pt idx="1260">
                  <c:v>956</c:v>
                </c:pt>
                <c:pt idx="1261">
                  <c:v>7016</c:v>
                </c:pt>
                <c:pt idx="1262">
                  <c:v>937</c:v>
                </c:pt>
                <c:pt idx="1263">
                  <c:v>664</c:v>
                </c:pt>
                <c:pt idx="1264">
                  <c:v>630</c:v>
                </c:pt>
                <c:pt idx="1265">
                  <c:v>4004</c:v>
                </c:pt>
                <c:pt idx="1266">
                  <c:v>2089</c:v>
                </c:pt>
                <c:pt idx="1267">
                  <c:v>5379</c:v>
                </c:pt>
                <c:pt idx="1268">
                  <c:v>2568</c:v>
                </c:pt>
                <c:pt idx="1269">
                  <c:v>542</c:v>
                </c:pt>
                <c:pt idx="1270">
                  <c:v>62097</c:v>
                </c:pt>
                <c:pt idx="1271">
                  <c:v>4773</c:v>
                </c:pt>
                <c:pt idx="1272">
                  <c:v>487160</c:v>
                </c:pt>
                <c:pt idx="1273">
                  <c:v>2027</c:v>
                </c:pt>
                <c:pt idx="1274">
                  <c:v>5045</c:v>
                </c:pt>
                <c:pt idx="1275">
                  <c:v>1625</c:v>
                </c:pt>
                <c:pt idx="1276">
                  <c:v>1283</c:v>
                </c:pt>
                <c:pt idx="1277">
                  <c:v>765</c:v>
                </c:pt>
                <c:pt idx="1278">
                  <c:v>632</c:v>
                </c:pt>
                <c:pt idx="1279">
                  <c:v>1286</c:v>
                </c:pt>
                <c:pt idx="1280">
                  <c:v>9394</c:v>
                </c:pt>
                <c:pt idx="1281">
                  <c:v>15240</c:v>
                </c:pt>
                <c:pt idx="1282">
                  <c:v>3578</c:v>
                </c:pt>
                <c:pt idx="1283">
                  <c:v>1506</c:v>
                </c:pt>
                <c:pt idx="1284">
                  <c:v>8518</c:v>
                </c:pt>
                <c:pt idx="1285">
                  <c:v>22475</c:v>
                </c:pt>
                <c:pt idx="1286">
                  <c:v>740</c:v>
                </c:pt>
                <c:pt idx="1287">
                  <c:v>2721</c:v>
                </c:pt>
                <c:pt idx="1288">
                  <c:v>1062</c:v>
                </c:pt>
                <c:pt idx="1289">
                  <c:v>8332</c:v>
                </c:pt>
                <c:pt idx="1290">
                  <c:v>146133</c:v>
                </c:pt>
                <c:pt idx="1291">
                  <c:v>1813</c:v>
                </c:pt>
                <c:pt idx="1292">
                  <c:v>723</c:v>
                </c:pt>
                <c:pt idx="1293">
                  <c:v>11609</c:v>
                </c:pt>
                <c:pt idx="1294">
                  <c:v>3921</c:v>
                </c:pt>
                <c:pt idx="1295">
                  <c:v>129331</c:v>
                </c:pt>
                <c:pt idx="1296">
                  <c:v>6400</c:v>
                </c:pt>
                <c:pt idx="1297">
                  <c:v>736</c:v>
                </c:pt>
                <c:pt idx="1298">
                  <c:v>1819</c:v>
                </c:pt>
                <c:pt idx="1299">
                  <c:v>714</c:v>
                </c:pt>
                <c:pt idx="1300">
                  <c:v>2125</c:v>
                </c:pt>
                <c:pt idx="1301">
                  <c:v>525</c:v>
                </c:pt>
                <c:pt idx="1302">
                  <c:v>4250</c:v>
                </c:pt>
                <c:pt idx="1303">
                  <c:v>19980</c:v>
                </c:pt>
                <c:pt idx="1304">
                  <c:v>109462</c:v>
                </c:pt>
                <c:pt idx="1305">
                  <c:v>13379</c:v>
                </c:pt>
                <c:pt idx="1306">
                  <c:v>994</c:v>
                </c:pt>
                <c:pt idx="1307">
                  <c:v>691</c:v>
                </c:pt>
                <c:pt idx="1308">
                  <c:v>665</c:v>
                </c:pt>
                <c:pt idx="1309">
                  <c:v>2503</c:v>
                </c:pt>
                <c:pt idx="1310">
                  <c:v>792</c:v>
                </c:pt>
                <c:pt idx="1311">
                  <c:v>1044</c:v>
                </c:pt>
                <c:pt idx="1312">
                  <c:v>63042</c:v>
                </c:pt>
                <c:pt idx="1313">
                  <c:v>797</c:v>
                </c:pt>
                <c:pt idx="1314">
                  <c:v>2375</c:v>
                </c:pt>
                <c:pt idx="1315">
                  <c:v>1926</c:v>
                </c:pt>
                <c:pt idx="1316">
                  <c:v>515</c:v>
                </c:pt>
                <c:pt idx="1317">
                  <c:v>1774</c:v>
                </c:pt>
                <c:pt idx="1318">
                  <c:v>692</c:v>
                </c:pt>
                <c:pt idx="1319">
                  <c:v>1231</c:v>
                </c:pt>
                <c:pt idx="1320">
                  <c:v>3145</c:v>
                </c:pt>
                <c:pt idx="1321">
                  <c:v>750</c:v>
                </c:pt>
                <c:pt idx="1322">
                  <c:v>2250</c:v>
                </c:pt>
                <c:pt idx="1323">
                  <c:v>6217</c:v>
                </c:pt>
                <c:pt idx="1324">
                  <c:v>4218</c:v>
                </c:pt>
                <c:pt idx="1325">
                  <c:v>7235</c:v>
                </c:pt>
                <c:pt idx="1326">
                  <c:v>1209</c:v>
                </c:pt>
                <c:pt idx="1327">
                  <c:v>1902</c:v>
                </c:pt>
                <c:pt idx="1328">
                  <c:v>5614</c:v>
                </c:pt>
                <c:pt idx="1329">
                  <c:v>4780</c:v>
                </c:pt>
                <c:pt idx="1330">
                  <c:v>681</c:v>
                </c:pt>
                <c:pt idx="1331">
                  <c:v>2236</c:v>
                </c:pt>
                <c:pt idx="1332">
                  <c:v>524</c:v>
                </c:pt>
                <c:pt idx="1333">
                  <c:v>1363</c:v>
                </c:pt>
                <c:pt idx="1334">
                  <c:v>846</c:v>
                </c:pt>
                <c:pt idx="1335">
                  <c:v>1069</c:v>
                </c:pt>
                <c:pt idx="1336">
                  <c:v>2060</c:v>
                </c:pt>
                <c:pt idx="1337">
                  <c:v>1016</c:v>
                </c:pt>
                <c:pt idx="1338">
                  <c:v>917</c:v>
                </c:pt>
                <c:pt idx="1339">
                  <c:v>780</c:v>
                </c:pt>
                <c:pt idx="1340">
                  <c:v>137677</c:v>
                </c:pt>
                <c:pt idx="1341">
                  <c:v>591</c:v>
                </c:pt>
                <c:pt idx="1342">
                  <c:v>1467</c:v>
                </c:pt>
                <c:pt idx="1343">
                  <c:v>909</c:v>
                </c:pt>
                <c:pt idx="1344">
                  <c:v>1238</c:v>
                </c:pt>
                <c:pt idx="1345">
                  <c:v>1070</c:v>
                </c:pt>
                <c:pt idx="1346">
                  <c:v>82462</c:v>
                </c:pt>
                <c:pt idx="1347">
                  <c:v>2935</c:v>
                </c:pt>
                <c:pt idx="1348">
                  <c:v>4909</c:v>
                </c:pt>
                <c:pt idx="1349">
                  <c:v>1357</c:v>
                </c:pt>
                <c:pt idx="1350">
                  <c:v>3524</c:v>
                </c:pt>
                <c:pt idx="1351">
                  <c:v>3656</c:v>
                </c:pt>
                <c:pt idx="1352">
                  <c:v>620</c:v>
                </c:pt>
                <c:pt idx="1353">
                  <c:v>11371</c:v>
                </c:pt>
                <c:pt idx="1354">
                  <c:v>5466</c:v>
                </c:pt>
                <c:pt idx="1355">
                  <c:v>38711</c:v>
                </c:pt>
                <c:pt idx="1356">
                  <c:v>1185</c:v>
                </c:pt>
                <c:pt idx="1357">
                  <c:v>1365</c:v>
                </c:pt>
                <c:pt idx="1358">
                  <c:v>514</c:v>
                </c:pt>
                <c:pt idx="1359">
                  <c:v>71069</c:v>
                </c:pt>
                <c:pt idx="1360">
                  <c:v>962</c:v>
                </c:pt>
                <c:pt idx="1361">
                  <c:v>2543</c:v>
                </c:pt>
                <c:pt idx="1362">
                  <c:v>1347</c:v>
                </c:pt>
                <c:pt idx="1363">
                  <c:v>615</c:v>
                </c:pt>
                <c:pt idx="1364">
                  <c:v>1572</c:v>
                </c:pt>
                <c:pt idx="1365">
                  <c:v>2811</c:v>
                </c:pt>
                <c:pt idx="1366">
                  <c:v>603</c:v>
                </c:pt>
                <c:pt idx="1367">
                  <c:v>1827</c:v>
                </c:pt>
                <c:pt idx="1368">
                  <c:v>822</c:v>
                </c:pt>
                <c:pt idx="1369">
                  <c:v>988</c:v>
                </c:pt>
                <c:pt idx="1370">
                  <c:v>550</c:v>
                </c:pt>
                <c:pt idx="1371">
                  <c:v>8889</c:v>
                </c:pt>
                <c:pt idx="1372">
                  <c:v>48192</c:v>
                </c:pt>
                <c:pt idx="1373">
                  <c:v>2718</c:v>
                </c:pt>
                <c:pt idx="1374">
                  <c:v>2068</c:v>
                </c:pt>
                <c:pt idx="1375">
                  <c:v>2300</c:v>
                </c:pt>
                <c:pt idx="1376">
                  <c:v>1070</c:v>
                </c:pt>
                <c:pt idx="1377">
                  <c:v>4122</c:v>
                </c:pt>
                <c:pt idx="1378">
                  <c:v>16530</c:v>
                </c:pt>
                <c:pt idx="1379">
                  <c:v>1347</c:v>
                </c:pt>
                <c:pt idx="1380">
                  <c:v>250334</c:v>
                </c:pt>
                <c:pt idx="1381">
                  <c:v>7418</c:v>
                </c:pt>
                <c:pt idx="1382">
                  <c:v>3382</c:v>
                </c:pt>
                <c:pt idx="1383">
                  <c:v>1157</c:v>
                </c:pt>
                <c:pt idx="1384">
                  <c:v>1520</c:v>
                </c:pt>
                <c:pt idx="1385">
                  <c:v>2877</c:v>
                </c:pt>
                <c:pt idx="1386">
                  <c:v>4012</c:v>
                </c:pt>
                <c:pt idx="1387">
                  <c:v>796</c:v>
                </c:pt>
                <c:pt idx="1388">
                  <c:v>924</c:v>
                </c:pt>
                <c:pt idx="1389">
                  <c:v>1922</c:v>
                </c:pt>
                <c:pt idx="1390">
                  <c:v>9939</c:v>
                </c:pt>
                <c:pt idx="1391">
                  <c:v>2238</c:v>
                </c:pt>
                <c:pt idx="1392">
                  <c:v>1465</c:v>
                </c:pt>
                <c:pt idx="1393">
                  <c:v>3307</c:v>
                </c:pt>
                <c:pt idx="1394">
                  <c:v>1232</c:v>
                </c:pt>
                <c:pt idx="1395">
                  <c:v>1504</c:v>
                </c:pt>
                <c:pt idx="1396">
                  <c:v>5243</c:v>
                </c:pt>
                <c:pt idx="1397">
                  <c:v>2247</c:v>
                </c:pt>
                <c:pt idx="1398">
                  <c:v>7618</c:v>
                </c:pt>
                <c:pt idx="1399">
                  <c:v>792</c:v>
                </c:pt>
                <c:pt idx="1400">
                  <c:v>866</c:v>
                </c:pt>
                <c:pt idx="1401">
                  <c:v>645</c:v>
                </c:pt>
                <c:pt idx="1402">
                  <c:v>856</c:v>
                </c:pt>
                <c:pt idx="1403">
                  <c:v>12608</c:v>
                </c:pt>
                <c:pt idx="1404">
                  <c:v>7136</c:v>
                </c:pt>
                <c:pt idx="1405">
                  <c:v>1799</c:v>
                </c:pt>
                <c:pt idx="1406">
                  <c:v>781</c:v>
                </c:pt>
                <c:pt idx="1407">
                  <c:v>1454</c:v>
                </c:pt>
                <c:pt idx="1408">
                  <c:v>4727</c:v>
                </c:pt>
                <c:pt idx="1409">
                  <c:v>6169</c:v>
                </c:pt>
                <c:pt idx="1410">
                  <c:v>2126</c:v>
                </c:pt>
                <c:pt idx="1411">
                  <c:v>2187</c:v>
                </c:pt>
                <c:pt idx="1412">
                  <c:v>67677</c:v>
                </c:pt>
                <c:pt idx="1413">
                  <c:v>3563</c:v>
                </c:pt>
                <c:pt idx="1414">
                  <c:v>57084</c:v>
                </c:pt>
                <c:pt idx="1415">
                  <c:v>2227</c:v>
                </c:pt>
                <c:pt idx="1416">
                  <c:v>14540</c:v>
                </c:pt>
                <c:pt idx="1417">
                  <c:v>96660</c:v>
                </c:pt>
                <c:pt idx="1418">
                  <c:v>1735</c:v>
                </c:pt>
                <c:pt idx="1419">
                  <c:v>592</c:v>
                </c:pt>
                <c:pt idx="1420">
                  <c:v>13336</c:v>
                </c:pt>
                <c:pt idx="1421">
                  <c:v>22666</c:v>
                </c:pt>
                <c:pt idx="1422">
                  <c:v>5931</c:v>
                </c:pt>
                <c:pt idx="1423">
                  <c:v>3288</c:v>
                </c:pt>
                <c:pt idx="1424">
                  <c:v>1306</c:v>
                </c:pt>
                <c:pt idx="1425">
                  <c:v>2767</c:v>
                </c:pt>
                <c:pt idx="1426">
                  <c:v>2517</c:v>
                </c:pt>
                <c:pt idx="1427">
                  <c:v>4538</c:v>
                </c:pt>
                <c:pt idx="1428">
                  <c:v>923</c:v>
                </c:pt>
                <c:pt idx="1429">
                  <c:v>41558</c:v>
                </c:pt>
                <c:pt idx="1430">
                  <c:v>2218</c:v>
                </c:pt>
                <c:pt idx="1431">
                  <c:v>568</c:v>
                </c:pt>
                <c:pt idx="1432">
                  <c:v>604</c:v>
                </c:pt>
                <c:pt idx="1433">
                  <c:v>743</c:v>
                </c:pt>
                <c:pt idx="1434">
                  <c:v>4217</c:v>
                </c:pt>
                <c:pt idx="1435">
                  <c:v>6114</c:v>
                </c:pt>
                <c:pt idx="1436">
                  <c:v>1721</c:v>
                </c:pt>
                <c:pt idx="1437">
                  <c:v>871</c:v>
                </c:pt>
                <c:pt idx="1438">
                  <c:v>31309</c:v>
                </c:pt>
                <c:pt idx="1439">
                  <c:v>693</c:v>
                </c:pt>
                <c:pt idx="1440">
                  <c:v>9777</c:v>
                </c:pt>
                <c:pt idx="1441">
                  <c:v>966</c:v>
                </c:pt>
                <c:pt idx="1442">
                  <c:v>754</c:v>
                </c:pt>
                <c:pt idx="1443">
                  <c:v>6583</c:v>
                </c:pt>
                <c:pt idx="1444">
                  <c:v>1228</c:v>
                </c:pt>
                <c:pt idx="1445">
                  <c:v>1148</c:v>
                </c:pt>
                <c:pt idx="1446">
                  <c:v>607</c:v>
                </c:pt>
                <c:pt idx="1447">
                  <c:v>919</c:v>
                </c:pt>
                <c:pt idx="1448">
                  <c:v>3777</c:v>
                </c:pt>
                <c:pt idx="1449">
                  <c:v>1080</c:v>
                </c:pt>
                <c:pt idx="1450">
                  <c:v>800</c:v>
                </c:pt>
                <c:pt idx="1451">
                  <c:v>6420</c:v>
                </c:pt>
                <c:pt idx="1452">
                  <c:v>672</c:v>
                </c:pt>
                <c:pt idx="1453">
                  <c:v>1013</c:v>
                </c:pt>
                <c:pt idx="1454">
                  <c:v>1445</c:v>
                </c:pt>
                <c:pt idx="1455">
                  <c:v>21419</c:v>
                </c:pt>
                <c:pt idx="1456">
                  <c:v>794</c:v>
                </c:pt>
                <c:pt idx="1457">
                  <c:v>1286</c:v>
                </c:pt>
                <c:pt idx="1458">
                  <c:v>2488</c:v>
                </c:pt>
                <c:pt idx="1459">
                  <c:v>7828</c:v>
                </c:pt>
                <c:pt idx="1460">
                  <c:v>508</c:v>
                </c:pt>
                <c:pt idx="1461">
                  <c:v>1616</c:v>
                </c:pt>
                <c:pt idx="1462">
                  <c:v>594</c:v>
                </c:pt>
                <c:pt idx="1463">
                  <c:v>4344</c:v>
                </c:pt>
                <c:pt idx="1464">
                  <c:v>596</c:v>
                </c:pt>
                <c:pt idx="1465">
                  <c:v>913</c:v>
                </c:pt>
                <c:pt idx="1466">
                  <c:v>688</c:v>
                </c:pt>
                <c:pt idx="1467">
                  <c:v>11762</c:v>
                </c:pt>
                <c:pt idx="1468">
                  <c:v>1547</c:v>
                </c:pt>
                <c:pt idx="1469">
                  <c:v>557</c:v>
                </c:pt>
                <c:pt idx="1470">
                  <c:v>6141</c:v>
                </c:pt>
                <c:pt idx="1471">
                  <c:v>727</c:v>
                </c:pt>
                <c:pt idx="1472">
                  <c:v>672</c:v>
                </c:pt>
                <c:pt idx="1473">
                  <c:v>10130</c:v>
                </c:pt>
                <c:pt idx="1474">
                  <c:v>962</c:v>
                </c:pt>
                <c:pt idx="1475">
                  <c:v>44595</c:v>
                </c:pt>
                <c:pt idx="1476">
                  <c:v>22456</c:v>
                </c:pt>
                <c:pt idx="1477">
                  <c:v>4031</c:v>
                </c:pt>
                <c:pt idx="1478">
                  <c:v>1157</c:v>
                </c:pt>
                <c:pt idx="1479">
                  <c:v>3142</c:v>
                </c:pt>
                <c:pt idx="1480">
                  <c:v>2201</c:v>
                </c:pt>
                <c:pt idx="1481">
                  <c:v>917</c:v>
                </c:pt>
                <c:pt idx="1482">
                  <c:v>3130</c:v>
                </c:pt>
                <c:pt idx="1483">
                  <c:v>5018</c:v>
                </c:pt>
                <c:pt idx="1484">
                  <c:v>321395</c:v>
                </c:pt>
                <c:pt idx="1485">
                  <c:v>960</c:v>
                </c:pt>
                <c:pt idx="1486">
                  <c:v>1173</c:v>
                </c:pt>
                <c:pt idx="1487">
                  <c:v>12007</c:v>
                </c:pt>
                <c:pt idx="1488">
                  <c:v>660</c:v>
                </c:pt>
                <c:pt idx="1489">
                  <c:v>2851</c:v>
                </c:pt>
                <c:pt idx="1490">
                  <c:v>11569</c:v>
                </c:pt>
                <c:pt idx="1491">
                  <c:v>669</c:v>
                </c:pt>
                <c:pt idx="1492">
                  <c:v>1333</c:v>
                </c:pt>
                <c:pt idx="1493">
                  <c:v>1596</c:v>
                </c:pt>
                <c:pt idx="1494">
                  <c:v>825</c:v>
                </c:pt>
                <c:pt idx="1495">
                  <c:v>39430</c:v>
                </c:pt>
                <c:pt idx="1496">
                  <c:v>701</c:v>
                </c:pt>
                <c:pt idx="1497">
                  <c:v>1543</c:v>
                </c:pt>
                <c:pt idx="1498">
                  <c:v>987</c:v>
                </c:pt>
                <c:pt idx="1499">
                  <c:v>937</c:v>
                </c:pt>
                <c:pt idx="1500">
                  <c:v>31226</c:v>
                </c:pt>
                <c:pt idx="1501">
                  <c:v>611</c:v>
                </c:pt>
                <c:pt idx="1502">
                  <c:v>531</c:v>
                </c:pt>
                <c:pt idx="1503">
                  <c:v>17723</c:v>
                </c:pt>
                <c:pt idx="1504">
                  <c:v>1197</c:v>
                </c:pt>
                <c:pt idx="1505">
                  <c:v>739</c:v>
                </c:pt>
                <c:pt idx="1506">
                  <c:v>1419</c:v>
                </c:pt>
                <c:pt idx="1507">
                  <c:v>1097</c:v>
                </c:pt>
                <c:pt idx="1508">
                  <c:v>2773</c:v>
                </c:pt>
                <c:pt idx="1509">
                  <c:v>1768</c:v>
                </c:pt>
                <c:pt idx="1510">
                  <c:v>15665</c:v>
                </c:pt>
                <c:pt idx="1511">
                  <c:v>600</c:v>
                </c:pt>
                <c:pt idx="1512">
                  <c:v>505</c:v>
                </c:pt>
                <c:pt idx="1513">
                  <c:v>528</c:v>
                </c:pt>
                <c:pt idx="1514">
                  <c:v>2575</c:v>
                </c:pt>
                <c:pt idx="1515">
                  <c:v>12105</c:v>
                </c:pt>
                <c:pt idx="1516">
                  <c:v>4011</c:v>
                </c:pt>
                <c:pt idx="1517">
                  <c:v>637</c:v>
                </c:pt>
                <c:pt idx="1518">
                  <c:v>9710</c:v>
                </c:pt>
                <c:pt idx="1519">
                  <c:v>2439</c:v>
                </c:pt>
                <c:pt idx="1520">
                  <c:v>1170</c:v>
                </c:pt>
                <c:pt idx="1521">
                  <c:v>8421</c:v>
                </c:pt>
                <c:pt idx="1522">
                  <c:v>1062</c:v>
                </c:pt>
                <c:pt idx="1523">
                  <c:v>11114</c:v>
                </c:pt>
                <c:pt idx="1524">
                  <c:v>2371</c:v>
                </c:pt>
                <c:pt idx="1525">
                  <c:v>715</c:v>
                </c:pt>
                <c:pt idx="1526">
                  <c:v>12384</c:v>
                </c:pt>
                <c:pt idx="1527">
                  <c:v>4858</c:v>
                </c:pt>
                <c:pt idx="1528">
                  <c:v>1362</c:v>
                </c:pt>
                <c:pt idx="1529">
                  <c:v>1449</c:v>
                </c:pt>
                <c:pt idx="1530">
                  <c:v>1706</c:v>
                </c:pt>
                <c:pt idx="1531">
                  <c:v>3928</c:v>
                </c:pt>
                <c:pt idx="1532">
                  <c:v>2902</c:v>
                </c:pt>
                <c:pt idx="1533">
                  <c:v>1699</c:v>
                </c:pt>
                <c:pt idx="1534">
                  <c:v>2833</c:v>
                </c:pt>
                <c:pt idx="1535">
                  <c:v>510</c:v>
                </c:pt>
                <c:pt idx="1536">
                  <c:v>3852</c:v>
                </c:pt>
                <c:pt idx="1537">
                  <c:v>2685</c:v>
                </c:pt>
                <c:pt idx="1538">
                  <c:v>552</c:v>
                </c:pt>
                <c:pt idx="1539">
                  <c:v>5110</c:v>
                </c:pt>
                <c:pt idx="1540">
                  <c:v>1604</c:v>
                </c:pt>
                <c:pt idx="1541">
                  <c:v>1477</c:v>
                </c:pt>
                <c:pt idx="1542">
                  <c:v>15156</c:v>
                </c:pt>
                <c:pt idx="1543">
                  <c:v>832</c:v>
                </c:pt>
                <c:pt idx="1544">
                  <c:v>1882</c:v>
                </c:pt>
                <c:pt idx="1545">
                  <c:v>652</c:v>
                </c:pt>
                <c:pt idx="1546">
                  <c:v>20479</c:v>
                </c:pt>
                <c:pt idx="1547">
                  <c:v>5947</c:v>
                </c:pt>
                <c:pt idx="1548">
                  <c:v>2734</c:v>
                </c:pt>
                <c:pt idx="1549">
                  <c:v>22707</c:v>
                </c:pt>
                <c:pt idx="1550">
                  <c:v>3053</c:v>
                </c:pt>
                <c:pt idx="1551">
                  <c:v>1054</c:v>
                </c:pt>
                <c:pt idx="1552">
                  <c:v>3076</c:v>
                </c:pt>
                <c:pt idx="1553">
                  <c:v>595</c:v>
                </c:pt>
                <c:pt idx="1554">
                  <c:v>3930</c:v>
                </c:pt>
                <c:pt idx="1555">
                  <c:v>2588</c:v>
                </c:pt>
                <c:pt idx="1556">
                  <c:v>2344</c:v>
                </c:pt>
                <c:pt idx="1557">
                  <c:v>2796</c:v>
                </c:pt>
                <c:pt idx="1558">
                  <c:v>603</c:v>
                </c:pt>
                <c:pt idx="1559">
                  <c:v>1227</c:v>
                </c:pt>
                <c:pt idx="1560">
                  <c:v>2729</c:v>
                </c:pt>
                <c:pt idx="1561">
                  <c:v>1037</c:v>
                </c:pt>
                <c:pt idx="1562">
                  <c:v>983</c:v>
                </c:pt>
                <c:pt idx="1563">
                  <c:v>660</c:v>
                </c:pt>
                <c:pt idx="1564">
                  <c:v>807</c:v>
                </c:pt>
                <c:pt idx="1565">
                  <c:v>3371</c:v>
                </c:pt>
                <c:pt idx="1566">
                  <c:v>1456</c:v>
                </c:pt>
                <c:pt idx="1567">
                  <c:v>5287</c:v>
                </c:pt>
                <c:pt idx="1568">
                  <c:v>8191</c:v>
                </c:pt>
                <c:pt idx="1569">
                  <c:v>1628</c:v>
                </c:pt>
                <c:pt idx="1570">
                  <c:v>1198</c:v>
                </c:pt>
                <c:pt idx="1571">
                  <c:v>1189</c:v>
                </c:pt>
                <c:pt idx="1572">
                  <c:v>768</c:v>
                </c:pt>
                <c:pt idx="1573">
                  <c:v>566</c:v>
                </c:pt>
                <c:pt idx="1574">
                  <c:v>2112</c:v>
                </c:pt>
                <c:pt idx="1575">
                  <c:v>116712</c:v>
                </c:pt>
                <c:pt idx="1576">
                  <c:v>1518</c:v>
                </c:pt>
                <c:pt idx="1577">
                  <c:v>4566</c:v>
                </c:pt>
                <c:pt idx="1578">
                  <c:v>569</c:v>
                </c:pt>
                <c:pt idx="1579">
                  <c:v>28027</c:v>
                </c:pt>
                <c:pt idx="1580">
                  <c:v>575</c:v>
                </c:pt>
                <c:pt idx="1581">
                  <c:v>3737</c:v>
                </c:pt>
                <c:pt idx="1582">
                  <c:v>2884</c:v>
                </c:pt>
                <c:pt idx="1583">
                  <c:v>570</c:v>
                </c:pt>
                <c:pt idx="1584">
                  <c:v>2890</c:v>
                </c:pt>
                <c:pt idx="1585">
                  <c:v>4829</c:v>
                </c:pt>
                <c:pt idx="1586">
                  <c:v>1629</c:v>
                </c:pt>
                <c:pt idx="1587">
                  <c:v>3530</c:v>
                </c:pt>
                <c:pt idx="1588">
                  <c:v>514</c:v>
                </c:pt>
                <c:pt idx="1589">
                  <c:v>2919</c:v>
                </c:pt>
                <c:pt idx="1590">
                  <c:v>2909</c:v>
                </c:pt>
                <c:pt idx="1591">
                  <c:v>593</c:v>
                </c:pt>
                <c:pt idx="1592">
                  <c:v>823</c:v>
                </c:pt>
                <c:pt idx="1593">
                  <c:v>863</c:v>
                </c:pt>
                <c:pt idx="1594">
                  <c:v>15650</c:v>
                </c:pt>
                <c:pt idx="1595">
                  <c:v>1102</c:v>
                </c:pt>
                <c:pt idx="1596">
                  <c:v>9131</c:v>
                </c:pt>
                <c:pt idx="1597">
                  <c:v>16649</c:v>
                </c:pt>
                <c:pt idx="1598">
                  <c:v>2501</c:v>
                </c:pt>
                <c:pt idx="1599">
                  <c:v>673</c:v>
                </c:pt>
                <c:pt idx="1600">
                  <c:v>953</c:v>
                </c:pt>
                <c:pt idx="1601">
                  <c:v>7160</c:v>
                </c:pt>
                <c:pt idx="1602">
                  <c:v>1930</c:v>
                </c:pt>
                <c:pt idx="1603">
                  <c:v>1468</c:v>
                </c:pt>
                <c:pt idx="1604">
                  <c:v>33262</c:v>
                </c:pt>
                <c:pt idx="1605">
                  <c:v>556</c:v>
                </c:pt>
                <c:pt idx="1606">
                  <c:v>1500</c:v>
                </c:pt>
                <c:pt idx="1607">
                  <c:v>9094</c:v>
                </c:pt>
                <c:pt idx="1608">
                  <c:v>783</c:v>
                </c:pt>
                <c:pt idx="1609">
                  <c:v>562</c:v>
                </c:pt>
                <c:pt idx="1610">
                  <c:v>755</c:v>
                </c:pt>
                <c:pt idx="1611">
                  <c:v>5973</c:v>
                </c:pt>
                <c:pt idx="1612">
                  <c:v>1152</c:v>
                </c:pt>
                <c:pt idx="1613">
                  <c:v>2257</c:v>
                </c:pt>
                <c:pt idx="1614">
                  <c:v>676</c:v>
                </c:pt>
                <c:pt idx="1615">
                  <c:v>5385</c:v>
                </c:pt>
                <c:pt idx="1616">
                  <c:v>659</c:v>
                </c:pt>
                <c:pt idx="1617">
                  <c:v>563</c:v>
                </c:pt>
                <c:pt idx="1618">
                  <c:v>631</c:v>
                </c:pt>
                <c:pt idx="1619">
                  <c:v>1283</c:v>
                </c:pt>
                <c:pt idx="1620">
                  <c:v>13387</c:v>
                </c:pt>
                <c:pt idx="1621">
                  <c:v>1756</c:v>
                </c:pt>
                <c:pt idx="1622">
                  <c:v>917</c:v>
                </c:pt>
                <c:pt idx="1623">
                  <c:v>809</c:v>
                </c:pt>
                <c:pt idx="1624">
                  <c:v>34659</c:v>
                </c:pt>
                <c:pt idx="1625">
                  <c:v>1619</c:v>
                </c:pt>
                <c:pt idx="1626">
                  <c:v>7106</c:v>
                </c:pt>
                <c:pt idx="1627">
                  <c:v>111740</c:v>
                </c:pt>
                <c:pt idx="1628">
                  <c:v>580</c:v>
                </c:pt>
                <c:pt idx="1629">
                  <c:v>8619</c:v>
                </c:pt>
                <c:pt idx="1630">
                  <c:v>2071</c:v>
                </c:pt>
                <c:pt idx="1631">
                  <c:v>712</c:v>
                </c:pt>
                <c:pt idx="1632">
                  <c:v>5488</c:v>
                </c:pt>
                <c:pt idx="1633">
                  <c:v>852</c:v>
                </c:pt>
                <c:pt idx="1634">
                  <c:v>1911</c:v>
                </c:pt>
                <c:pt idx="1635">
                  <c:v>1868</c:v>
                </c:pt>
                <c:pt idx="1636">
                  <c:v>1182</c:v>
                </c:pt>
                <c:pt idx="1637">
                  <c:v>2204</c:v>
                </c:pt>
                <c:pt idx="1638">
                  <c:v>3639</c:v>
                </c:pt>
                <c:pt idx="1639">
                  <c:v>949</c:v>
                </c:pt>
                <c:pt idx="1640">
                  <c:v>1373</c:v>
                </c:pt>
                <c:pt idx="1641">
                  <c:v>2485</c:v>
                </c:pt>
                <c:pt idx="1642">
                  <c:v>563</c:v>
                </c:pt>
                <c:pt idx="1643">
                  <c:v>847</c:v>
                </c:pt>
                <c:pt idx="1644">
                  <c:v>7113</c:v>
                </c:pt>
                <c:pt idx="1645">
                  <c:v>764</c:v>
                </c:pt>
                <c:pt idx="1646">
                  <c:v>43966</c:v>
                </c:pt>
                <c:pt idx="1647">
                  <c:v>4087</c:v>
                </c:pt>
                <c:pt idx="1648">
                  <c:v>2977</c:v>
                </c:pt>
                <c:pt idx="1649">
                  <c:v>1115</c:v>
                </c:pt>
                <c:pt idx="1650">
                  <c:v>1875</c:v>
                </c:pt>
                <c:pt idx="1651">
                  <c:v>1054</c:v>
                </c:pt>
                <c:pt idx="1652">
                  <c:v>75334</c:v>
                </c:pt>
                <c:pt idx="1653">
                  <c:v>560</c:v>
                </c:pt>
                <c:pt idx="1654">
                  <c:v>1573</c:v>
                </c:pt>
                <c:pt idx="1655">
                  <c:v>1598</c:v>
                </c:pt>
                <c:pt idx="1656">
                  <c:v>4009</c:v>
                </c:pt>
                <c:pt idx="1657">
                  <c:v>1031</c:v>
                </c:pt>
                <c:pt idx="1658">
                  <c:v>796</c:v>
                </c:pt>
                <c:pt idx="1659">
                  <c:v>762</c:v>
                </c:pt>
                <c:pt idx="1660">
                  <c:v>6583</c:v>
                </c:pt>
                <c:pt idx="1661">
                  <c:v>1392</c:v>
                </c:pt>
                <c:pt idx="1662">
                  <c:v>1596</c:v>
                </c:pt>
                <c:pt idx="1663">
                  <c:v>3338</c:v>
                </c:pt>
                <c:pt idx="1664">
                  <c:v>1082</c:v>
                </c:pt>
                <c:pt idx="1665">
                  <c:v>2064</c:v>
                </c:pt>
                <c:pt idx="1666">
                  <c:v>2501</c:v>
                </c:pt>
                <c:pt idx="1667">
                  <c:v>2296</c:v>
                </c:pt>
                <c:pt idx="1668">
                  <c:v>704</c:v>
                </c:pt>
                <c:pt idx="1669">
                  <c:v>22750</c:v>
                </c:pt>
                <c:pt idx="1670">
                  <c:v>7262</c:v>
                </c:pt>
                <c:pt idx="1671">
                  <c:v>953</c:v>
                </c:pt>
                <c:pt idx="1672">
                  <c:v>1682</c:v>
                </c:pt>
                <c:pt idx="1673">
                  <c:v>514</c:v>
                </c:pt>
                <c:pt idx="1674">
                  <c:v>1192</c:v>
                </c:pt>
                <c:pt idx="1675">
                  <c:v>1483</c:v>
                </c:pt>
                <c:pt idx="1676">
                  <c:v>2012</c:v>
                </c:pt>
                <c:pt idx="1677">
                  <c:v>1746</c:v>
                </c:pt>
                <c:pt idx="1678">
                  <c:v>5984</c:v>
                </c:pt>
                <c:pt idx="1679">
                  <c:v>5985</c:v>
                </c:pt>
                <c:pt idx="1680">
                  <c:v>557</c:v>
                </c:pt>
                <c:pt idx="1681">
                  <c:v>3552</c:v>
                </c:pt>
                <c:pt idx="1682">
                  <c:v>2262</c:v>
                </c:pt>
                <c:pt idx="1683">
                  <c:v>1144</c:v>
                </c:pt>
                <c:pt idx="1684">
                  <c:v>854</c:v>
                </c:pt>
                <c:pt idx="1685">
                  <c:v>2153</c:v>
                </c:pt>
                <c:pt idx="1686">
                  <c:v>3743</c:v>
                </c:pt>
                <c:pt idx="1687">
                  <c:v>1935</c:v>
                </c:pt>
                <c:pt idx="1688">
                  <c:v>4036</c:v>
                </c:pt>
                <c:pt idx="1689">
                  <c:v>4042</c:v>
                </c:pt>
                <c:pt idx="1690">
                  <c:v>3175</c:v>
                </c:pt>
                <c:pt idx="1691">
                  <c:v>24483</c:v>
                </c:pt>
                <c:pt idx="1692">
                  <c:v>3824</c:v>
                </c:pt>
                <c:pt idx="1693">
                  <c:v>882</c:v>
                </c:pt>
                <c:pt idx="1694">
                  <c:v>2081</c:v>
                </c:pt>
                <c:pt idx="1695">
                  <c:v>816</c:v>
                </c:pt>
                <c:pt idx="1696">
                  <c:v>1186</c:v>
                </c:pt>
                <c:pt idx="1697">
                  <c:v>1199</c:v>
                </c:pt>
                <c:pt idx="1698">
                  <c:v>2055</c:v>
                </c:pt>
                <c:pt idx="1699">
                  <c:v>3582</c:v>
                </c:pt>
                <c:pt idx="1700">
                  <c:v>14990</c:v>
                </c:pt>
                <c:pt idx="1701">
                  <c:v>1091</c:v>
                </c:pt>
                <c:pt idx="1702">
                  <c:v>611</c:v>
                </c:pt>
                <c:pt idx="1703">
                  <c:v>591</c:v>
                </c:pt>
                <c:pt idx="1704">
                  <c:v>51259</c:v>
                </c:pt>
                <c:pt idx="1705">
                  <c:v>18499</c:v>
                </c:pt>
                <c:pt idx="1706">
                  <c:v>2019</c:v>
                </c:pt>
                <c:pt idx="1707">
                  <c:v>927</c:v>
                </c:pt>
                <c:pt idx="1708">
                  <c:v>4943</c:v>
                </c:pt>
                <c:pt idx="1709">
                  <c:v>3723</c:v>
                </c:pt>
                <c:pt idx="1710">
                  <c:v>82514</c:v>
                </c:pt>
                <c:pt idx="1711">
                  <c:v>1442</c:v>
                </c:pt>
                <c:pt idx="1712">
                  <c:v>695</c:v>
                </c:pt>
                <c:pt idx="1713">
                  <c:v>1513</c:v>
                </c:pt>
                <c:pt idx="1714">
                  <c:v>671</c:v>
                </c:pt>
                <c:pt idx="1715">
                  <c:v>19125</c:v>
                </c:pt>
                <c:pt idx="1716">
                  <c:v>22884</c:v>
                </c:pt>
                <c:pt idx="1717">
                  <c:v>903</c:v>
                </c:pt>
                <c:pt idx="1718">
                  <c:v>608</c:v>
                </c:pt>
                <c:pt idx="1719">
                  <c:v>1472</c:v>
                </c:pt>
                <c:pt idx="1720">
                  <c:v>693</c:v>
                </c:pt>
                <c:pt idx="1721">
                  <c:v>3186</c:v>
                </c:pt>
                <c:pt idx="1722">
                  <c:v>2052</c:v>
                </c:pt>
                <c:pt idx="1723">
                  <c:v>618</c:v>
                </c:pt>
                <c:pt idx="1724">
                  <c:v>902</c:v>
                </c:pt>
                <c:pt idx="1725">
                  <c:v>512</c:v>
                </c:pt>
                <c:pt idx="1726">
                  <c:v>987</c:v>
                </c:pt>
                <c:pt idx="1727">
                  <c:v>1215</c:v>
                </c:pt>
                <c:pt idx="1728">
                  <c:v>1348</c:v>
                </c:pt>
                <c:pt idx="1729">
                  <c:v>1455</c:v>
                </c:pt>
                <c:pt idx="1730">
                  <c:v>4673</c:v>
                </c:pt>
                <c:pt idx="1731">
                  <c:v>566</c:v>
                </c:pt>
                <c:pt idx="1732">
                  <c:v>1163</c:v>
                </c:pt>
                <c:pt idx="1733">
                  <c:v>3743</c:v>
                </c:pt>
                <c:pt idx="1734">
                  <c:v>844</c:v>
                </c:pt>
                <c:pt idx="1735">
                  <c:v>1293</c:v>
                </c:pt>
                <c:pt idx="1736">
                  <c:v>8199</c:v>
                </c:pt>
                <c:pt idx="1737">
                  <c:v>839</c:v>
                </c:pt>
                <c:pt idx="1738">
                  <c:v>8541</c:v>
                </c:pt>
                <c:pt idx="1739">
                  <c:v>8505</c:v>
                </c:pt>
                <c:pt idx="1740">
                  <c:v>1309</c:v>
                </c:pt>
                <c:pt idx="1741">
                  <c:v>1070</c:v>
                </c:pt>
                <c:pt idx="1742">
                  <c:v>519</c:v>
                </c:pt>
                <c:pt idx="1743">
                  <c:v>18662</c:v>
                </c:pt>
                <c:pt idx="1744">
                  <c:v>1087</c:v>
                </c:pt>
                <c:pt idx="1745">
                  <c:v>3076</c:v>
                </c:pt>
                <c:pt idx="1746">
                  <c:v>1470</c:v>
                </c:pt>
                <c:pt idx="1747">
                  <c:v>4735</c:v>
                </c:pt>
                <c:pt idx="1748">
                  <c:v>6248</c:v>
                </c:pt>
                <c:pt idx="1749">
                  <c:v>1137</c:v>
                </c:pt>
                <c:pt idx="1750">
                  <c:v>2089</c:v>
                </c:pt>
                <c:pt idx="1751">
                  <c:v>732</c:v>
                </c:pt>
                <c:pt idx="1752">
                  <c:v>792</c:v>
                </c:pt>
                <c:pt idx="1753">
                  <c:v>1212</c:v>
                </c:pt>
                <c:pt idx="1754">
                  <c:v>1863</c:v>
                </c:pt>
                <c:pt idx="1755">
                  <c:v>2869</c:v>
                </c:pt>
                <c:pt idx="1756">
                  <c:v>5775</c:v>
                </c:pt>
                <c:pt idx="1757">
                  <c:v>599</c:v>
                </c:pt>
                <c:pt idx="1758">
                  <c:v>1648</c:v>
                </c:pt>
                <c:pt idx="1759">
                  <c:v>1037</c:v>
                </c:pt>
                <c:pt idx="1760">
                  <c:v>736</c:v>
                </c:pt>
                <c:pt idx="1761">
                  <c:v>545</c:v>
                </c:pt>
                <c:pt idx="1762">
                  <c:v>790</c:v>
                </c:pt>
                <c:pt idx="1763">
                  <c:v>6365</c:v>
                </c:pt>
                <c:pt idx="1764">
                  <c:v>1970</c:v>
                </c:pt>
                <c:pt idx="1765">
                  <c:v>2369</c:v>
                </c:pt>
                <c:pt idx="1766">
                  <c:v>128011</c:v>
                </c:pt>
                <c:pt idx="1767">
                  <c:v>7838</c:v>
                </c:pt>
                <c:pt idx="1768">
                  <c:v>3727</c:v>
                </c:pt>
                <c:pt idx="1769">
                  <c:v>6486</c:v>
                </c:pt>
                <c:pt idx="1770">
                  <c:v>7244</c:v>
                </c:pt>
                <c:pt idx="1771">
                  <c:v>552</c:v>
                </c:pt>
                <c:pt idx="1772">
                  <c:v>1011</c:v>
                </c:pt>
                <c:pt idx="1773">
                  <c:v>12145</c:v>
                </c:pt>
                <c:pt idx="1774">
                  <c:v>958</c:v>
                </c:pt>
                <c:pt idx="1775">
                  <c:v>2003</c:v>
                </c:pt>
                <c:pt idx="1776">
                  <c:v>10784</c:v>
                </c:pt>
                <c:pt idx="1777">
                  <c:v>7229</c:v>
                </c:pt>
                <c:pt idx="1778">
                  <c:v>3486</c:v>
                </c:pt>
                <c:pt idx="1779">
                  <c:v>3093</c:v>
                </c:pt>
                <c:pt idx="1780">
                  <c:v>943</c:v>
                </c:pt>
                <c:pt idx="1781">
                  <c:v>31158</c:v>
                </c:pt>
                <c:pt idx="1782">
                  <c:v>1035</c:v>
                </c:pt>
                <c:pt idx="1783">
                  <c:v>1050</c:v>
                </c:pt>
                <c:pt idx="1784">
                  <c:v>2781</c:v>
                </c:pt>
                <c:pt idx="1785">
                  <c:v>136690</c:v>
                </c:pt>
                <c:pt idx="1786">
                  <c:v>1798</c:v>
                </c:pt>
                <c:pt idx="1787">
                  <c:v>30151</c:v>
                </c:pt>
                <c:pt idx="1788">
                  <c:v>3072</c:v>
                </c:pt>
                <c:pt idx="1789">
                  <c:v>843</c:v>
                </c:pt>
                <c:pt idx="1790">
                  <c:v>591</c:v>
                </c:pt>
                <c:pt idx="1791">
                  <c:v>30157</c:v>
                </c:pt>
                <c:pt idx="1792">
                  <c:v>508</c:v>
                </c:pt>
                <c:pt idx="1793">
                  <c:v>718</c:v>
                </c:pt>
                <c:pt idx="1794">
                  <c:v>3622</c:v>
                </c:pt>
                <c:pt idx="1795">
                  <c:v>798</c:v>
                </c:pt>
                <c:pt idx="1796">
                  <c:v>7695</c:v>
                </c:pt>
                <c:pt idx="1797">
                  <c:v>1344</c:v>
                </c:pt>
                <c:pt idx="1798">
                  <c:v>556</c:v>
                </c:pt>
                <c:pt idx="1799">
                  <c:v>934</c:v>
                </c:pt>
                <c:pt idx="1800">
                  <c:v>1246</c:v>
                </c:pt>
                <c:pt idx="1801">
                  <c:v>2396</c:v>
                </c:pt>
                <c:pt idx="1802">
                  <c:v>713</c:v>
                </c:pt>
                <c:pt idx="1803">
                  <c:v>1375</c:v>
                </c:pt>
                <c:pt idx="1804">
                  <c:v>893</c:v>
                </c:pt>
                <c:pt idx="1805">
                  <c:v>927</c:v>
                </c:pt>
                <c:pt idx="1806">
                  <c:v>541</c:v>
                </c:pt>
                <c:pt idx="1807">
                  <c:v>10895</c:v>
                </c:pt>
                <c:pt idx="1808">
                  <c:v>829</c:v>
                </c:pt>
                <c:pt idx="1809">
                  <c:v>1120</c:v>
                </c:pt>
                <c:pt idx="1810">
                  <c:v>2684</c:v>
                </c:pt>
                <c:pt idx="1811">
                  <c:v>68441</c:v>
                </c:pt>
                <c:pt idx="1812">
                  <c:v>1205</c:v>
                </c:pt>
                <c:pt idx="1813">
                  <c:v>815</c:v>
                </c:pt>
                <c:pt idx="1814">
                  <c:v>1714</c:v>
                </c:pt>
                <c:pt idx="1815">
                  <c:v>7148</c:v>
                </c:pt>
                <c:pt idx="1816">
                  <c:v>1734</c:v>
                </c:pt>
                <c:pt idx="1817">
                  <c:v>1055</c:v>
                </c:pt>
                <c:pt idx="1818">
                  <c:v>2765</c:v>
                </c:pt>
                <c:pt idx="1819">
                  <c:v>1855</c:v>
                </c:pt>
                <c:pt idx="1820">
                  <c:v>2050</c:v>
                </c:pt>
                <c:pt idx="1821">
                  <c:v>3894</c:v>
                </c:pt>
                <c:pt idx="1822">
                  <c:v>7545</c:v>
                </c:pt>
                <c:pt idx="1823">
                  <c:v>4543</c:v>
                </c:pt>
                <c:pt idx="1824">
                  <c:v>5190</c:v>
                </c:pt>
                <c:pt idx="1825">
                  <c:v>865</c:v>
                </c:pt>
                <c:pt idx="1826">
                  <c:v>789</c:v>
                </c:pt>
                <c:pt idx="1827">
                  <c:v>749</c:v>
                </c:pt>
                <c:pt idx="1828">
                  <c:v>768779</c:v>
                </c:pt>
                <c:pt idx="1829">
                  <c:v>672</c:v>
                </c:pt>
                <c:pt idx="1830">
                  <c:v>849</c:v>
                </c:pt>
                <c:pt idx="1831">
                  <c:v>3169</c:v>
                </c:pt>
                <c:pt idx="1832">
                  <c:v>4470</c:v>
                </c:pt>
                <c:pt idx="1833">
                  <c:v>4100</c:v>
                </c:pt>
                <c:pt idx="1834">
                  <c:v>625</c:v>
                </c:pt>
                <c:pt idx="1835">
                  <c:v>12015</c:v>
                </c:pt>
                <c:pt idx="1836">
                  <c:v>4650</c:v>
                </c:pt>
                <c:pt idx="1837">
                  <c:v>7881</c:v>
                </c:pt>
                <c:pt idx="1838">
                  <c:v>8604</c:v>
                </c:pt>
                <c:pt idx="1839">
                  <c:v>81714</c:v>
                </c:pt>
                <c:pt idx="1840">
                  <c:v>13570</c:v>
                </c:pt>
                <c:pt idx="1841">
                  <c:v>3059</c:v>
                </c:pt>
                <c:pt idx="1842">
                  <c:v>1364</c:v>
                </c:pt>
                <c:pt idx="1843">
                  <c:v>127693</c:v>
                </c:pt>
                <c:pt idx="1844">
                  <c:v>2801</c:v>
                </c:pt>
                <c:pt idx="1845">
                  <c:v>1826</c:v>
                </c:pt>
                <c:pt idx="1846">
                  <c:v>5266</c:v>
                </c:pt>
                <c:pt idx="1847">
                  <c:v>1652</c:v>
                </c:pt>
                <c:pt idx="1848">
                  <c:v>1394</c:v>
                </c:pt>
                <c:pt idx="1849">
                  <c:v>7628</c:v>
                </c:pt>
                <c:pt idx="1850">
                  <c:v>2008</c:v>
                </c:pt>
                <c:pt idx="1851">
                  <c:v>1093</c:v>
                </c:pt>
                <c:pt idx="1852">
                  <c:v>1258</c:v>
                </c:pt>
                <c:pt idx="1853">
                  <c:v>63149</c:v>
                </c:pt>
                <c:pt idx="1854">
                  <c:v>17582</c:v>
                </c:pt>
                <c:pt idx="1855">
                  <c:v>343000</c:v>
                </c:pt>
                <c:pt idx="1856">
                  <c:v>1131</c:v>
                </c:pt>
                <c:pt idx="1857">
                  <c:v>2568</c:v>
                </c:pt>
                <c:pt idx="1858">
                  <c:v>6129</c:v>
                </c:pt>
                <c:pt idx="1859">
                  <c:v>2518</c:v>
                </c:pt>
                <c:pt idx="1860">
                  <c:v>3479</c:v>
                </c:pt>
                <c:pt idx="1861">
                  <c:v>2308</c:v>
                </c:pt>
                <c:pt idx="1862">
                  <c:v>503</c:v>
                </c:pt>
                <c:pt idx="1863">
                  <c:v>543</c:v>
                </c:pt>
                <c:pt idx="1864">
                  <c:v>1344</c:v>
                </c:pt>
                <c:pt idx="1865">
                  <c:v>520</c:v>
                </c:pt>
                <c:pt idx="1866">
                  <c:v>3488</c:v>
                </c:pt>
                <c:pt idx="1867">
                  <c:v>818</c:v>
                </c:pt>
                <c:pt idx="1868">
                  <c:v>1010</c:v>
                </c:pt>
                <c:pt idx="1869">
                  <c:v>537</c:v>
                </c:pt>
                <c:pt idx="1870">
                  <c:v>706</c:v>
                </c:pt>
                <c:pt idx="1871">
                  <c:v>2883</c:v>
                </c:pt>
                <c:pt idx="1872">
                  <c:v>759</c:v>
                </c:pt>
                <c:pt idx="1873">
                  <c:v>1989</c:v>
                </c:pt>
                <c:pt idx="1874">
                  <c:v>4982</c:v>
                </c:pt>
                <c:pt idx="1875">
                  <c:v>1730</c:v>
                </c:pt>
                <c:pt idx="1876">
                  <c:v>799</c:v>
                </c:pt>
                <c:pt idx="1877">
                  <c:v>533</c:v>
                </c:pt>
                <c:pt idx="1878">
                  <c:v>37007</c:v>
                </c:pt>
                <c:pt idx="1879">
                  <c:v>5706</c:v>
                </c:pt>
                <c:pt idx="1880">
                  <c:v>7766</c:v>
                </c:pt>
                <c:pt idx="1881">
                  <c:v>10837</c:v>
                </c:pt>
                <c:pt idx="1882">
                  <c:v>2325</c:v>
                </c:pt>
                <c:pt idx="1883">
                  <c:v>8851</c:v>
                </c:pt>
                <c:pt idx="1884">
                  <c:v>3582</c:v>
                </c:pt>
                <c:pt idx="1885">
                  <c:v>2721</c:v>
                </c:pt>
                <c:pt idx="1886">
                  <c:v>2396</c:v>
                </c:pt>
                <c:pt idx="1887">
                  <c:v>1604</c:v>
                </c:pt>
                <c:pt idx="1888">
                  <c:v>10915</c:v>
                </c:pt>
                <c:pt idx="1889">
                  <c:v>947</c:v>
                </c:pt>
                <c:pt idx="1890">
                  <c:v>874</c:v>
                </c:pt>
                <c:pt idx="1891">
                  <c:v>668</c:v>
                </c:pt>
                <c:pt idx="1892">
                  <c:v>934</c:v>
                </c:pt>
                <c:pt idx="1893">
                  <c:v>624</c:v>
                </c:pt>
                <c:pt idx="1894">
                  <c:v>851</c:v>
                </c:pt>
                <c:pt idx="1895">
                  <c:v>598</c:v>
                </c:pt>
                <c:pt idx="1896">
                  <c:v>838</c:v>
                </c:pt>
                <c:pt idx="1897">
                  <c:v>2069</c:v>
                </c:pt>
                <c:pt idx="1898">
                  <c:v>2749</c:v>
                </c:pt>
                <c:pt idx="1899">
                  <c:v>29935</c:v>
                </c:pt>
                <c:pt idx="1900">
                  <c:v>9755</c:v>
                </c:pt>
                <c:pt idx="1901">
                  <c:v>8596</c:v>
                </c:pt>
                <c:pt idx="1902">
                  <c:v>1624</c:v>
                </c:pt>
                <c:pt idx="1903">
                  <c:v>1309</c:v>
                </c:pt>
                <c:pt idx="1904">
                  <c:v>2267</c:v>
                </c:pt>
                <c:pt idx="1905">
                  <c:v>121315</c:v>
                </c:pt>
                <c:pt idx="1906">
                  <c:v>90894</c:v>
                </c:pt>
                <c:pt idx="1907">
                  <c:v>557</c:v>
                </c:pt>
                <c:pt idx="1908">
                  <c:v>647</c:v>
                </c:pt>
                <c:pt idx="1909">
                  <c:v>2729</c:v>
                </c:pt>
                <c:pt idx="1910">
                  <c:v>1939</c:v>
                </c:pt>
                <c:pt idx="1911">
                  <c:v>515</c:v>
                </c:pt>
                <c:pt idx="1912">
                  <c:v>701</c:v>
                </c:pt>
                <c:pt idx="1913">
                  <c:v>933</c:v>
                </c:pt>
                <c:pt idx="1914">
                  <c:v>2987</c:v>
                </c:pt>
                <c:pt idx="1915">
                  <c:v>612</c:v>
                </c:pt>
                <c:pt idx="1916">
                  <c:v>750</c:v>
                </c:pt>
                <c:pt idx="1917">
                  <c:v>7350</c:v>
                </c:pt>
                <c:pt idx="1918">
                  <c:v>2328</c:v>
                </c:pt>
                <c:pt idx="1919">
                  <c:v>534</c:v>
                </c:pt>
                <c:pt idx="1920">
                  <c:v>546</c:v>
                </c:pt>
                <c:pt idx="1921">
                  <c:v>14489</c:v>
                </c:pt>
                <c:pt idx="1922">
                  <c:v>3133</c:v>
                </c:pt>
                <c:pt idx="1923">
                  <c:v>1568</c:v>
                </c:pt>
                <c:pt idx="1924">
                  <c:v>600</c:v>
                </c:pt>
                <c:pt idx="1925">
                  <c:v>1406</c:v>
                </c:pt>
                <c:pt idx="1926">
                  <c:v>763</c:v>
                </c:pt>
                <c:pt idx="1927">
                  <c:v>7488</c:v>
                </c:pt>
                <c:pt idx="1928">
                  <c:v>1091</c:v>
                </c:pt>
                <c:pt idx="1929">
                  <c:v>1213</c:v>
                </c:pt>
                <c:pt idx="1930">
                  <c:v>3523</c:v>
                </c:pt>
                <c:pt idx="1931">
                  <c:v>5866</c:v>
                </c:pt>
                <c:pt idx="1932">
                  <c:v>678</c:v>
                </c:pt>
                <c:pt idx="1933">
                  <c:v>10640</c:v>
                </c:pt>
                <c:pt idx="1934">
                  <c:v>861</c:v>
                </c:pt>
                <c:pt idx="1935">
                  <c:v>2592</c:v>
                </c:pt>
                <c:pt idx="1936">
                  <c:v>2613</c:v>
                </c:pt>
                <c:pt idx="1937">
                  <c:v>2289</c:v>
                </c:pt>
                <c:pt idx="1938">
                  <c:v>972</c:v>
                </c:pt>
                <c:pt idx="1939">
                  <c:v>853</c:v>
                </c:pt>
                <c:pt idx="1940">
                  <c:v>1197</c:v>
                </c:pt>
                <c:pt idx="1941">
                  <c:v>7494</c:v>
                </c:pt>
                <c:pt idx="1942">
                  <c:v>4264</c:v>
                </c:pt>
                <c:pt idx="1943">
                  <c:v>2921</c:v>
                </c:pt>
                <c:pt idx="1944">
                  <c:v>6409</c:v>
                </c:pt>
                <c:pt idx="1945">
                  <c:v>660</c:v>
                </c:pt>
                <c:pt idx="1946">
                  <c:v>15766</c:v>
                </c:pt>
                <c:pt idx="1947">
                  <c:v>578</c:v>
                </c:pt>
                <c:pt idx="1948">
                  <c:v>15641</c:v>
                </c:pt>
                <c:pt idx="1949">
                  <c:v>588</c:v>
                </c:pt>
                <c:pt idx="1950">
                  <c:v>928</c:v>
                </c:pt>
                <c:pt idx="1951">
                  <c:v>12421</c:v>
                </c:pt>
                <c:pt idx="1952">
                  <c:v>5100</c:v>
                </c:pt>
                <c:pt idx="1953">
                  <c:v>1144</c:v>
                </c:pt>
                <c:pt idx="1954">
                  <c:v>4891</c:v>
                </c:pt>
                <c:pt idx="1955">
                  <c:v>894</c:v>
                </c:pt>
                <c:pt idx="1956">
                  <c:v>503</c:v>
                </c:pt>
                <c:pt idx="1957">
                  <c:v>584</c:v>
                </c:pt>
                <c:pt idx="1958">
                  <c:v>32523</c:v>
                </c:pt>
                <c:pt idx="1959">
                  <c:v>103143</c:v>
                </c:pt>
                <c:pt idx="1960">
                  <c:v>3215</c:v>
                </c:pt>
                <c:pt idx="1961">
                  <c:v>548</c:v>
                </c:pt>
                <c:pt idx="1962">
                  <c:v>684</c:v>
                </c:pt>
                <c:pt idx="1963">
                  <c:v>7387</c:v>
                </c:pt>
                <c:pt idx="1964">
                  <c:v>132855</c:v>
                </c:pt>
                <c:pt idx="1965">
                  <c:v>2710</c:v>
                </c:pt>
                <c:pt idx="1966">
                  <c:v>1954</c:v>
                </c:pt>
                <c:pt idx="1967">
                  <c:v>1584</c:v>
                </c:pt>
                <c:pt idx="1968">
                  <c:v>5168</c:v>
                </c:pt>
                <c:pt idx="1969">
                  <c:v>8404</c:v>
                </c:pt>
                <c:pt idx="1970">
                  <c:v>3652</c:v>
                </c:pt>
                <c:pt idx="1971">
                  <c:v>724</c:v>
                </c:pt>
                <c:pt idx="1972">
                  <c:v>4832</c:v>
                </c:pt>
                <c:pt idx="1973">
                  <c:v>2272</c:v>
                </c:pt>
                <c:pt idx="1974">
                  <c:v>761</c:v>
                </c:pt>
                <c:pt idx="1975">
                  <c:v>2386</c:v>
                </c:pt>
                <c:pt idx="1976">
                  <c:v>551</c:v>
                </c:pt>
                <c:pt idx="1977">
                  <c:v>4457</c:v>
                </c:pt>
                <c:pt idx="1978">
                  <c:v>15360</c:v>
                </c:pt>
                <c:pt idx="1979">
                  <c:v>297774</c:v>
                </c:pt>
                <c:pt idx="1980">
                  <c:v>506</c:v>
                </c:pt>
                <c:pt idx="1981">
                  <c:v>937</c:v>
                </c:pt>
                <c:pt idx="1982">
                  <c:v>1574</c:v>
                </c:pt>
                <c:pt idx="1983">
                  <c:v>18420</c:v>
                </c:pt>
                <c:pt idx="1984">
                  <c:v>794</c:v>
                </c:pt>
                <c:pt idx="1985">
                  <c:v>1067</c:v>
                </c:pt>
                <c:pt idx="1986">
                  <c:v>2655</c:v>
                </c:pt>
                <c:pt idx="1987">
                  <c:v>2215</c:v>
                </c:pt>
                <c:pt idx="1988">
                  <c:v>545</c:v>
                </c:pt>
                <c:pt idx="1989">
                  <c:v>537</c:v>
                </c:pt>
                <c:pt idx="1990">
                  <c:v>172857</c:v>
                </c:pt>
                <c:pt idx="1991">
                  <c:v>2792</c:v>
                </c:pt>
                <c:pt idx="1992">
                  <c:v>657</c:v>
                </c:pt>
                <c:pt idx="1993">
                  <c:v>2039</c:v>
                </c:pt>
                <c:pt idx="1994">
                  <c:v>2214</c:v>
                </c:pt>
                <c:pt idx="1995">
                  <c:v>1694</c:v>
                </c:pt>
                <c:pt idx="1996">
                  <c:v>1490</c:v>
                </c:pt>
                <c:pt idx="1997">
                  <c:v>7380</c:v>
                </c:pt>
                <c:pt idx="1998">
                  <c:v>6876</c:v>
                </c:pt>
                <c:pt idx="1999">
                  <c:v>3949</c:v>
                </c:pt>
                <c:pt idx="2000">
                  <c:v>609</c:v>
                </c:pt>
                <c:pt idx="2001">
                  <c:v>536</c:v>
                </c:pt>
                <c:pt idx="2002">
                  <c:v>832</c:v>
                </c:pt>
                <c:pt idx="2003">
                  <c:v>2019</c:v>
                </c:pt>
                <c:pt idx="2004">
                  <c:v>2195</c:v>
                </c:pt>
                <c:pt idx="2005">
                  <c:v>653</c:v>
                </c:pt>
                <c:pt idx="2006">
                  <c:v>1996</c:v>
                </c:pt>
                <c:pt idx="2007">
                  <c:v>1656</c:v>
                </c:pt>
                <c:pt idx="2008">
                  <c:v>1673</c:v>
                </c:pt>
                <c:pt idx="2009">
                  <c:v>610</c:v>
                </c:pt>
                <c:pt idx="2010">
                  <c:v>1022</c:v>
                </c:pt>
                <c:pt idx="2011">
                  <c:v>981</c:v>
                </c:pt>
                <c:pt idx="2012">
                  <c:v>2377</c:v>
                </c:pt>
                <c:pt idx="2013">
                  <c:v>1016</c:v>
                </c:pt>
                <c:pt idx="2014">
                  <c:v>20882</c:v>
                </c:pt>
                <c:pt idx="2015">
                  <c:v>1358</c:v>
                </c:pt>
                <c:pt idx="2016">
                  <c:v>15207</c:v>
                </c:pt>
                <c:pt idx="2017">
                  <c:v>2969</c:v>
                </c:pt>
                <c:pt idx="2018">
                  <c:v>8564</c:v>
                </c:pt>
                <c:pt idx="2019">
                  <c:v>582</c:v>
                </c:pt>
                <c:pt idx="2020">
                  <c:v>540</c:v>
                </c:pt>
                <c:pt idx="2021">
                  <c:v>51484</c:v>
                </c:pt>
                <c:pt idx="2022">
                  <c:v>994</c:v>
                </c:pt>
                <c:pt idx="2023">
                  <c:v>1123</c:v>
                </c:pt>
                <c:pt idx="2024">
                  <c:v>758</c:v>
                </c:pt>
                <c:pt idx="2025">
                  <c:v>569</c:v>
                </c:pt>
                <c:pt idx="2026">
                  <c:v>11355</c:v>
                </c:pt>
                <c:pt idx="2027">
                  <c:v>1361</c:v>
                </c:pt>
                <c:pt idx="2028">
                  <c:v>1198</c:v>
                </c:pt>
                <c:pt idx="2029">
                  <c:v>892</c:v>
                </c:pt>
                <c:pt idx="2030">
                  <c:v>1555</c:v>
                </c:pt>
                <c:pt idx="2031">
                  <c:v>8615</c:v>
                </c:pt>
                <c:pt idx="2032">
                  <c:v>739</c:v>
                </c:pt>
                <c:pt idx="2033">
                  <c:v>750</c:v>
                </c:pt>
                <c:pt idx="2034">
                  <c:v>6640</c:v>
                </c:pt>
                <c:pt idx="2035">
                  <c:v>51655</c:v>
                </c:pt>
                <c:pt idx="2036">
                  <c:v>4805</c:v>
                </c:pt>
                <c:pt idx="2037">
                  <c:v>764</c:v>
                </c:pt>
                <c:pt idx="2038">
                  <c:v>13883</c:v>
                </c:pt>
                <c:pt idx="2039">
                  <c:v>4289</c:v>
                </c:pt>
                <c:pt idx="2040">
                  <c:v>1371</c:v>
                </c:pt>
                <c:pt idx="2041">
                  <c:v>867</c:v>
                </c:pt>
                <c:pt idx="2042">
                  <c:v>741</c:v>
                </c:pt>
                <c:pt idx="2043">
                  <c:v>2762</c:v>
                </c:pt>
                <c:pt idx="2044">
                  <c:v>3591</c:v>
                </c:pt>
                <c:pt idx="2045">
                  <c:v>518</c:v>
                </c:pt>
                <c:pt idx="2046">
                  <c:v>1463</c:v>
                </c:pt>
                <c:pt idx="2047">
                  <c:v>9602</c:v>
                </c:pt>
                <c:pt idx="2048">
                  <c:v>8314</c:v>
                </c:pt>
                <c:pt idx="2049">
                  <c:v>4813</c:v>
                </c:pt>
                <c:pt idx="2050">
                  <c:v>1704</c:v>
                </c:pt>
                <c:pt idx="2051">
                  <c:v>1954</c:v>
                </c:pt>
                <c:pt idx="2052">
                  <c:v>846</c:v>
                </c:pt>
                <c:pt idx="2053">
                  <c:v>3020</c:v>
                </c:pt>
                <c:pt idx="2054">
                  <c:v>1481</c:v>
                </c:pt>
                <c:pt idx="2055">
                  <c:v>760</c:v>
                </c:pt>
                <c:pt idx="2056">
                  <c:v>630</c:v>
                </c:pt>
                <c:pt idx="2057">
                  <c:v>2204</c:v>
                </c:pt>
                <c:pt idx="2058">
                  <c:v>1728</c:v>
                </c:pt>
                <c:pt idx="2059">
                  <c:v>1507</c:v>
                </c:pt>
                <c:pt idx="2060">
                  <c:v>924</c:v>
                </c:pt>
                <c:pt idx="2061">
                  <c:v>539</c:v>
                </c:pt>
                <c:pt idx="2062">
                  <c:v>817</c:v>
                </c:pt>
                <c:pt idx="2063">
                  <c:v>2887</c:v>
                </c:pt>
                <c:pt idx="2064">
                  <c:v>591</c:v>
                </c:pt>
                <c:pt idx="2065">
                  <c:v>4355</c:v>
                </c:pt>
                <c:pt idx="2066">
                  <c:v>10189</c:v>
                </c:pt>
                <c:pt idx="2067">
                  <c:v>346359</c:v>
                </c:pt>
                <c:pt idx="2068">
                  <c:v>2955</c:v>
                </c:pt>
                <c:pt idx="2069">
                  <c:v>1367</c:v>
                </c:pt>
                <c:pt idx="2070">
                  <c:v>7422</c:v>
                </c:pt>
                <c:pt idx="2071">
                  <c:v>1891</c:v>
                </c:pt>
                <c:pt idx="2072">
                  <c:v>7777</c:v>
                </c:pt>
                <c:pt idx="2073">
                  <c:v>585</c:v>
                </c:pt>
                <c:pt idx="2074">
                  <c:v>15500</c:v>
                </c:pt>
                <c:pt idx="2075">
                  <c:v>811</c:v>
                </c:pt>
                <c:pt idx="2076">
                  <c:v>1310</c:v>
                </c:pt>
                <c:pt idx="2077">
                  <c:v>2769</c:v>
                </c:pt>
                <c:pt idx="2078">
                  <c:v>2505</c:v>
                </c:pt>
                <c:pt idx="2079">
                  <c:v>1917</c:v>
                </c:pt>
                <c:pt idx="2080">
                  <c:v>747</c:v>
                </c:pt>
                <c:pt idx="2081">
                  <c:v>1202</c:v>
                </c:pt>
                <c:pt idx="2082">
                  <c:v>1754</c:v>
                </c:pt>
                <c:pt idx="2083">
                  <c:v>786</c:v>
                </c:pt>
                <c:pt idx="2084">
                  <c:v>596</c:v>
                </c:pt>
                <c:pt idx="2085">
                  <c:v>710</c:v>
                </c:pt>
                <c:pt idx="2086">
                  <c:v>640</c:v>
                </c:pt>
                <c:pt idx="2087">
                  <c:v>513</c:v>
                </c:pt>
                <c:pt idx="2088">
                  <c:v>1189</c:v>
                </c:pt>
                <c:pt idx="2089">
                  <c:v>614</c:v>
                </c:pt>
                <c:pt idx="2090">
                  <c:v>1388</c:v>
                </c:pt>
                <c:pt idx="2091">
                  <c:v>11897</c:v>
                </c:pt>
                <c:pt idx="2092">
                  <c:v>531</c:v>
                </c:pt>
                <c:pt idx="2093">
                  <c:v>14237</c:v>
                </c:pt>
                <c:pt idx="2094">
                  <c:v>3078</c:v>
                </c:pt>
                <c:pt idx="2095">
                  <c:v>2392</c:v>
                </c:pt>
                <c:pt idx="2096">
                  <c:v>526</c:v>
                </c:pt>
                <c:pt idx="2097">
                  <c:v>920</c:v>
                </c:pt>
                <c:pt idx="2098">
                  <c:v>40504</c:v>
                </c:pt>
                <c:pt idx="2099">
                  <c:v>895</c:v>
                </c:pt>
                <c:pt idx="2100">
                  <c:v>693</c:v>
                </c:pt>
                <c:pt idx="2101">
                  <c:v>9516</c:v>
                </c:pt>
                <c:pt idx="2102">
                  <c:v>953</c:v>
                </c:pt>
                <c:pt idx="2103">
                  <c:v>35117</c:v>
                </c:pt>
                <c:pt idx="2104">
                  <c:v>1023</c:v>
                </c:pt>
                <c:pt idx="2105">
                  <c:v>1668</c:v>
                </c:pt>
                <c:pt idx="2106">
                  <c:v>2767</c:v>
                </c:pt>
                <c:pt idx="2107">
                  <c:v>1693</c:v>
                </c:pt>
                <c:pt idx="2108">
                  <c:v>857</c:v>
                </c:pt>
                <c:pt idx="2109">
                  <c:v>971</c:v>
                </c:pt>
                <c:pt idx="2110">
                  <c:v>828</c:v>
                </c:pt>
                <c:pt idx="2111">
                  <c:v>119350</c:v>
                </c:pt>
                <c:pt idx="2112">
                  <c:v>1347</c:v>
                </c:pt>
                <c:pt idx="2113">
                  <c:v>3939</c:v>
                </c:pt>
                <c:pt idx="2114">
                  <c:v>12216</c:v>
                </c:pt>
                <c:pt idx="2115">
                  <c:v>1387</c:v>
                </c:pt>
                <c:pt idx="2116">
                  <c:v>1107</c:v>
                </c:pt>
                <c:pt idx="2117">
                  <c:v>1313</c:v>
                </c:pt>
                <c:pt idx="2118">
                  <c:v>8539</c:v>
                </c:pt>
                <c:pt idx="2119">
                  <c:v>10729</c:v>
                </c:pt>
                <c:pt idx="2120">
                  <c:v>630</c:v>
                </c:pt>
                <c:pt idx="2121">
                  <c:v>712</c:v>
                </c:pt>
                <c:pt idx="2122">
                  <c:v>526</c:v>
                </c:pt>
                <c:pt idx="2123">
                  <c:v>1607</c:v>
                </c:pt>
                <c:pt idx="2124">
                  <c:v>599</c:v>
                </c:pt>
                <c:pt idx="2125">
                  <c:v>645</c:v>
                </c:pt>
                <c:pt idx="2126">
                  <c:v>9058</c:v>
                </c:pt>
                <c:pt idx="2127">
                  <c:v>45032</c:v>
                </c:pt>
                <c:pt idx="2128">
                  <c:v>2200</c:v>
                </c:pt>
                <c:pt idx="2129">
                  <c:v>500</c:v>
                </c:pt>
                <c:pt idx="2130">
                  <c:v>19421</c:v>
                </c:pt>
                <c:pt idx="2131">
                  <c:v>256188</c:v>
                </c:pt>
                <c:pt idx="2132">
                  <c:v>9821</c:v>
                </c:pt>
                <c:pt idx="2133">
                  <c:v>703</c:v>
                </c:pt>
                <c:pt idx="2134">
                  <c:v>7169</c:v>
                </c:pt>
                <c:pt idx="2135">
                  <c:v>7997</c:v>
                </c:pt>
                <c:pt idx="2136">
                  <c:v>730</c:v>
                </c:pt>
                <c:pt idx="2137">
                  <c:v>8444</c:v>
                </c:pt>
                <c:pt idx="2138">
                  <c:v>1418</c:v>
                </c:pt>
                <c:pt idx="2139">
                  <c:v>181708</c:v>
                </c:pt>
                <c:pt idx="2140">
                  <c:v>523</c:v>
                </c:pt>
                <c:pt idx="2141">
                  <c:v>687</c:v>
                </c:pt>
                <c:pt idx="2142">
                  <c:v>1873</c:v>
                </c:pt>
                <c:pt idx="2143">
                  <c:v>848</c:v>
                </c:pt>
                <c:pt idx="2144">
                  <c:v>8377</c:v>
                </c:pt>
                <c:pt idx="2145">
                  <c:v>4869</c:v>
                </c:pt>
                <c:pt idx="2146">
                  <c:v>3502</c:v>
                </c:pt>
                <c:pt idx="2147">
                  <c:v>1045</c:v>
                </c:pt>
                <c:pt idx="2148">
                  <c:v>3013</c:v>
                </c:pt>
                <c:pt idx="2149">
                  <c:v>666</c:v>
                </c:pt>
                <c:pt idx="2150">
                  <c:v>1022</c:v>
                </c:pt>
                <c:pt idx="2151">
                  <c:v>700</c:v>
                </c:pt>
                <c:pt idx="2152">
                  <c:v>721</c:v>
                </c:pt>
                <c:pt idx="2153">
                  <c:v>4019</c:v>
                </c:pt>
                <c:pt idx="2154">
                  <c:v>2617</c:v>
                </c:pt>
                <c:pt idx="2155">
                  <c:v>657</c:v>
                </c:pt>
                <c:pt idx="2156">
                  <c:v>7411</c:v>
                </c:pt>
                <c:pt idx="2157">
                  <c:v>1390</c:v>
                </c:pt>
                <c:pt idx="2158">
                  <c:v>544</c:v>
                </c:pt>
                <c:pt idx="2159">
                  <c:v>23963</c:v>
                </c:pt>
                <c:pt idx="2160">
                  <c:v>12603</c:v>
                </c:pt>
                <c:pt idx="2161">
                  <c:v>27597</c:v>
                </c:pt>
                <c:pt idx="2162">
                  <c:v>3347</c:v>
                </c:pt>
                <c:pt idx="2163">
                  <c:v>8186</c:v>
                </c:pt>
                <c:pt idx="2164">
                  <c:v>27527</c:v>
                </c:pt>
                <c:pt idx="2165">
                  <c:v>1135</c:v>
                </c:pt>
                <c:pt idx="2166">
                  <c:v>863</c:v>
                </c:pt>
                <c:pt idx="2167">
                  <c:v>1011</c:v>
                </c:pt>
                <c:pt idx="2168">
                  <c:v>6095</c:v>
                </c:pt>
                <c:pt idx="2169">
                  <c:v>892</c:v>
                </c:pt>
                <c:pt idx="2170">
                  <c:v>744</c:v>
                </c:pt>
                <c:pt idx="2171">
                  <c:v>2826</c:v>
                </c:pt>
                <c:pt idx="2172">
                  <c:v>28455</c:v>
                </c:pt>
                <c:pt idx="2173">
                  <c:v>15030</c:v>
                </c:pt>
                <c:pt idx="2174">
                  <c:v>609</c:v>
                </c:pt>
                <c:pt idx="2175">
                  <c:v>1758</c:v>
                </c:pt>
                <c:pt idx="2176">
                  <c:v>638</c:v>
                </c:pt>
                <c:pt idx="2177">
                  <c:v>227104</c:v>
                </c:pt>
                <c:pt idx="2178">
                  <c:v>1173</c:v>
                </c:pt>
                <c:pt idx="2179">
                  <c:v>698</c:v>
                </c:pt>
                <c:pt idx="2180">
                  <c:v>20966</c:v>
                </c:pt>
                <c:pt idx="2181">
                  <c:v>2245</c:v>
                </c:pt>
                <c:pt idx="2182">
                  <c:v>16561</c:v>
                </c:pt>
                <c:pt idx="2183">
                  <c:v>755</c:v>
                </c:pt>
                <c:pt idx="2184">
                  <c:v>818</c:v>
                </c:pt>
                <c:pt idx="2185">
                  <c:v>15027</c:v>
                </c:pt>
                <c:pt idx="2186">
                  <c:v>1475</c:v>
                </c:pt>
                <c:pt idx="2187">
                  <c:v>29009</c:v>
                </c:pt>
                <c:pt idx="2188">
                  <c:v>3119</c:v>
                </c:pt>
                <c:pt idx="2189">
                  <c:v>1551</c:v>
                </c:pt>
                <c:pt idx="2190">
                  <c:v>582</c:v>
                </c:pt>
                <c:pt idx="2191">
                  <c:v>1070</c:v>
                </c:pt>
                <c:pt idx="2192">
                  <c:v>679</c:v>
                </c:pt>
                <c:pt idx="2193">
                  <c:v>1302</c:v>
                </c:pt>
                <c:pt idx="2194">
                  <c:v>1356</c:v>
                </c:pt>
                <c:pt idx="2195">
                  <c:v>19064</c:v>
                </c:pt>
                <c:pt idx="2196">
                  <c:v>1182</c:v>
                </c:pt>
                <c:pt idx="2197">
                  <c:v>6757</c:v>
                </c:pt>
                <c:pt idx="2198">
                  <c:v>1490</c:v>
                </c:pt>
                <c:pt idx="2199">
                  <c:v>1344</c:v>
                </c:pt>
                <c:pt idx="2200">
                  <c:v>3518</c:v>
                </c:pt>
                <c:pt idx="2201">
                  <c:v>2280</c:v>
                </c:pt>
                <c:pt idx="2202">
                  <c:v>1142</c:v>
                </c:pt>
                <c:pt idx="2203">
                  <c:v>38728</c:v>
                </c:pt>
                <c:pt idx="2204">
                  <c:v>60468</c:v>
                </c:pt>
                <c:pt idx="2205">
                  <c:v>702</c:v>
                </c:pt>
                <c:pt idx="2206">
                  <c:v>8208</c:v>
                </c:pt>
                <c:pt idx="2207">
                  <c:v>1572</c:v>
                </c:pt>
                <c:pt idx="2208">
                  <c:v>1632</c:v>
                </c:pt>
                <c:pt idx="2209">
                  <c:v>866</c:v>
                </c:pt>
                <c:pt idx="2210">
                  <c:v>1781</c:v>
                </c:pt>
                <c:pt idx="2211">
                  <c:v>8890</c:v>
                </c:pt>
                <c:pt idx="2212">
                  <c:v>5460</c:v>
                </c:pt>
                <c:pt idx="2213">
                  <c:v>777</c:v>
                </c:pt>
                <c:pt idx="2214">
                  <c:v>876</c:v>
                </c:pt>
                <c:pt idx="2215">
                  <c:v>40881</c:v>
                </c:pt>
                <c:pt idx="2216">
                  <c:v>2511</c:v>
                </c:pt>
                <c:pt idx="2217">
                  <c:v>6285</c:v>
                </c:pt>
                <c:pt idx="2218">
                  <c:v>575</c:v>
                </c:pt>
                <c:pt idx="2219">
                  <c:v>692</c:v>
                </c:pt>
                <c:pt idx="2220">
                  <c:v>5966</c:v>
                </c:pt>
                <c:pt idx="2221">
                  <c:v>2139</c:v>
                </c:pt>
                <c:pt idx="2222">
                  <c:v>3112</c:v>
                </c:pt>
                <c:pt idx="2223">
                  <c:v>1232</c:v>
                </c:pt>
                <c:pt idx="2224">
                  <c:v>897</c:v>
                </c:pt>
                <c:pt idx="2225">
                  <c:v>15064</c:v>
                </c:pt>
                <c:pt idx="2226">
                  <c:v>3285</c:v>
                </c:pt>
                <c:pt idx="2227">
                  <c:v>2974</c:v>
                </c:pt>
                <c:pt idx="2228">
                  <c:v>1347</c:v>
                </c:pt>
                <c:pt idx="2229">
                  <c:v>561</c:v>
                </c:pt>
                <c:pt idx="2230">
                  <c:v>1060</c:v>
                </c:pt>
                <c:pt idx="2231">
                  <c:v>1038</c:v>
                </c:pt>
                <c:pt idx="2232">
                  <c:v>8394</c:v>
                </c:pt>
                <c:pt idx="2233">
                  <c:v>630</c:v>
                </c:pt>
                <c:pt idx="2234">
                  <c:v>509</c:v>
                </c:pt>
                <c:pt idx="2235">
                  <c:v>158579</c:v>
                </c:pt>
                <c:pt idx="2236">
                  <c:v>1687</c:v>
                </c:pt>
                <c:pt idx="2237">
                  <c:v>2279</c:v>
                </c:pt>
                <c:pt idx="2238">
                  <c:v>1875</c:v>
                </c:pt>
                <c:pt idx="2239">
                  <c:v>3597</c:v>
                </c:pt>
                <c:pt idx="2240">
                  <c:v>2821</c:v>
                </c:pt>
                <c:pt idx="2241">
                  <c:v>2065</c:v>
                </c:pt>
                <c:pt idx="2242">
                  <c:v>2114</c:v>
                </c:pt>
                <c:pt idx="2243">
                  <c:v>1320</c:v>
                </c:pt>
                <c:pt idx="2244">
                  <c:v>562</c:v>
                </c:pt>
                <c:pt idx="2245">
                  <c:v>7556</c:v>
                </c:pt>
                <c:pt idx="2246">
                  <c:v>1619</c:v>
                </c:pt>
                <c:pt idx="2247">
                  <c:v>1588</c:v>
                </c:pt>
                <c:pt idx="2248">
                  <c:v>693</c:v>
                </c:pt>
                <c:pt idx="2249">
                  <c:v>2586</c:v>
                </c:pt>
                <c:pt idx="2250">
                  <c:v>4739</c:v>
                </c:pt>
                <c:pt idx="2251">
                  <c:v>13748</c:v>
                </c:pt>
                <c:pt idx="2252">
                  <c:v>1018</c:v>
                </c:pt>
                <c:pt idx="2253">
                  <c:v>897</c:v>
                </c:pt>
                <c:pt idx="2254">
                  <c:v>1587</c:v>
                </c:pt>
                <c:pt idx="2255">
                  <c:v>706</c:v>
                </c:pt>
                <c:pt idx="2256">
                  <c:v>2724</c:v>
                </c:pt>
                <c:pt idx="2257">
                  <c:v>4950</c:v>
                </c:pt>
                <c:pt idx="2258">
                  <c:v>1243</c:v>
                </c:pt>
                <c:pt idx="2259">
                  <c:v>1126</c:v>
                </c:pt>
                <c:pt idx="2260">
                  <c:v>1395</c:v>
                </c:pt>
                <c:pt idx="2261">
                  <c:v>1272</c:v>
                </c:pt>
                <c:pt idx="2262">
                  <c:v>4067</c:v>
                </c:pt>
                <c:pt idx="2263">
                  <c:v>7560</c:v>
                </c:pt>
                <c:pt idx="2264">
                  <c:v>3072</c:v>
                </c:pt>
                <c:pt idx="2265">
                  <c:v>6903</c:v>
                </c:pt>
                <c:pt idx="2266">
                  <c:v>832</c:v>
                </c:pt>
                <c:pt idx="2267">
                  <c:v>677</c:v>
                </c:pt>
                <c:pt idx="2268">
                  <c:v>503</c:v>
                </c:pt>
                <c:pt idx="2269">
                  <c:v>2418</c:v>
                </c:pt>
                <c:pt idx="2270">
                  <c:v>8459</c:v>
                </c:pt>
                <c:pt idx="2271">
                  <c:v>663</c:v>
                </c:pt>
                <c:pt idx="2272">
                  <c:v>740</c:v>
                </c:pt>
                <c:pt idx="2273">
                  <c:v>1581</c:v>
                </c:pt>
                <c:pt idx="2274">
                  <c:v>5039</c:v>
                </c:pt>
                <c:pt idx="2275">
                  <c:v>1126</c:v>
                </c:pt>
                <c:pt idx="2276">
                  <c:v>3020</c:v>
                </c:pt>
                <c:pt idx="2277">
                  <c:v>1513</c:v>
                </c:pt>
                <c:pt idx="2278">
                  <c:v>795</c:v>
                </c:pt>
                <c:pt idx="2279">
                  <c:v>1930</c:v>
                </c:pt>
                <c:pt idx="2280">
                  <c:v>45414</c:v>
                </c:pt>
                <c:pt idx="2281">
                  <c:v>993</c:v>
                </c:pt>
                <c:pt idx="2282">
                  <c:v>826</c:v>
                </c:pt>
                <c:pt idx="2283">
                  <c:v>977</c:v>
                </c:pt>
                <c:pt idx="2284">
                  <c:v>740</c:v>
                </c:pt>
                <c:pt idx="2285">
                  <c:v>635</c:v>
                </c:pt>
                <c:pt idx="2286">
                  <c:v>824</c:v>
                </c:pt>
                <c:pt idx="2287">
                  <c:v>5005</c:v>
                </c:pt>
                <c:pt idx="2288">
                  <c:v>12463</c:v>
                </c:pt>
                <c:pt idx="2289">
                  <c:v>2122</c:v>
                </c:pt>
                <c:pt idx="2290">
                  <c:v>1502</c:v>
                </c:pt>
                <c:pt idx="2291">
                  <c:v>1187</c:v>
                </c:pt>
                <c:pt idx="2292">
                  <c:v>56283</c:v>
                </c:pt>
                <c:pt idx="2293">
                  <c:v>1120</c:v>
                </c:pt>
                <c:pt idx="2294">
                  <c:v>584</c:v>
                </c:pt>
                <c:pt idx="2295">
                  <c:v>927</c:v>
                </c:pt>
                <c:pt idx="2296">
                  <c:v>1627</c:v>
                </c:pt>
                <c:pt idx="2297">
                  <c:v>1214</c:v>
                </c:pt>
                <c:pt idx="2298">
                  <c:v>2036</c:v>
                </c:pt>
                <c:pt idx="2299">
                  <c:v>565</c:v>
                </c:pt>
                <c:pt idx="2300">
                  <c:v>1026</c:v>
                </c:pt>
                <c:pt idx="2301">
                  <c:v>1227</c:v>
                </c:pt>
                <c:pt idx="2302">
                  <c:v>970</c:v>
                </c:pt>
                <c:pt idx="2303">
                  <c:v>1465</c:v>
                </c:pt>
                <c:pt idx="2304">
                  <c:v>1309</c:v>
                </c:pt>
                <c:pt idx="2305">
                  <c:v>5960</c:v>
                </c:pt>
                <c:pt idx="2306">
                  <c:v>984</c:v>
                </c:pt>
                <c:pt idx="2307">
                  <c:v>54680</c:v>
                </c:pt>
                <c:pt idx="2308">
                  <c:v>1939</c:v>
                </c:pt>
                <c:pt idx="2309">
                  <c:v>921</c:v>
                </c:pt>
                <c:pt idx="2310">
                  <c:v>676</c:v>
                </c:pt>
                <c:pt idx="2311">
                  <c:v>1356</c:v>
                </c:pt>
                <c:pt idx="2312">
                  <c:v>1812</c:v>
                </c:pt>
                <c:pt idx="2313">
                  <c:v>698</c:v>
                </c:pt>
                <c:pt idx="2314">
                  <c:v>4975</c:v>
                </c:pt>
                <c:pt idx="2315">
                  <c:v>2053</c:v>
                </c:pt>
                <c:pt idx="2316">
                  <c:v>1851</c:v>
                </c:pt>
                <c:pt idx="2317">
                  <c:v>177041</c:v>
                </c:pt>
                <c:pt idx="2318">
                  <c:v>1486</c:v>
                </c:pt>
                <c:pt idx="2319">
                  <c:v>5516</c:v>
                </c:pt>
                <c:pt idx="2320">
                  <c:v>674</c:v>
                </c:pt>
                <c:pt idx="2321">
                  <c:v>2604</c:v>
                </c:pt>
                <c:pt idx="2322">
                  <c:v>2865</c:v>
                </c:pt>
                <c:pt idx="2323">
                  <c:v>14988</c:v>
                </c:pt>
                <c:pt idx="2324">
                  <c:v>2004</c:v>
                </c:pt>
                <c:pt idx="2325">
                  <c:v>695</c:v>
                </c:pt>
                <c:pt idx="2326">
                  <c:v>2170</c:v>
                </c:pt>
                <c:pt idx="2327">
                  <c:v>5578</c:v>
                </c:pt>
                <c:pt idx="2328">
                  <c:v>1106</c:v>
                </c:pt>
                <c:pt idx="2329">
                  <c:v>1242</c:v>
                </c:pt>
                <c:pt idx="2330">
                  <c:v>18607</c:v>
                </c:pt>
                <c:pt idx="2331">
                  <c:v>29054</c:v>
                </c:pt>
                <c:pt idx="2332">
                  <c:v>4995</c:v>
                </c:pt>
                <c:pt idx="2333">
                  <c:v>10186</c:v>
                </c:pt>
                <c:pt idx="2334">
                  <c:v>1934</c:v>
                </c:pt>
                <c:pt idx="2335">
                  <c:v>1103</c:v>
                </c:pt>
                <c:pt idx="2336">
                  <c:v>6372</c:v>
                </c:pt>
                <c:pt idx="2337">
                  <c:v>1674</c:v>
                </c:pt>
                <c:pt idx="2338">
                  <c:v>2455</c:v>
                </c:pt>
                <c:pt idx="2339">
                  <c:v>714</c:v>
                </c:pt>
                <c:pt idx="2340">
                  <c:v>11705</c:v>
                </c:pt>
                <c:pt idx="2341">
                  <c:v>507</c:v>
                </c:pt>
                <c:pt idx="2342">
                  <c:v>1761</c:v>
                </c:pt>
                <c:pt idx="2343">
                  <c:v>2343</c:v>
                </c:pt>
                <c:pt idx="2344">
                  <c:v>553</c:v>
                </c:pt>
                <c:pt idx="2345">
                  <c:v>1374</c:v>
                </c:pt>
                <c:pt idx="2346">
                  <c:v>17255</c:v>
                </c:pt>
                <c:pt idx="2347">
                  <c:v>3512</c:v>
                </c:pt>
                <c:pt idx="2348">
                  <c:v>1413</c:v>
                </c:pt>
                <c:pt idx="2349">
                  <c:v>1430</c:v>
                </c:pt>
                <c:pt idx="2350">
                  <c:v>1205</c:v>
                </c:pt>
                <c:pt idx="2351">
                  <c:v>8105</c:v>
                </c:pt>
                <c:pt idx="2352">
                  <c:v>706</c:v>
                </c:pt>
                <c:pt idx="2353">
                  <c:v>7532</c:v>
                </c:pt>
                <c:pt idx="2354">
                  <c:v>1868</c:v>
                </c:pt>
                <c:pt idx="2355">
                  <c:v>1953</c:v>
                </c:pt>
                <c:pt idx="2356">
                  <c:v>5152</c:v>
                </c:pt>
                <c:pt idx="2357">
                  <c:v>10241</c:v>
                </c:pt>
                <c:pt idx="2358">
                  <c:v>7687</c:v>
                </c:pt>
                <c:pt idx="2359">
                  <c:v>919</c:v>
                </c:pt>
                <c:pt idx="2360">
                  <c:v>34782</c:v>
                </c:pt>
                <c:pt idx="2361">
                  <c:v>1371</c:v>
                </c:pt>
                <c:pt idx="2362">
                  <c:v>665</c:v>
                </c:pt>
                <c:pt idx="2363">
                  <c:v>1096</c:v>
                </c:pt>
                <c:pt idx="2364">
                  <c:v>5070</c:v>
                </c:pt>
                <c:pt idx="2365">
                  <c:v>1831</c:v>
                </c:pt>
                <c:pt idx="2366">
                  <c:v>639</c:v>
                </c:pt>
                <c:pt idx="2367">
                  <c:v>1992</c:v>
                </c:pt>
                <c:pt idx="2368">
                  <c:v>1357</c:v>
                </c:pt>
                <c:pt idx="2369">
                  <c:v>1066</c:v>
                </c:pt>
                <c:pt idx="2370">
                  <c:v>39485</c:v>
                </c:pt>
                <c:pt idx="2371">
                  <c:v>25906</c:v>
                </c:pt>
                <c:pt idx="2372">
                  <c:v>831</c:v>
                </c:pt>
                <c:pt idx="2373">
                  <c:v>843</c:v>
                </c:pt>
                <c:pt idx="2374">
                  <c:v>5815</c:v>
                </c:pt>
                <c:pt idx="2375">
                  <c:v>1327</c:v>
                </c:pt>
                <c:pt idx="2376">
                  <c:v>808</c:v>
                </c:pt>
                <c:pt idx="2377">
                  <c:v>764</c:v>
                </c:pt>
                <c:pt idx="2378">
                  <c:v>5972</c:v>
                </c:pt>
                <c:pt idx="2379">
                  <c:v>521</c:v>
                </c:pt>
                <c:pt idx="2380">
                  <c:v>1606</c:v>
                </c:pt>
                <c:pt idx="2381">
                  <c:v>3291</c:v>
                </c:pt>
                <c:pt idx="2382">
                  <c:v>2205</c:v>
                </c:pt>
                <c:pt idx="2383">
                  <c:v>799</c:v>
                </c:pt>
                <c:pt idx="2384">
                  <c:v>6189</c:v>
                </c:pt>
                <c:pt idx="2385">
                  <c:v>643</c:v>
                </c:pt>
                <c:pt idx="2386">
                  <c:v>1708</c:v>
                </c:pt>
                <c:pt idx="2387">
                  <c:v>9381</c:v>
                </c:pt>
                <c:pt idx="2388">
                  <c:v>16128</c:v>
                </c:pt>
                <c:pt idx="2389">
                  <c:v>2740</c:v>
                </c:pt>
                <c:pt idx="2390">
                  <c:v>12975</c:v>
                </c:pt>
                <c:pt idx="2391">
                  <c:v>1011</c:v>
                </c:pt>
                <c:pt idx="2392">
                  <c:v>685</c:v>
                </c:pt>
                <c:pt idx="2393">
                  <c:v>3384</c:v>
                </c:pt>
                <c:pt idx="2394">
                  <c:v>575</c:v>
                </c:pt>
                <c:pt idx="2395">
                  <c:v>4421</c:v>
                </c:pt>
                <c:pt idx="2396">
                  <c:v>1008</c:v>
                </c:pt>
                <c:pt idx="2397">
                  <c:v>2969</c:v>
                </c:pt>
                <c:pt idx="2398">
                  <c:v>959</c:v>
                </c:pt>
                <c:pt idx="2399">
                  <c:v>6733</c:v>
                </c:pt>
                <c:pt idx="2400">
                  <c:v>11267</c:v>
                </c:pt>
                <c:pt idx="2401">
                  <c:v>854</c:v>
                </c:pt>
                <c:pt idx="2402">
                  <c:v>1161</c:v>
                </c:pt>
                <c:pt idx="2403">
                  <c:v>866</c:v>
                </c:pt>
                <c:pt idx="2404">
                  <c:v>23430</c:v>
                </c:pt>
                <c:pt idx="2405">
                  <c:v>1010</c:v>
                </c:pt>
                <c:pt idx="2406">
                  <c:v>2520</c:v>
                </c:pt>
                <c:pt idx="2407">
                  <c:v>12943</c:v>
                </c:pt>
                <c:pt idx="2408">
                  <c:v>8430</c:v>
                </c:pt>
                <c:pt idx="2409">
                  <c:v>1566</c:v>
                </c:pt>
                <c:pt idx="2410">
                  <c:v>4771</c:v>
                </c:pt>
                <c:pt idx="2411">
                  <c:v>1965</c:v>
                </c:pt>
                <c:pt idx="2412">
                  <c:v>6873</c:v>
                </c:pt>
                <c:pt idx="2413">
                  <c:v>1998</c:v>
                </c:pt>
                <c:pt idx="2414">
                  <c:v>1132</c:v>
                </c:pt>
                <c:pt idx="2415">
                  <c:v>559</c:v>
                </c:pt>
                <c:pt idx="2416">
                  <c:v>43270</c:v>
                </c:pt>
                <c:pt idx="2417">
                  <c:v>4641</c:v>
                </c:pt>
                <c:pt idx="2418">
                  <c:v>9753</c:v>
                </c:pt>
                <c:pt idx="2419">
                  <c:v>1219</c:v>
                </c:pt>
                <c:pt idx="2420">
                  <c:v>4408</c:v>
                </c:pt>
                <c:pt idx="2421">
                  <c:v>1117</c:v>
                </c:pt>
                <c:pt idx="2422">
                  <c:v>13947</c:v>
                </c:pt>
                <c:pt idx="2423">
                  <c:v>2694</c:v>
                </c:pt>
                <c:pt idx="2424">
                  <c:v>1067</c:v>
                </c:pt>
                <c:pt idx="2425">
                  <c:v>1920</c:v>
                </c:pt>
                <c:pt idx="2426">
                  <c:v>2572</c:v>
                </c:pt>
                <c:pt idx="2427">
                  <c:v>2060</c:v>
                </c:pt>
                <c:pt idx="2428">
                  <c:v>2260</c:v>
                </c:pt>
                <c:pt idx="2429">
                  <c:v>704</c:v>
                </c:pt>
                <c:pt idx="2430">
                  <c:v>1244</c:v>
                </c:pt>
                <c:pt idx="2431">
                  <c:v>756</c:v>
                </c:pt>
                <c:pt idx="2432">
                  <c:v>1195</c:v>
                </c:pt>
                <c:pt idx="2433">
                  <c:v>3665</c:v>
                </c:pt>
                <c:pt idx="2434">
                  <c:v>3762</c:v>
                </c:pt>
                <c:pt idx="2435">
                  <c:v>1227</c:v>
                </c:pt>
                <c:pt idx="2436">
                  <c:v>4100</c:v>
                </c:pt>
                <c:pt idx="2437">
                  <c:v>2099</c:v>
                </c:pt>
                <c:pt idx="2438">
                  <c:v>1746</c:v>
                </c:pt>
                <c:pt idx="2439">
                  <c:v>1488</c:v>
                </c:pt>
                <c:pt idx="2440">
                  <c:v>1007</c:v>
                </c:pt>
                <c:pt idx="2441">
                  <c:v>518</c:v>
                </c:pt>
                <c:pt idx="2442">
                  <c:v>777</c:v>
                </c:pt>
                <c:pt idx="2443">
                  <c:v>814</c:v>
                </c:pt>
                <c:pt idx="2444">
                  <c:v>556</c:v>
                </c:pt>
                <c:pt idx="2445">
                  <c:v>539</c:v>
                </c:pt>
                <c:pt idx="2446">
                  <c:v>29689</c:v>
                </c:pt>
                <c:pt idx="2447">
                  <c:v>3441</c:v>
                </c:pt>
                <c:pt idx="2448">
                  <c:v>3170</c:v>
                </c:pt>
                <c:pt idx="2449">
                  <c:v>1896</c:v>
                </c:pt>
                <c:pt idx="2450">
                  <c:v>46417</c:v>
                </c:pt>
                <c:pt idx="2451">
                  <c:v>1288</c:v>
                </c:pt>
                <c:pt idx="2452">
                  <c:v>1055</c:v>
                </c:pt>
                <c:pt idx="2453">
                  <c:v>1213</c:v>
                </c:pt>
                <c:pt idx="2454">
                  <c:v>2243</c:v>
                </c:pt>
                <c:pt idx="2455">
                  <c:v>2995</c:v>
                </c:pt>
                <c:pt idx="2456">
                  <c:v>1169</c:v>
                </c:pt>
                <c:pt idx="2457">
                  <c:v>3981</c:v>
                </c:pt>
                <c:pt idx="2458">
                  <c:v>2143</c:v>
                </c:pt>
                <c:pt idx="2459">
                  <c:v>544</c:v>
                </c:pt>
                <c:pt idx="2460">
                  <c:v>4300</c:v>
                </c:pt>
                <c:pt idx="2461">
                  <c:v>50698</c:v>
                </c:pt>
                <c:pt idx="2462">
                  <c:v>3373</c:v>
                </c:pt>
                <c:pt idx="2463">
                  <c:v>1651</c:v>
                </c:pt>
                <c:pt idx="2464">
                  <c:v>1020</c:v>
                </c:pt>
                <c:pt idx="2465">
                  <c:v>990</c:v>
                </c:pt>
                <c:pt idx="2466">
                  <c:v>5077</c:v>
                </c:pt>
                <c:pt idx="2467">
                  <c:v>1441</c:v>
                </c:pt>
                <c:pt idx="2468">
                  <c:v>15181</c:v>
                </c:pt>
                <c:pt idx="2469">
                  <c:v>6316</c:v>
                </c:pt>
                <c:pt idx="2470">
                  <c:v>21921</c:v>
                </c:pt>
                <c:pt idx="2471">
                  <c:v>1006</c:v>
                </c:pt>
                <c:pt idx="2472">
                  <c:v>796</c:v>
                </c:pt>
                <c:pt idx="2473">
                  <c:v>5557</c:v>
                </c:pt>
                <c:pt idx="2474">
                  <c:v>940</c:v>
                </c:pt>
                <c:pt idx="2475">
                  <c:v>652</c:v>
                </c:pt>
                <c:pt idx="2476">
                  <c:v>1678</c:v>
                </c:pt>
                <c:pt idx="2477">
                  <c:v>1118</c:v>
                </c:pt>
                <c:pt idx="2478">
                  <c:v>85088</c:v>
                </c:pt>
                <c:pt idx="2479">
                  <c:v>182277</c:v>
                </c:pt>
                <c:pt idx="2480">
                  <c:v>1517</c:v>
                </c:pt>
                <c:pt idx="2481">
                  <c:v>30623</c:v>
                </c:pt>
                <c:pt idx="2482">
                  <c:v>528</c:v>
                </c:pt>
                <c:pt idx="2483">
                  <c:v>730</c:v>
                </c:pt>
                <c:pt idx="2484">
                  <c:v>517</c:v>
                </c:pt>
                <c:pt idx="2485">
                  <c:v>1184</c:v>
                </c:pt>
                <c:pt idx="2486">
                  <c:v>13574</c:v>
                </c:pt>
                <c:pt idx="2487">
                  <c:v>2191</c:v>
                </c:pt>
                <c:pt idx="2488">
                  <c:v>527</c:v>
                </c:pt>
                <c:pt idx="2489">
                  <c:v>6778</c:v>
                </c:pt>
                <c:pt idx="2490">
                  <c:v>13614</c:v>
                </c:pt>
                <c:pt idx="2491">
                  <c:v>3748</c:v>
                </c:pt>
                <c:pt idx="2492">
                  <c:v>2563</c:v>
                </c:pt>
                <c:pt idx="2493">
                  <c:v>1471</c:v>
                </c:pt>
                <c:pt idx="2494">
                  <c:v>11866</c:v>
                </c:pt>
                <c:pt idx="2495">
                  <c:v>9009</c:v>
                </c:pt>
                <c:pt idx="2496">
                  <c:v>1501</c:v>
                </c:pt>
                <c:pt idx="2497">
                  <c:v>10970</c:v>
                </c:pt>
                <c:pt idx="2498">
                  <c:v>84332</c:v>
                </c:pt>
                <c:pt idx="2499">
                  <c:v>709</c:v>
                </c:pt>
                <c:pt idx="2500">
                  <c:v>87849</c:v>
                </c:pt>
                <c:pt idx="2501">
                  <c:v>45496</c:v>
                </c:pt>
                <c:pt idx="2502">
                  <c:v>37450</c:v>
                </c:pt>
                <c:pt idx="2503">
                  <c:v>604</c:v>
                </c:pt>
                <c:pt idx="2504">
                  <c:v>506</c:v>
                </c:pt>
                <c:pt idx="2505">
                  <c:v>736</c:v>
                </c:pt>
                <c:pt idx="2506">
                  <c:v>1197</c:v>
                </c:pt>
                <c:pt idx="2507">
                  <c:v>18251</c:v>
                </c:pt>
                <c:pt idx="2508">
                  <c:v>977</c:v>
                </c:pt>
                <c:pt idx="2509">
                  <c:v>1052</c:v>
                </c:pt>
                <c:pt idx="2510">
                  <c:v>1628</c:v>
                </c:pt>
                <c:pt idx="2511">
                  <c:v>825</c:v>
                </c:pt>
                <c:pt idx="2512">
                  <c:v>4453</c:v>
                </c:pt>
                <c:pt idx="2513">
                  <c:v>2577</c:v>
                </c:pt>
                <c:pt idx="2514">
                  <c:v>48765</c:v>
                </c:pt>
                <c:pt idx="2515">
                  <c:v>1673</c:v>
                </c:pt>
                <c:pt idx="2516">
                  <c:v>4573</c:v>
                </c:pt>
                <c:pt idx="2517">
                  <c:v>3127</c:v>
                </c:pt>
                <c:pt idx="2518">
                  <c:v>606</c:v>
                </c:pt>
                <c:pt idx="2519">
                  <c:v>2784</c:v>
                </c:pt>
                <c:pt idx="2520">
                  <c:v>2292</c:v>
                </c:pt>
                <c:pt idx="2521">
                  <c:v>551</c:v>
                </c:pt>
                <c:pt idx="2522">
                  <c:v>5484</c:v>
                </c:pt>
                <c:pt idx="2523">
                  <c:v>3404</c:v>
                </c:pt>
                <c:pt idx="2524">
                  <c:v>1427</c:v>
                </c:pt>
                <c:pt idx="2525">
                  <c:v>1319</c:v>
                </c:pt>
                <c:pt idx="2526">
                  <c:v>1439</c:v>
                </c:pt>
                <c:pt idx="2527">
                  <c:v>1235</c:v>
                </c:pt>
                <c:pt idx="2528">
                  <c:v>883</c:v>
                </c:pt>
                <c:pt idx="2529">
                  <c:v>1092</c:v>
                </c:pt>
                <c:pt idx="2530">
                  <c:v>751</c:v>
                </c:pt>
                <c:pt idx="2531">
                  <c:v>1637</c:v>
                </c:pt>
                <c:pt idx="2532">
                  <c:v>521</c:v>
                </c:pt>
                <c:pt idx="2533">
                  <c:v>7233</c:v>
                </c:pt>
                <c:pt idx="2534">
                  <c:v>538</c:v>
                </c:pt>
                <c:pt idx="2535">
                  <c:v>11009</c:v>
                </c:pt>
                <c:pt idx="2536">
                  <c:v>21868</c:v>
                </c:pt>
                <c:pt idx="2537">
                  <c:v>2066</c:v>
                </c:pt>
                <c:pt idx="2538">
                  <c:v>2281</c:v>
                </c:pt>
                <c:pt idx="2539">
                  <c:v>2871</c:v>
                </c:pt>
                <c:pt idx="2540">
                  <c:v>651</c:v>
                </c:pt>
                <c:pt idx="2541">
                  <c:v>2040</c:v>
                </c:pt>
                <c:pt idx="2542">
                  <c:v>1000</c:v>
                </c:pt>
                <c:pt idx="2543">
                  <c:v>5071</c:v>
                </c:pt>
                <c:pt idx="2544">
                  <c:v>1808</c:v>
                </c:pt>
                <c:pt idx="2545">
                  <c:v>34509</c:v>
                </c:pt>
                <c:pt idx="2546">
                  <c:v>1705</c:v>
                </c:pt>
                <c:pt idx="2547">
                  <c:v>3013</c:v>
                </c:pt>
                <c:pt idx="2548">
                  <c:v>2570</c:v>
                </c:pt>
                <c:pt idx="2549">
                  <c:v>550</c:v>
                </c:pt>
                <c:pt idx="2550">
                  <c:v>1019</c:v>
                </c:pt>
                <c:pt idx="2551">
                  <c:v>1710</c:v>
                </c:pt>
                <c:pt idx="2552">
                  <c:v>4304</c:v>
                </c:pt>
                <c:pt idx="2553">
                  <c:v>1494</c:v>
                </c:pt>
                <c:pt idx="2554">
                  <c:v>569</c:v>
                </c:pt>
                <c:pt idx="2555">
                  <c:v>6000</c:v>
                </c:pt>
                <c:pt idx="2556">
                  <c:v>7692</c:v>
                </c:pt>
                <c:pt idx="2557">
                  <c:v>951</c:v>
                </c:pt>
                <c:pt idx="2558">
                  <c:v>806</c:v>
                </c:pt>
                <c:pt idx="2559">
                  <c:v>4892</c:v>
                </c:pt>
                <c:pt idx="2560">
                  <c:v>587</c:v>
                </c:pt>
                <c:pt idx="2561">
                  <c:v>1167</c:v>
                </c:pt>
                <c:pt idx="2562">
                  <c:v>7138</c:v>
                </c:pt>
                <c:pt idx="2563">
                  <c:v>699</c:v>
                </c:pt>
                <c:pt idx="2564">
                  <c:v>7866</c:v>
                </c:pt>
                <c:pt idx="2565">
                  <c:v>800</c:v>
                </c:pt>
                <c:pt idx="2566">
                  <c:v>1528</c:v>
                </c:pt>
                <c:pt idx="2567">
                  <c:v>714</c:v>
                </c:pt>
                <c:pt idx="2568">
                  <c:v>2170</c:v>
                </c:pt>
                <c:pt idx="2569">
                  <c:v>21460</c:v>
                </c:pt>
                <c:pt idx="2570">
                  <c:v>1183</c:v>
                </c:pt>
                <c:pt idx="2571">
                  <c:v>26058</c:v>
                </c:pt>
                <c:pt idx="2572">
                  <c:v>537</c:v>
                </c:pt>
                <c:pt idx="2573">
                  <c:v>578</c:v>
                </c:pt>
                <c:pt idx="2574">
                  <c:v>3811</c:v>
                </c:pt>
                <c:pt idx="2575">
                  <c:v>982</c:v>
                </c:pt>
                <c:pt idx="2576">
                  <c:v>38943</c:v>
                </c:pt>
                <c:pt idx="2577">
                  <c:v>960</c:v>
                </c:pt>
                <c:pt idx="2578">
                  <c:v>3237</c:v>
                </c:pt>
                <c:pt idx="2579">
                  <c:v>525</c:v>
                </c:pt>
                <c:pt idx="2580">
                  <c:v>1254</c:v>
                </c:pt>
                <c:pt idx="2581">
                  <c:v>1606</c:v>
                </c:pt>
                <c:pt idx="2582">
                  <c:v>892</c:v>
                </c:pt>
                <c:pt idx="2583">
                  <c:v>561</c:v>
                </c:pt>
                <c:pt idx="2584">
                  <c:v>991</c:v>
                </c:pt>
                <c:pt idx="2585">
                  <c:v>1018</c:v>
                </c:pt>
                <c:pt idx="2586">
                  <c:v>11439</c:v>
                </c:pt>
                <c:pt idx="2587">
                  <c:v>2766</c:v>
                </c:pt>
                <c:pt idx="2588">
                  <c:v>572</c:v>
                </c:pt>
                <c:pt idx="2589">
                  <c:v>4067</c:v>
                </c:pt>
                <c:pt idx="2590">
                  <c:v>857</c:v>
                </c:pt>
                <c:pt idx="2591">
                  <c:v>109574</c:v>
                </c:pt>
                <c:pt idx="2592">
                  <c:v>734</c:v>
                </c:pt>
                <c:pt idx="2593">
                  <c:v>202021</c:v>
                </c:pt>
                <c:pt idx="2594">
                  <c:v>681</c:v>
                </c:pt>
                <c:pt idx="2595">
                  <c:v>542</c:v>
                </c:pt>
                <c:pt idx="2596">
                  <c:v>2257</c:v>
                </c:pt>
                <c:pt idx="2597">
                  <c:v>1800</c:v>
                </c:pt>
                <c:pt idx="2598">
                  <c:v>530</c:v>
                </c:pt>
                <c:pt idx="2599">
                  <c:v>38496</c:v>
                </c:pt>
                <c:pt idx="2600">
                  <c:v>7684</c:v>
                </c:pt>
                <c:pt idx="2601">
                  <c:v>13952</c:v>
                </c:pt>
                <c:pt idx="2602">
                  <c:v>1123</c:v>
                </c:pt>
                <c:pt idx="2603">
                  <c:v>65666</c:v>
                </c:pt>
                <c:pt idx="2604">
                  <c:v>998</c:v>
                </c:pt>
                <c:pt idx="2605">
                  <c:v>587</c:v>
                </c:pt>
                <c:pt idx="2606">
                  <c:v>4278</c:v>
                </c:pt>
                <c:pt idx="2607">
                  <c:v>13536</c:v>
                </c:pt>
                <c:pt idx="2608">
                  <c:v>968</c:v>
                </c:pt>
                <c:pt idx="2609">
                  <c:v>2367</c:v>
                </c:pt>
                <c:pt idx="2610">
                  <c:v>65046</c:v>
                </c:pt>
                <c:pt idx="2611">
                  <c:v>6390</c:v>
                </c:pt>
                <c:pt idx="2612">
                  <c:v>923</c:v>
                </c:pt>
                <c:pt idx="2613">
                  <c:v>2175</c:v>
                </c:pt>
                <c:pt idx="2614">
                  <c:v>535</c:v>
                </c:pt>
                <c:pt idx="2615">
                  <c:v>590</c:v>
                </c:pt>
                <c:pt idx="2616">
                  <c:v>2753</c:v>
                </c:pt>
                <c:pt idx="2617">
                  <c:v>1285</c:v>
                </c:pt>
                <c:pt idx="2618">
                  <c:v>4438</c:v>
                </c:pt>
                <c:pt idx="2619">
                  <c:v>1908</c:v>
                </c:pt>
                <c:pt idx="2620">
                  <c:v>861</c:v>
                </c:pt>
                <c:pt idx="2621">
                  <c:v>1925</c:v>
                </c:pt>
                <c:pt idx="2622">
                  <c:v>87836</c:v>
                </c:pt>
                <c:pt idx="2623">
                  <c:v>662</c:v>
                </c:pt>
                <c:pt idx="2624">
                  <c:v>4109</c:v>
                </c:pt>
                <c:pt idx="2625">
                  <c:v>1422</c:v>
                </c:pt>
                <c:pt idx="2626">
                  <c:v>3237</c:v>
                </c:pt>
                <c:pt idx="2627">
                  <c:v>2651</c:v>
                </c:pt>
                <c:pt idx="2628">
                  <c:v>1345</c:v>
                </c:pt>
                <c:pt idx="2629">
                  <c:v>1098</c:v>
                </c:pt>
                <c:pt idx="2630">
                  <c:v>2958</c:v>
                </c:pt>
                <c:pt idx="2631">
                  <c:v>3071</c:v>
                </c:pt>
                <c:pt idx="2632">
                  <c:v>535</c:v>
                </c:pt>
                <c:pt idx="2633">
                  <c:v>691</c:v>
                </c:pt>
                <c:pt idx="2634">
                  <c:v>26682</c:v>
                </c:pt>
                <c:pt idx="2635">
                  <c:v>1945</c:v>
                </c:pt>
                <c:pt idx="2636">
                  <c:v>8040</c:v>
                </c:pt>
                <c:pt idx="2637">
                  <c:v>3297</c:v>
                </c:pt>
                <c:pt idx="2638">
                  <c:v>10763</c:v>
                </c:pt>
                <c:pt idx="2639">
                  <c:v>3257</c:v>
                </c:pt>
                <c:pt idx="2640">
                  <c:v>640</c:v>
                </c:pt>
                <c:pt idx="2641">
                  <c:v>560</c:v>
                </c:pt>
                <c:pt idx="2642">
                  <c:v>533</c:v>
                </c:pt>
                <c:pt idx="2643">
                  <c:v>36019</c:v>
                </c:pt>
                <c:pt idx="2644">
                  <c:v>1050</c:v>
                </c:pt>
                <c:pt idx="2645">
                  <c:v>1520</c:v>
                </c:pt>
                <c:pt idx="2646">
                  <c:v>28116</c:v>
                </c:pt>
                <c:pt idx="2647">
                  <c:v>1548</c:v>
                </c:pt>
                <c:pt idx="2648">
                  <c:v>21539</c:v>
                </c:pt>
                <c:pt idx="2649">
                  <c:v>4058</c:v>
                </c:pt>
                <c:pt idx="2650">
                  <c:v>523</c:v>
                </c:pt>
                <c:pt idx="2651">
                  <c:v>761</c:v>
                </c:pt>
                <c:pt idx="2652">
                  <c:v>2256</c:v>
                </c:pt>
                <c:pt idx="2653">
                  <c:v>2328</c:v>
                </c:pt>
                <c:pt idx="2654">
                  <c:v>515</c:v>
                </c:pt>
                <c:pt idx="2655">
                  <c:v>2132</c:v>
                </c:pt>
                <c:pt idx="2656">
                  <c:v>562</c:v>
                </c:pt>
                <c:pt idx="2657">
                  <c:v>6184</c:v>
                </c:pt>
                <c:pt idx="2658">
                  <c:v>2840</c:v>
                </c:pt>
                <c:pt idx="2659">
                  <c:v>3058</c:v>
                </c:pt>
                <c:pt idx="2660">
                  <c:v>3490</c:v>
                </c:pt>
                <c:pt idx="2661">
                  <c:v>4284</c:v>
                </c:pt>
                <c:pt idx="2662">
                  <c:v>822</c:v>
                </c:pt>
                <c:pt idx="2663">
                  <c:v>1481</c:v>
                </c:pt>
                <c:pt idx="2664">
                  <c:v>9985</c:v>
                </c:pt>
                <c:pt idx="2665">
                  <c:v>835</c:v>
                </c:pt>
                <c:pt idx="2666">
                  <c:v>3097</c:v>
                </c:pt>
                <c:pt idx="2667">
                  <c:v>2993</c:v>
                </c:pt>
                <c:pt idx="2668">
                  <c:v>904</c:v>
                </c:pt>
                <c:pt idx="2669">
                  <c:v>2010</c:v>
                </c:pt>
                <c:pt idx="2670">
                  <c:v>1913</c:v>
                </c:pt>
                <c:pt idx="2671">
                  <c:v>572</c:v>
                </c:pt>
                <c:pt idx="2672">
                  <c:v>594</c:v>
                </c:pt>
                <c:pt idx="2673">
                  <c:v>73524</c:v>
                </c:pt>
                <c:pt idx="2674">
                  <c:v>12617</c:v>
                </c:pt>
                <c:pt idx="2675">
                  <c:v>691</c:v>
                </c:pt>
                <c:pt idx="2676">
                  <c:v>10432</c:v>
                </c:pt>
                <c:pt idx="2677">
                  <c:v>4681</c:v>
                </c:pt>
                <c:pt idx="2678">
                  <c:v>1162</c:v>
                </c:pt>
                <c:pt idx="2679">
                  <c:v>891</c:v>
                </c:pt>
                <c:pt idx="2680">
                  <c:v>2293</c:v>
                </c:pt>
                <c:pt idx="2681">
                  <c:v>13550</c:v>
                </c:pt>
                <c:pt idx="2682">
                  <c:v>601</c:v>
                </c:pt>
                <c:pt idx="2683">
                  <c:v>3570</c:v>
                </c:pt>
                <c:pt idx="2684">
                  <c:v>1841</c:v>
                </c:pt>
                <c:pt idx="2685">
                  <c:v>13538</c:v>
                </c:pt>
                <c:pt idx="2686">
                  <c:v>648</c:v>
                </c:pt>
                <c:pt idx="2687">
                  <c:v>66781</c:v>
                </c:pt>
                <c:pt idx="2688">
                  <c:v>548</c:v>
                </c:pt>
                <c:pt idx="2689">
                  <c:v>2917</c:v>
                </c:pt>
                <c:pt idx="2690">
                  <c:v>6141</c:v>
                </c:pt>
                <c:pt idx="2691">
                  <c:v>3134</c:v>
                </c:pt>
                <c:pt idx="2692">
                  <c:v>28047</c:v>
                </c:pt>
                <c:pt idx="2693">
                  <c:v>6331</c:v>
                </c:pt>
                <c:pt idx="2694">
                  <c:v>2660</c:v>
                </c:pt>
                <c:pt idx="2695">
                  <c:v>621</c:v>
                </c:pt>
                <c:pt idx="2696">
                  <c:v>1327</c:v>
                </c:pt>
                <c:pt idx="2697">
                  <c:v>1854</c:v>
                </c:pt>
                <c:pt idx="2698">
                  <c:v>30974</c:v>
                </c:pt>
                <c:pt idx="2699">
                  <c:v>62716</c:v>
                </c:pt>
                <c:pt idx="2700">
                  <c:v>1793</c:v>
                </c:pt>
                <c:pt idx="2701">
                  <c:v>2125</c:v>
                </c:pt>
                <c:pt idx="2702">
                  <c:v>928</c:v>
                </c:pt>
                <c:pt idx="2703">
                  <c:v>7142</c:v>
                </c:pt>
                <c:pt idx="2704">
                  <c:v>14504</c:v>
                </c:pt>
                <c:pt idx="2705">
                  <c:v>2021</c:v>
                </c:pt>
                <c:pt idx="2706">
                  <c:v>1679</c:v>
                </c:pt>
                <c:pt idx="2707">
                  <c:v>1199</c:v>
                </c:pt>
                <c:pt idx="2708">
                  <c:v>11962</c:v>
                </c:pt>
                <c:pt idx="2709">
                  <c:v>2014</c:v>
                </c:pt>
                <c:pt idx="2710">
                  <c:v>532</c:v>
                </c:pt>
                <c:pt idx="2711">
                  <c:v>39516</c:v>
                </c:pt>
                <c:pt idx="2712">
                  <c:v>3108</c:v>
                </c:pt>
                <c:pt idx="2713">
                  <c:v>29364</c:v>
                </c:pt>
                <c:pt idx="2714">
                  <c:v>921</c:v>
                </c:pt>
                <c:pt idx="2715">
                  <c:v>54901</c:v>
                </c:pt>
                <c:pt idx="2716">
                  <c:v>11951</c:v>
                </c:pt>
                <c:pt idx="2717">
                  <c:v>20506</c:v>
                </c:pt>
                <c:pt idx="2718">
                  <c:v>864</c:v>
                </c:pt>
                <c:pt idx="2719">
                  <c:v>6914</c:v>
                </c:pt>
                <c:pt idx="2720">
                  <c:v>1153</c:v>
                </c:pt>
                <c:pt idx="2721">
                  <c:v>2637</c:v>
                </c:pt>
                <c:pt idx="2722">
                  <c:v>2149</c:v>
                </c:pt>
                <c:pt idx="2723">
                  <c:v>1284</c:v>
                </c:pt>
                <c:pt idx="2724">
                  <c:v>846</c:v>
                </c:pt>
                <c:pt idx="2725">
                  <c:v>2957</c:v>
                </c:pt>
                <c:pt idx="2726">
                  <c:v>9793</c:v>
                </c:pt>
                <c:pt idx="2727">
                  <c:v>738</c:v>
                </c:pt>
                <c:pt idx="2728">
                  <c:v>3230</c:v>
                </c:pt>
                <c:pt idx="2729">
                  <c:v>2031</c:v>
                </c:pt>
                <c:pt idx="2730">
                  <c:v>16212</c:v>
                </c:pt>
                <c:pt idx="2731">
                  <c:v>7469</c:v>
                </c:pt>
                <c:pt idx="2732">
                  <c:v>122549</c:v>
                </c:pt>
                <c:pt idx="2733">
                  <c:v>1566</c:v>
                </c:pt>
                <c:pt idx="2734">
                  <c:v>1090</c:v>
                </c:pt>
                <c:pt idx="2735">
                  <c:v>641</c:v>
                </c:pt>
                <c:pt idx="2736">
                  <c:v>1343</c:v>
                </c:pt>
                <c:pt idx="2737">
                  <c:v>23900</c:v>
                </c:pt>
                <c:pt idx="2738">
                  <c:v>4773</c:v>
                </c:pt>
                <c:pt idx="2739">
                  <c:v>21986</c:v>
                </c:pt>
                <c:pt idx="2740">
                  <c:v>545</c:v>
                </c:pt>
                <c:pt idx="2741">
                  <c:v>15929</c:v>
                </c:pt>
                <c:pt idx="2742">
                  <c:v>4472</c:v>
                </c:pt>
                <c:pt idx="2743">
                  <c:v>1266</c:v>
                </c:pt>
                <c:pt idx="2744">
                  <c:v>4356</c:v>
                </c:pt>
                <c:pt idx="2745">
                  <c:v>945</c:v>
                </c:pt>
                <c:pt idx="2746">
                  <c:v>5822</c:v>
                </c:pt>
                <c:pt idx="2747">
                  <c:v>8414</c:v>
                </c:pt>
                <c:pt idx="2748">
                  <c:v>1274</c:v>
                </c:pt>
                <c:pt idx="2749">
                  <c:v>27627</c:v>
                </c:pt>
                <c:pt idx="2750">
                  <c:v>4416</c:v>
                </c:pt>
                <c:pt idx="2751">
                  <c:v>2915</c:v>
                </c:pt>
                <c:pt idx="2752">
                  <c:v>985</c:v>
                </c:pt>
                <c:pt idx="2753">
                  <c:v>1593</c:v>
                </c:pt>
                <c:pt idx="2754">
                  <c:v>584</c:v>
                </c:pt>
                <c:pt idx="2755">
                  <c:v>26958</c:v>
                </c:pt>
                <c:pt idx="2756">
                  <c:v>1635</c:v>
                </c:pt>
                <c:pt idx="2757">
                  <c:v>21933</c:v>
                </c:pt>
                <c:pt idx="2758">
                  <c:v>7810</c:v>
                </c:pt>
                <c:pt idx="2759">
                  <c:v>1580</c:v>
                </c:pt>
                <c:pt idx="2760">
                  <c:v>710</c:v>
                </c:pt>
                <c:pt idx="2761">
                  <c:v>654</c:v>
                </c:pt>
                <c:pt idx="2762">
                  <c:v>877</c:v>
                </c:pt>
                <c:pt idx="2763">
                  <c:v>2494</c:v>
                </c:pt>
                <c:pt idx="2764">
                  <c:v>4735</c:v>
                </c:pt>
                <c:pt idx="2765">
                  <c:v>643</c:v>
                </c:pt>
                <c:pt idx="2766">
                  <c:v>975</c:v>
                </c:pt>
                <c:pt idx="2767">
                  <c:v>248220</c:v>
                </c:pt>
                <c:pt idx="2768">
                  <c:v>3940</c:v>
                </c:pt>
                <c:pt idx="2769">
                  <c:v>2174</c:v>
                </c:pt>
                <c:pt idx="2770">
                  <c:v>1505</c:v>
                </c:pt>
                <c:pt idx="2771">
                  <c:v>628</c:v>
                </c:pt>
                <c:pt idx="2772">
                  <c:v>6093</c:v>
                </c:pt>
                <c:pt idx="2773">
                  <c:v>538</c:v>
                </c:pt>
                <c:pt idx="2774">
                  <c:v>682</c:v>
                </c:pt>
                <c:pt idx="2775">
                  <c:v>502</c:v>
                </c:pt>
                <c:pt idx="2776">
                  <c:v>3739</c:v>
                </c:pt>
                <c:pt idx="2777">
                  <c:v>1296</c:v>
                </c:pt>
                <c:pt idx="2778">
                  <c:v>2986</c:v>
                </c:pt>
                <c:pt idx="2779">
                  <c:v>1417</c:v>
                </c:pt>
                <c:pt idx="2780">
                  <c:v>1716</c:v>
                </c:pt>
                <c:pt idx="2781">
                  <c:v>692</c:v>
                </c:pt>
                <c:pt idx="2782">
                  <c:v>1478</c:v>
                </c:pt>
                <c:pt idx="2783">
                  <c:v>1746</c:v>
                </c:pt>
                <c:pt idx="2784">
                  <c:v>4336</c:v>
                </c:pt>
                <c:pt idx="2785">
                  <c:v>635</c:v>
                </c:pt>
                <c:pt idx="2786">
                  <c:v>46961</c:v>
                </c:pt>
                <c:pt idx="2787">
                  <c:v>2646</c:v>
                </c:pt>
                <c:pt idx="2788">
                  <c:v>16924</c:v>
                </c:pt>
                <c:pt idx="2789">
                  <c:v>5695</c:v>
                </c:pt>
                <c:pt idx="2790">
                  <c:v>10756</c:v>
                </c:pt>
                <c:pt idx="2791">
                  <c:v>4620</c:v>
                </c:pt>
                <c:pt idx="2792">
                  <c:v>8953</c:v>
                </c:pt>
                <c:pt idx="2793">
                  <c:v>3857</c:v>
                </c:pt>
                <c:pt idx="2794">
                  <c:v>580</c:v>
                </c:pt>
                <c:pt idx="2795">
                  <c:v>2077</c:v>
                </c:pt>
                <c:pt idx="2796">
                  <c:v>966</c:v>
                </c:pt>
                <c:pt idx="2797">
                  <c:v>724</c:v>
                </c:pt>
                <c:pt idx="2798">
                  <c:v>3038</c:v>
                </c:pt>
                <c:pt idx="2799">
                  <c:v>30062</c:v>
                </c:pt>
                <c:pt idx="2800">
                  <c:v>843</c:v>
                </c:pt>
                <c:pt idx="2801">
                  <c:v>10043</c:v>
                </c:pt>
                <c:pt idx="2802">
                  <c:v>19720</c:v>
                </c:pt>
                <c:pt idx="2803">
                  <c:v>12512</c:v>
                </c:pt>
                <c:pt idx="2804">
                  <c:v>2607</c:v>
                </c:pt>
                <c:pt idx="2805">
                  <c:v>693</c:v>
                </c:pt>
                <c:pt idx="2806">
                  <c:v>1144</c:v>
                </c:pt>
                <c:pt idx="2807">
                  <c:v>1209</c:v>
                </c:pt>
                <c:pt idx="2808">
                  <c:v>26801</c:v>
                </c:pt>
                <c:pt idx="2809">
                  <c:v>3931</c:v>
                </c:pt>
                <c:pt idx="2810">
                  <c:v>2460</c:v>
                </c:pt>
                <c:pt idx="2811">
                  <c:v>6431</c:v>
                </c:pt>
                <c:pt idx="2812">
                  <c:v>698</c:v>
                </c:pt>
                <c:pt idx="2813">
                  <c:v>843</c:v>
                </c:pt>
                <c:pt idx="2814">
                  <c:v>11884</c:v>
                </c:pt>
                <c:pt idx="2815">
                  <c:v>1194</c:v>
                </c:pt>
                <c:pt idx="2816">
                  <c:v>4483</c:v>
                </c:pt>
                <c:pt idx="2817">
                  <c:v>21543</c:v>
                </c:pt>
                <c:pt idx="2818">
                  <c:v>6537</c:v>
                </c:pt>
                <c:pt idx="2819">
                  <c:v>52942</c:v>
                </c:pt>
                <c:pt idx="2820">
                  <c:v>874</c:v>
                </c:pt>
                <c:pt idx="2821">
                  <c:v>1978</c:v>
                </c:pt>
                <c:pt idx="2822">
                  <c:v>4602</c:v>
                </c:pt>
                <c:pt idx="2823">
                  <c:v>1443</c:v>
                </c:pt>
                <c:pt idx="2824">
                  <c:v>1692</c:v>
                </c:pt>
                <c:pt idx="2825">
                  <c:v>1969</c:v>
                </c:pt>
                <c:pt idx="2826">
                  <c:v>6239</c:v>
                </c:pt>
                <c:pt idx="2827">
                  <c:v>614</c:v>
                </c:pt>
                <c:pt idx="2828">
                  <c:v>1336</c:v>
                </c:pt>
                <c:pt idx="2829">
                  <c:v>999</c:v>
                </c:pt>
                <c:pt idx="2830">
                  <c:v>1927</c:v>
                </c:pt>
                <c:pt idx="2831">
                  <c:v>1441</c:v>
                </c:pt>
                <c:pt idx="2832">
                  <c:v>1198</c:v>
                </c:pt>
                <c:pt idx="2833">
                  <c:v>851</c:v>
                </c:pt>
                <c:pt idx="2834">
                  <c:v>538</c:v>
                </c:pt>
                <c:pt idx="2835">
                  <c:v>132347</c:v>
                </c:pt>
                <c:pt idx="2836">
                  <c:v>11332</c:v>
                </c:pt>
                <c:pt idx="2837">
                  <c:v>1470</c:v>
                </c:pt>
                <c:pt idx="2838">
                  <c:v>890</c:v>
                </c:pt>
                <c:pt idx="2839">
                  <c:v>935</c:v>
                </c:pt>
                <c:pt idx="2840">
                  <c:v>2658</c:v>
                </c:pt>
                <c:pt idx="2841">
                  <c:v>73485</c:v>
                </c:pt>
                <c:pt idx="2842">
                  <c:v>6222</c:v>
                </c:pt>
                <c:pt idx="2843">
                  <c:v>8681</c:v>
                </c:pt>
                <c:pt idx="2844">
                  <c:v>669</c:v>
                </c:pt>
                <c:pt idx="2845">
                  <c:v>2823</c:v>
                </c:pt>
                <c:pt idx="2846">
                  <c:v>103144</c:v>
                </c:pt>
                <c:pt idx="2847">
                  <c:v>29126</c:v>
                </c:pt>
                <c:pt idx="2848">
                  <c:v>8158</c:v>
                </c:pt>
                <c:pt idx="2849">
                  <c:v>26502</c:v>
                </c:pt>
                <c:pt idx="2850">
                  <c:v>80604</c:v>
                </c:pt>
                <c:pt idx="2851">
                  <c:v>1976</c:v>
                </c:pt>
                <c:pt idx="2852">
                  <c:v>1338</c:v>
                </c:pt>
                <c:pt idx="2853">
                  <c:v>23811</c:v>
                </c:pt>
                <c:pt idx="2854">
                  <c:v>6534</c:v>
                </c:pt>
                <c:pt idx="2855">
                  <c:v>1028</c:v>
                </c:pt>
                <c:pt idx="2856">
                  <c:v>1577</c:v>
                </c:pt>
                <c:pt idx="2857">
                  <c:v>1976</c:v>
                </c:pt>
                <c:pt idx="2858">
                  <c:v>1544</c:v>
                </c:pt>
                <c:pt idx="2859">
                  <c:v>948</c:v>
                </c:pt>
                <c:pt idx="2860">
                  <c:v>807</c:v>
                </c:pt>
                <c:pt idx="2861">
                  <c:v>8394</c:v>
                </c:pt>
                <c:pt idx="2862">
                  <c:v>3241</c:v>
                </c:pt>
                <c:pt idx="2863">
                  <c:v>523</c:v>
                </c:pt>
                <c:pt idx="2864">
                  <c:v>30920</c:v>
                </c:pt>
                <c:pt idx="2865">
                  <c:v>1290</c:v>
                </c:pt>
                <c:pt idx="2866">
                  <c:v>37254</c:v>
                </c:pt>
                <c:pt idx="2867">
                  <c:v>997</c:v>
                </c:pt>
                <c:pt idx="2868">
                  <c:v>2722</c:v>
                </c:pt>
                <c:pt idx="2869">
                  <c:v>994979</c:v>
                </c:pt>
                <c:pt idx="2870">
                  <c:v>3309</c:v>
                </c:pt>
                <c:pt idx="2871">
                  <c:v>4232</c:v>
                </c:pt>
                <c:pt idx="2872">
                  <c:v>1065</c:v>
                </c:pt>
                <c:pt idx="2873">
                  <c:v>1015</c:v>
                </c:pt>
                <c:pt idx="2874">
                  <c:v>1348</c:v>
                </c:pt>
                <c:pt idx="2875">
                  <c:v>805</c:v>
                </c:pt>
                <c:pt idx="2876">
                  <c:v>1458</c:v>
                </c:pt>
                <c:pt idx="2877">
                  <c:v>10317</c:v>
                </c:pt>
                <c:pt idx="2878">
                  <c:v>806</c:v>
                </c:pt>
                <c:pt idx="2879">
                  <c:v>7604</c:v>
                </c:pt>
                <c:pt idx="2880">
                  <c:v>1115</c:v>
                </c:pt>
                <c:pt idx="2881">
                  <c:v>1861</c:v>
                </c:pt>
                <c:pt idx="2882">
                  <c:v>535</c:v>
                </c:pt>
                <c:pt idx="2883">
                  <c:v>574</c:v>
                </c:pt>
                <c:pt idx="2884">
                  <c:v>3893</c:v>
                </c:pt>
                <c:pt idx="2885">
                  <c:v>935</c:v>
                </c:pt>
                <c:pt idx="2886">
                  <c:v>1477</c:v>
                </c:pt>
                <c:pt idx="2887">
                  <c:v>6171</c:v>
                </c:pt>
                <c:pt idx="2888">
                  <c:v>832</c:v>
                </c:pt>
                <c:pt idx="2889">
                  <c:v>1126</c:v>
                </c:pt>
                <c:pt idx="2890">
                  <c:v>1242</c:v>
                </c:pt>
                <c:pt idx="2891">
                  <c:v>708</c:v>
                </c:pt>
                <c:pt idx="2892">
                  <c:v>28339</c:v>
                </c:pt>
                <c:pt idx="2893">
                  <c:v>701</c:v>
                </c:pt>
                <c:pt idx="2894">
                  <c:v>3486</c:v>
                </c:pt>
                <c:pt idx="2895">
                  <c:v>617</c:v>
                </c:pt>
                <c:pt idx="2896">
                  <c:v>8853</c:v>
                </c:pt>
                <c:pt idx="2897">
                  <c:v>8200</c:v>
                </c:pt>
                <c:pt idx="2898">
                  <c:v>2812</c:v>
                </c:pt>
                <c:pt idx="2899">
                  <c:v>3536</c:v>
                </c:pt>
                <c:pt idx="2900">
                  <c:v>2175</c:v>
                </c:pt>
                <c:pt idx="2901">
                  <c:v>5005</c:v>
                </c:pt>
                <c:pt idx="2902">
                  <c:v>4568</c:v>
                </c:pt>
                <c:pt idx="2903">
                  <c:v>67952</c:v>
                </c:pt>
                <c:pt idx="2904">
                  <c:v>4363</c:v>
                </c:pt>
                <c:pt idx="2905">
                  <c:v>829</c:v>
                </c:pt>
                <c:pt idx="2906">
                  <c:v>719</c:v>
                </c:pt>
                <c:pt idx="2907">
                  <c:v>18644</c:v>
                </c:pt>
                <c:pt idx="2908">
                  <c:v>3211</c:v>
                </c:pt>
                <c:pt idx="2909">
                  <c:v>571</c:v>
                </c:pt>
                <c:pt idx="2910">
                  <c:v>21854</c:v>
                </c:pt>
                <c:pt idx="2911">
                  <c:v>575</c:v>
                </c:pt>
                <c:pt idx="2912">
                  <c:v>3278</c:v>
                </c:pt>
                <c:pt idx="2913">
                  <c:v>6813</c:v>
                </c:pt>
                <c:pt idx="2914">
                  <c:v>31678</c:v>
                </c:pt>
                <c:pt idx="2915">
                  <c:v>583</c:v>
                </c:pt>
                <c:pt idx="2916">
                  <c:v>1747</c:v>
                </c:pt>
                <c:pt idx="2917">
                  <c:v>3798</c:v>
                </c:pt>
                <c:pt idx="2918">
                  <c:v>520</c:v>
                </c:pt>
                <c:pt idx="2919">
                  <c:v>30805</c:v>
                </c:pt>
                <c:pt idx="2920">
                  <c:v>542</c:v>
                </c:pt>
                <c:pt idx="2921">
                  <c:v>732</c:v>
                </c:pt>
                <c:pt idx="2922">
                  <c:v>9273</c:v>
                </c:pt>
                <c:pt idx="2923">
                  <c:v>324927</c:v>
                </c:pt>
                <c:pt idx="2924">
                  <c:v>996</c:v>
                </c:pt>
                <c:pt idx="2925">
                  <c:v>4665</c:v>
                </c:pt>
                <c:pt idx="2926">
                  <c:v>1732</c:v>
                </c:pt>
                <c:pt idx="2927">
                  <c:v>2149</c:v>
                </c:pt>
                <c:pt idx="2928">
                  <c:v>12940</c:v>
                </c:pt>
                <c:pt idx="2929">
                  <c:v>1408</c:v>
                </c:pt>
                <c:pt idx="2930">
                  <c:v>2558</c:v>
                </c:pt>
                <c:pt idx="2931">
                  <c:v>4365</c:v>
                </c:pt>
                <c:pt idx="2932">
                  <c:v>2729</c:v>
                </c:pt>
                <c:pt idx="2933">
                  <c:v>20793</c:v>
                </c:pt>
                <c:pt idx="2934">
                  <c:v>162462</c:v>
                </c:pt>
                <c:pt idx="2935">
                  <c:v>79855</c:v>
                </c:pt>
                <c:pt idx="2936">
                  <c:v>18335</c:v>
                </c:pt>
                <c:pt idx="2937">
                  <c:v>21728</c:v>
                </c:pt>
                <c:pt idx="2938">
                  <c:v>1015</c:v>
                </c:pt>
                <c:pt idx="2939">
                  <c:v>1087</c:v>
                </c:pt>
                <c:pt idx="2940">
                  <c:v>3997</c:v>
                </c:pt>
                <c:pt idx="2941">
                  <c:v>689</c:v>
                </c:pt>
                <c:pt idx="2942">
                  <c:v>11160</c:v>
                </c:pt>
                <c:pt idx="2943">
                  <c:v>56666</c:v>
                </c:pt>
                <c:pt idx="2944">
                  <c:v>1822</c:v>
                </c:pt>
                <c:pt idx="2945">
                  <c:v>1827</c:v>
                </c:pt>
                <c:pt idx="2946">
                  <c:v>2726</c:v>
                </c:pt>
                <c:pt idx="2947">
                  <c:v>1188</c:v>
                </c:pt>
                <c:pt idx="2948">
                  <c:v>45782</c:v>
                </c:pt>
                <c:pt idx="2949">
                  <c:v>932</c:v>
                </c:pt>
                <c:pt idx="2950">
                  <c:v>1576</c:v>
                </c:pt>
                <c:pt idx="2951">
                  <c:v>3860</c:v>
                </c:pt>
                <c:pt idx="2952">
                  <c:v>1887</c:v>
                </c:pt>
                <c:pt idx="2953">
                  <c:v>12756</c:v>
                </c:pt>
                <c:pt idx="2954">
                  <c:v>2522</c:v>
                </c:pt>
                <c:pt idx="2955">
                  <c:v>32960</c:v>
                </c:pt>
                <c:pt idx="2956">
                  <c:v>4413</c:v>
                </c:pt>
                <c:pt idx="2957">
                  <c:v>10645</c:v>
                </c:pt>
                <c:pt idx="2958">
                  <c:v>1409</c:v>
                </c:pt>
                <c:pt idx="2959">
                  <c:v>25091</c:v>
                </c:pt>
                <c:pt idx="2960">
                  <c:v>210551</c:v>
                </c:pt>
                <c:pt idx="2961">
                  <c:v>2431</c:v>
                </c:pt>
                <c:pt idx="2962">
                  <c:v>15188</c:v>
                </c:pt>
                <c:pt idx="2963">
                  <c:v>2237</c:v>
                </c:pt>
                <c:pt idx="2964">
                  <c:v>4361</c:v>
                </c:pt>
                <c:pt idx="2965">
                  <c:v>3305</c:v>
                </c:pt>
                <c:pt idx="2966">
                  <c:v>112672</c:v>
                </c:pt>
                <c:pt idx="2967">
                  <c:v>8822</c:v>
                </c:pt>
                <c:pt idx="2968">
                  <c:v>1135</c:v>
                </c:pt>
                <c:pt idx="2969">
                  <c:v>1138</c:v>
                </c:pt>
                <c:pt idx="2970">
                  <c:v>9438</c:v>
                </c:pt>
                <c:pt idx="2971">
                  <c:v>13691</c:v>
                </c:pt>
                <c:pt idx="2972">
                  <c:v>622</c:v>
                </c:pt>
                <c:pt idx="2973">
                  <c:v>1079</c:v>
                </c:pt>
                <c:pt idx="2974">
                  <c:v>59382</c:v>
                </c:pt>
                <c:pt idx="2975">
                  <c:v>192821</c:v>
                </c:pt>
                <c:pt idx="2976">
                  <c:v>1033</c:v>
                </c:pt>
                <c:pt idx="2977">
                  <c:v>119858</c:v>
                </c:pt>
                <c:pt idx="2978">
                  <c:v>2914</c:v>
                </c:pt>
                <c:pt idx="2979">
                  <c:v>75995</c:v>
                </c:pt>
                <c:pt idx="2980">
                  <c:v>549</c:v>
                </c:pt>
                <c:pt idx="2981">
                  <c:v>1246</c:v>
                </c:pt>
                <c:pt idx="2982">
                  <c:v>2402</c:v>
                </c:pt>
                <c:pt idx="2983">
                  <c:v>604</c:v>
                </c:pt>
                <c:pt idx="2984">
                  <c:v>7154</c:v>
                </c:pt>
                <c:pt idx="2985">
                  <c:v>3877</c:v>
                </c:pt>
                <c:pt idx="2986">
                  <c:v>21799</c:v>
                </c:pt>
                <c:pt idx="2987">
                  <c:v>1657</c:v>
                </c:pt>
                <c:pt idx="2988">
                  <c:v>578</c:v>
                </c:pt>
                <c:pt idx="2989">
                  <c:v>1169</c:v>
                </c:pt>
                <c:pt idx="2990">
                  <c:v>1327</c:v>
                </c:pt>
                <c:pt idx="2991">
                  <c:v>4423</c:v>
                </c:pt>
                <c:pt idx="2992">
                  <c:v>1237</c:v>
                </c:pt>
                <c:pt idx="2993">
                  <c:v>1904</c:v>
                </c:pt>
                <c:pt idx="2994">
                  <c:v>987</c:v>
                </c:pt>
                <c:pt idx="2995">
                  <c:v>2321</c:v>
                </c:pt>
                <c:pt idx="2996">
                  <c:v>2841</c:v>
                </c:pt>
                <c:pt idx="2997">
                  <c:v>1721</c:v>
                </c:pt>
                <c:pt idx="2998">
                  <c:v>647</c:v>
                </c:pt>
                <c:pt idx="2999">
                  <c:v>970</c:v>
                </c:pt>
                <c:pt idx="3000">
                  <c:v>1825</c:v>
                </c:pt>
                <c:pt idx="3001">
                  <c:v>670</c:v>
                </c:pt>
                <c:pt idx="3002">
                  <c:v>9809</c:v>
                </c:pt>
                <c:pt idx="3003">
                  <c:v>547</c:v>
                </c:pt>
                <c:pt idx="3004">
                  <c:v>906</c:v>
                </c:pt>
                <c:pt idx="3005">
                  <c:v>73471</c:v>
                </c:pt>
                <c:pt idx="3006">
                  <c:v>13107</c:v>
                </c:pt>
                <c:pt idx="3007">
                  <c:v>714114</c:v>
                </c:pt>
                <c:pt idx="3008">
                  <c:v>1078</c:v>
                </c:pt>
                <c:pt idx="3009">
                  <c:v>5825</c:v>
                </c:pt>
                <c:pt idx="3010">
                  <c:v>1546</c:v>
                </c:pt>
                <c:pt idx="3011">
                  <c:v>19657</c:v>
                </c:pt>
                <c:pt idx="3012">
                  <c:v>2699</c:v>
                </c:pt>
                <c:pt idx="3013">
                  <c:v>50302</c:v>
                </c:pt>
                <c:pt idx="3014">
                  <c:v>642</c:v>
                </c:pt>
                <c:pt idx="3015">
                  <c:v>1603</c:v>
                </c:pt>
                <c:pt idx="3016">
                  <c:v>587</c:v>
                </c:pt>
                <c:pt idx="3017">
                  <c:v>7292</c:v>
                </c:pt>
                <c:pt idx="3018">
                  <c:v>38843</c:v>
                </c:pt>
                <c:pt idx="3019">
                  <c:v>1685</c:v>
                </c:pt>
                <c:pt idx="3020">
                  <c:v>2411</c:v>
                </c:pt>
                <c:pt idx="3021">
                  <c:v>1245</c:v>
                </c:pt>
                <c:pt idx="3022">
                  <c:v>1930</c:v>
                </c:pt>
                <c:pt idx="3023">
                  <c:v>5763</c:v>
                </c:pt>
                <c:pt idx="3024">
                  <c:v>610</c:v>
                </c:pt>
                <c:pt idx="3025">
                  <c:v>547</c:v>
                </c:pt>
                <c:pt idx="3026">
                  <c:v>587</c:v>
                </c:pt>
                <c:pt idx="3027">
                  <c:v>1529</c:v>
                </c:pt>
                <c:pt idx="3028">
                  <c:v>11863</c:v>
                </c:pt>
                <c:pt idx="3029">
                  <c:v>1250</c:v>
                </c:pt>
                <c:pt idx="3030">
                  <c:v>881</c:v>
                </c:pt>
                <c:pt idx="3031">
                  <c:v>2340</c:v>
                </c:pt>
                <c:pt idx="3032">
                  <c:v>656</c:v>
                </c:pt>
                <c:pt idx="3033">
                  <c:v>1041</c:v>
                </c:pt>
                <c:pt idx="3034">
                  <c:v>170727</c:v>
                </c:pt>
                <c:pt idx="3035">
                  <c:v>92333</c:v>
                </c:pt>
                <c:pt idx="3036">
                  <c:v>628</c:v>
                </c:pt>
                <c:pt idx="3037">
                  <c:v>22266</c:v>
                </c:pt>
                <c:pt idx="3038">
                  <c:v>2961</c:v>
                </c:pt>
                <c:pt idx="3039">
                  <c:v>684</c:v>
                </c:pt>
                <c:pt idx="3040">
                  <c:v>2180</c:v>
                </c:pt>
                <c:pt idx="3041">
                  <c:v>5148</c:v>
                </c:pt>
                <c:pt idx="3042">
                  <c:v>868</c:v>
                </c:pt>
                <c:pt idx="3043">
                  <c:v>12943</c:v>
                </c:pt>
                <c:pt idx="3044">
                  <c:v>7169</c:v>
                </c:pt>
                <c:pt idx="3045">
                  <c:v>3784</c:v>
                </c:pt>
                <c:pt idx="3046">
                  <c:v>1209</c:v>
                </c:pt>
                <c:pt idx="3047">
                  <c:v>2298</c:v>
                </c:pt>
                <c:pt idx="3048">
                  <c:v>705</c:v>
                </c:pt>
                <c:pt idx="3049">
                  <c:v>5373</c:v>
                </c:pt>
                <c:pt idx="3050">
                  <c:v>538</c:v>
                </c:pt>
                <c:pt idx="3051">
                  <c:v>97801</c:v>
                </c:pt>
                <c:pt idx="3052">
                  <c:v>665</c:v>
                </c:pt>
                <c:pt idx="3053">
                  <c:v>2958</c:v>
                </c:pt>
                <c:pt idx="3054">
                  <c:v>608</c:v>
                </c:pt>
                <c:pt idx="3055">
                  <c:v>31742</c:v>
                </c:pt>
                <c:pt idx="3056">
                  <c:v>3293</c:v>
                </c:pt>
                <c:pt idx="3057">
                  <c:v>2709</c:v>
                </c:pt>
                <c:pt idx="3058">
                  <c:v>5643</c:v>
                </c:pt>
                <c:pt idx="3059">
                  <c:v>527</c:v>
                </c:pt>
                <c:pt idx="3060">
                  <c:v>1323</c:v>
                </c:pt>
                <c:pt idx="3061">
                  <c:v>644</c:v>
                </c:pt>
                <c:pt idx="3062">
                  <c:v>4011</c:v>
                </c:pt>
                <c:pt idx="3063">
                  <c:v>1029</c:v>
                </c:pt>
                <c:pt idx="3064">
                  <c:v>6277</c:v>
                </c:pt>
                <c:pt idx="3065">
                  <c:v>10959</c:v>
                </c:pt>
                <c:pt idx="3066">
                  <c:v>6167</c:v>
                </c:pt>
                <c:pt idx="3067">
                  <c:v>2861</c:v>
                </c:pt>
                <c:pt idx="3068">
                  <c:v>774</c:v>
                </c:pt>
                <c:pt idx="3069">
                  <c:v>2291</c:v>
                </c:pt>
                <c:pt idx="3070">
                  <c:v>3873</c:v>
                </c:pt>
                <c:pt idx="3071">
                  <c:v>1426</c:v>
                </c:pt>
                <c:pt idx="3072">
                  <c:v>27191</c:v>
                </c:pt>
                <c:pt idx="3073">
                  <c:v>1654</c:v>
                </c:pt>
                <c:pt idx="3074">
                  <c:v>1812</c:v>
                </c:pt>
                <c:pt idx="3075">
                  <c:v>1830</c:v>
                </c:pt>
                <c:pt idx="3076">
                  <c:v>7998</c:v>
                </c:pt>
                <c:pt idx="3077">
                  <c:v>8063</c:v>
                </c:pt>
                <c:pt idx="3078">
                  <c:v>950</c:v>
                </c:pt>
                <c:pt idx="3079">
                  <c:v>13681</c:v>
                </c:pt>
                <c:pt idx="3080">
                  <c:v>2557</c:v>
                </c:pt>
                <c:pt idx="3081">
                  <c:v>9371</c:v>
                </c:pt>
                <c:pt idx="3082">
                  <c:v>1905</c:v>
                </c:pt>
                <c:pt idx="3083">
                  <c:v>970</c:v>
                </c:pt>
                <c:pt idx="3084">
                  <c:v>1935</c:v>
                </c:pt>
                <c:pt idx="3085">
                  <c:v>48342</c:v>
                </c:pt>
                <c:pt idx="3086">
                  <c:v>2283</c:v>
                </c:pt>
                <c:pt idx="3087">
                  <c:v>29841</c:v>
                </c:pt>
                <c:pt idx="3088">
                  <c:v>677</c:v>
                </c:pt>
                <c:pt idx="3089">
                  <c:v>1367</c:v>
                </c:pt>
                <c:pt idx="3090">
                  <c:v>12952</c:v>
                </c:pt>
                <c:pt idx="3091">
                  <c:v>1718</c:v>
                </c:pt>
                <c:pt idx="3092">
                  <c:v>215209</c:v>
                </c:pt>
                <c:pt idx="3093">
                  <c:v>911</c:v>
                </c:pt>
                <c:pt idx="3094">
                  <c:v>1443</c:v>
                </c:pt>
                <c:pt idx="3095">
                  <c:v>593</c:v>
                </c:pt>
                <c:pt idx="3096">
                  <c:v>2231</c:v>
                </c:pt>
                <c:pt idx="3097">
                  <c:v>1048</c:v>
                </c:pt>
                <c:pt idx="3098">
                  <c:v>4861</c:v>
                </c:pt>
                <c:pt idx="3099">
                  <c:v>2871</c:v>
                </c:pt>
                <c:pt idx="3100">
                  <c:v>1300</c:v>
                </c:pt>
                <c:pt idx="3101">
                  <c:v>2931</c:v>
                </c:pt>
                <c:pt idx="3102">
                  <c:v>20988</c:v>
                </c:pt>
                <c:pt idx="3103">
                  <c:v>667</c:v>
                </c:pt>
                <c:pt idx="3104">
                  <c:v>1229</c:v>
                </c:pt>
                <c:pt idx="3105">
                  <c:v>33247</c:v>
                </c:pt>
                <c:pt idx="3106">
                  <c:v>1338</c:v>
                </c:pt>
                <c:pt idx="3107">
                  <c:v>1386</c:v>
                </c:pt>
                <c:pt idx="3108">
                  <c:v>5693</c:v>
                </c:pt>
                <c:pt idx="3109">
                  <c:v>638</c:v>
                </c:pt>
                <c:pt idx="3110">
                  <c:v>1373</c:v>
                </c:pt>
                <c:pt idx="3111">
                  <c:v>14983</c:v>
                </c:pt>
                <c:pt idx="3112">
                  <c:v>2995</c:v>
                </c:pt>
                <c:pt idx="3113">
                  <c:v>1538</c:v>
                </c:pt>
                <c:pt idx="3114">
                  <c:v>32563</c:v>
                </c:pt>
                <c:pt idx="3115">
                  <c:v>696</c:v>
                </c:pt>
                <c:pt idx="3116">
                  <c:v>30264</c:v>
                </c:pt>
                <c:pt idx="3117">
                  <c:v>3536</c:v>
                </c:pt>
                <c:pt idx="3118">
                  <c:v>951</c:v>
                </c:pt>
                <c:pt idx="3119">
                  <c:v>3279</c:v>
                </c:pt>
                <c:pt idx="3120">
                  <c:v>517</c:v>
                </c:pt>
                <c:pt idx="3121">
                  <c:v>569</c:v>
                </c:pt>
                <c:pt idx="3122">
                  <c:v>3778</c:v>
                </c:pt>
                <c:pt idx="3123">
                  <c:v>528</c:v>
                </c:pt>
                <c:pt idx="3124">
                  <c:v>8775</c:v>
                </c:pt>
                <c:pt idx="3125">
                  <c:v>1726</c:v>
                </c:pt>
                <c:pt idx="3126">
                  <c:v>7044</c:v>
                </c:pt>
                <c:pt idx="3127">
                  <c:v>71208</c:v>
                </c:pt>
                <c:pt idx="3128">
                  <c:v>1235</c:v>
                </c:pt>
                <c:pt idx="3129">
                  <c:v>625616</c:v>
                </c:pt>
                <c:pt idx="3130">
                  <c:v>1667</c:v>
                </c:pt>
                <c:pt idx="3131">
                  <c:v>11729</c:v>
                </c:pt>
                <c:pt idx="3132">
                  <c:v>624</c:v>
                </c:pt>
                <c:pt idx="3133">
                  <c:v>857</c:v>
                </c:pt>
                <c:pt idx="3134">
                  <c:v>1578</c:v>
                </c:pt>
                <c:pt idx="3135">
                  <c:v>6102</c:v>
                </c:pt>
                <c:pt idx="3136">
                  <c:v>793</c:v>
                </c:pt>
                <c:pt idx="3137">
                  <c:v>593</c:v>
                </c:pt>
                <c:pt idx="3138">
                  <c:v>500</c:v>
                </c:pt>
                <c:pt idx="3139">
                  <c:v>1090</c:v>
                </c:pt>
                <c:pt idx="3140">
                  <c:v>965</c:v>
                </c:pt>
                <c:pt idx="3141">
                  <c:v>758</c:v>
                </c:pt>
                <c:pt idx="3142">
                  <c:v>961</c:v>
                </c:pt>
                <c:pt idx="3143">
                  <c:v>838</c:v>
                </c:pt>
                <c:pt idx="3144">
                  <c:v>6199</c:v>
                </c:pt>
                <c:pt idx="3145">
                  <c:v>14394</c:v>
                </c:pt>
                <c:pt idx="3146">
                  <c:v>880</c:v>
                </c:pt>
                <c:pt idx="3147">
                  <c:v>2677</c:v>
                </c:pt>
                <c:pt idx="3148">
                  <c:v>1446</c:v>
                </c:pt>
                <c:pt idx="3149">
                  <c:v>6608</c:v>
                </c:pt>
                <c:pt idx="3150">
                  <c:v>1375</c:v>
                </c:pt>
                <c:pt idx="3151">
                  <c:v>25900</c:v>
                </c:pt>
                <c:pt idx="3152">
                  <c:v>26283</c:v>
                </c:pt>
                <c:pt idx="3153">
                  <c:v>20393</c:v>
                </c:pt>
                <c:pt idx="3154">
                  <c:v>569</c:v>
                </c:pt>
                <c:pt idx="3155">
                  <c:v>7375</c:v>
                </c:pt>
                <c:pt idx="3156">
                  <c:v>2962</c:v>
                </c:pt>
                <c:pt idx="3157">
                  <c:v>3167</c:v>
                </c:pt>
                <c:pt idx="3158">
                  <c:v>2748</c:v>
                </c:pt>
                <c:pt idx="3159">
                  <c:v>1173</c:v>
                </c:pt>
                <c:pt idx="3160">
                  <c:v>796</c:v>
                </c:pt>
                <c:pt idx="3161">
                  <c:v>3674</c:v>
                </c:pt>
                <c:pt idx="3162">
                  <c:v>1931</c:v>
                </c:pt>
                <c:pt idx="3163">
                  <c:v>12826</c:v>
                </c:pt>
                <c:pt idx="3164">
                  <c:v>913</c:v>
                </c:pt>
                <c:pt idx="3165">
                  <c:v>5792</c:v>
                </c:pt>
                <c:pt idx="3166">
                  <c:v>10712</c:v>
                </c:pt>
                <c:pt idx="3167">
                  <c:v>5439</c:v>
                </c:pt>
                <c:pt idx="3168">
                  <c:v>25338</c:v>
                </c:pt>
                <c:pt idx="3169">
                  <c:v>1005</c:v>
                </c:pt>
                <c:pt idx="3170">
                  <c:v>1124</c:v>
                </c:pt>
                <c:pt idx="3171">
                  <c:v>17308</c:v>
                </c:pt>
                <c:pt idx="3172">
                  <c:v>1002</c:v>
                </c:pt>
                <c:pt idx="3173">
                  <c:v>2159</c:v>
                </c:pt>
                <c:pt idx="3174">
                  <c:v>1155</c:v>
                </c:pt>
                <c:pt idx="3175">
                  <c:v>36638</c:v>
                </c:pt>
                <c:pt idx="3176">
                  <c:v>518</c:v>
                </c:pt>
                <c:pt idx="3177">
                  <c:v>4673</c:v>
                </c:pt>
                <c:pt idx="3178">
                  <c:v>13883</c:v>
                </c:pt>
                <c:pt idx="3179">
                  <c:v>623</c:v>
                </c:pt>
                <c:pt idx="3180">
                  <c:v>646</c:v>
                </c:pt>
                <c:pt idx="3181">
                  <c:v>45166</c:v>
                </c:pt>
                <c:pt idx="3182">
                  <c:v>23048</c:v>
                </c:pt>
                <c:pt idx="3183">
                  <c:v>52410</c:v>
                </c:pt>
                <c:pt idx="3184">
                  <c:v>774</c:v>
                </c:pt>
                <c:pt idx="3185">
                  <c:v>1670</c:v>
                </c:pt>
                <c:pt idx="3186">
                  <c:v>582</c:v>
                </c:pt>
                <c:pt idx="3187">
                  <c:v>9065</c:v>
                </c:pt>
                <c:pt idx="3188">
                  <c:v>1886</c:v>
                </c:pt>
                <c:pt idx="3189">
                  <c:v>584</c:v>
                </c:pt>
                <c:pt idx="3190">
                  <c:v>803</c:v>
                </c:pt>
                <c:pt idx="3191">
                  <c:v>2476</c:v>
                </c:pt>
                <c:pt idx="3192">
                  <c:v>4785</c:v>
                </c:pt>
                <c:pt idx="3193">
                  <c:v>9266</c:v>
                </c:pt>
                <c:pt idx="3194">
                  <c:v>922</c:v>
                </c:pt>
                <c:pt idx="3195">
                  <c:v>1107</c:v>
                </c:pt>
                <c:pt idx="3196">
                  <c:v>772</c:v>
                </c:pt>
                <c:pt idx="3197">
                  <c:v>5571</c:v>
                </c:pt>
                <c:pt idx="3198">
                  <c:v>1561</c:v>
                </c:pt>
                <c:pt idx="3199">
                  <c:v>38679</c:v>
                </c:pt>
                <c:pt idx="3200">
                  <c:v>2952</c:v>
                </c:pt>
                <c:pt idx="3201">
                  <c:v>2084</c:v>
                </c:pt>
                <c:pt idx="3202">
                  <c:v>1063</c:v>
                </c:pt>
                <c:pt idx="3203">
                  <c:v>747</c:v>
                </c:pt>
                <c:pt idx="3204">
                  <c:v>1610</c:v>
                </c:pt>
                <c:pt idx="3205">
                  <c:v>1202</c:v>
                </c:pt>
                <c:pt idx="3206">
                  <c:v>10080</c:v>
                </c:pt>
                <c:pt idx="3207">
                  <c:v>520</c:v>
                </c:pt>
                <c:pt idx="3208">
                  <c:v>501</c:v>
                </c:pt>
                <c:pt idx="3209">
                  <c:v>1907</c:v>
                </c:pt>
                <c:pt idx="3210">
                  <c:v>704</c:v>
                </c:pt>
                <c:pt idx="3211">
                  <c:v>1518</c:v>
                </c:pt>
                <c:pt idx="3212">
                  <c:v>3320</c:v>
                </c:pt>
                <c:pt idx="3213">
                  <c:v>537</c:v>
                </c:pt>
                <c:pt idx="3214">
                  <c:v>556</c:v>
                </c:pt>
                <c:pt idx="3215">
                  <c:v>575</c:v>
                </c:pt>
                <c:pt idx="3216">
                  <c:v>2911</c:v>
                </c:pt>
                <c:pt idx="3217">
                  <c:v>1853</c:v>
                </c:pt>
                <c:pt idx="3218">
                  <c:v>11628</c:v>
                </c:pt>
                <c:pt idx="3219">
                  <c:v>1135</c:v>
                </c:pt>
                <c:pt idx="3220">
                  <c:v>2899</c:v>
                </c:pt>
                <c:pt idx="3221">
                  <c:v>5259</c:v>
                </c:pt>
                <c:pt idx="3222">
                  <c:v>1742</c:v>
                </c:pt>
                <c:pt idx="3223">
                  <c:v>3240</c:v>
                </c:pt>
                <c:pt idx="3224">
                  <c:v>3266</c:v>
                </c:pt>
                <c:pt idx="3225">
                  <c:v>1258</c:v>
                </c:pt>
                <c:pt idx="3226">
                  <c:v>22769</c:v>
                </c:pt>
                <c:pt idx="3227">
                  <c:v>2384</c:v>
                </c:pt>
                <c:pt idx="3228">
                  <c:v>7666</c:v>
                </c:pt>
                <c:pt idx="3229">
                  <c:v>917</c:v>
                </c:pt>
                <c:pt idx="3230">
                  <c:v>5617</c:v>
                </c:pt>
                <c:pt idx="3231">
                  <c:v>6344</c:v>
                </c:pt>
                <c:pt idx="3232">
                  <c:v>531</c:v>
                </c:pt>
                <c:pt idx="3233">
                  <c:v>11496</c:v>
                </c:pt>
                <c:pt idx="3234">
                  <c:v>766</c:v>
                </c:pt>
                <c:pt idx="3235">
                  <c:v>505</c:v>
                </c:pt>
                <c:pt idx="3236">
                  <c:v>6129</c:v>
                </c:pt>
                <c:pt idx="3237">
                  <c:v>945</c:v>
                </c:pt>
                <c:pt idx="3238">
                  <c:v>909</c:v>
                </c:pt>
                <c:pt idx="3239">
                  <c:v>3819</c:v>
                </c:pt>
                <c:pt idx="3240">
                  <c:v>1089</c:v>
                </c:pt>
                <c:pt idx="3241">
                  <c:v>14322</c:v>
                </c:pt>
                <c:pt idx="3242">
                  <c:v>1331</c:v>
                </c:pt>
                <c:pt idx="3243">
                  <c:v>6833</c:v>
                </c:pt>
                <c:pt idx="3244">
                  <c:v>78477</c:v>
                </c:pt>
                <c:pt idx="3245">
                  <c:v>678</c:v>
                </c:pt>
                <c:pt idx="3246">
                  <c:v>103745</c:v>
                </c:pt>
                <c:pt idx="3247">
                  <c:v>930</c:v>
                </c:pt>
                <c:pt idx="3248">
                  <c:v>2732</c:v>
                </c:pt>
                <c:pt idx="3249">
                  <c:v>1546</c:v>
                </c:pt>
                <c:pt idx="3250">
                  <c:v>664</c:v>
                </c:pt>
                <c:pt idx="3251">
                  <c:v>10014</c:v>
                </c:pt>
                <c:pt idx="3252">
                  <c:v>840</c:v>
                </c:pt>
                <c:pt idx="3253">
                  <c:v>13900</c:v>
                </c:pt>
                <c:pt idx="3254">
                  <c:v>8865</c:v>
                </c:pt>
                <c:pt idx="3255">
                  <c:v>28579</c:v>
                </c:pt>
                <c:pt idx="3256">
                  <c:v>1242</c:v>
                </c:pt>
                <c:pt idx="3257">
                  <c:v>2817</c:v>
                </c:pt>
                <c:pt idx="3258">
                  <c:v>4684</c:v>
                </c:pt>
                <c:pt idx="3259">
                  <c:v>7601</c:v>
                </c:pt>
                <c:pt idx="3260">
                  <c:v>2602</c:v>
                </c:pt>
                <c:pt idx="3261">
                  <c:v>854</c:v>
                </c:pt>
                <c:pt idx="3262">
                  <c:v>1064</c:v>
                </c:pt>
                <c:pt idx="3263">
                  <c:v>1401</c:v>
                </c:pt>
                <c:pt idx="3264">
                  <c:v>6560</c:v>
                </c:pt>
                <c:pt idx="3265">
                  <c:v>733542</c:v>
                </c:pt>
                <c:pt idx="3266">
                  <c:v>2544</c:v>
                </c:pt>
                <c:pt idx="3267">
                  <c:v>1672</c:v>
                </c:pt>
                <c:pt idx="3268">
                  <c:v>1013</c:v>
                </c:pt>
                <c:pt idx="3269">
                  <c:v>9113</c:v>
                </c:pt>
                <c:pt idx="3270">
                  <c:v>840</c:v>
                </c:pt>
                <c:pt idx="3271">
                  <c:v>3987</c:v>
                </c:pt>
                <c:pt idx="3272">
                  <c:v>1321</c:v>
                </c:pt>
                <c:pt idx="3273">
                  <c:v>17097</c:v>
                </c:pt>
                <c:pt idx="3274">
                  <c:v>7784</c:v>
                </c:pt>
                <c:pt idx="3275">
                  <c:v>1366</c:v>
                </c:pt>
                <c:pt idx="3276">
                  <c:v>3351</c:v>
                </c:pt>
                <c:pt idx="3277">
                  <c:v>760662</c:v>
                </c:pt>
                <c:pt idx="3278">
                  <c:v>1205</c:v>
                </c:pt>
                <c:pt idx="3279">
                  <c:v>1882</c:v>
                </c:pt>
                <c:pt idx="3280">
                  <c:v>994</c:v>
                </c:pt>
                <c:pt idx="3281">
                  <c:v>732</c:v>
                </c:pt>
                <c:pt idx="3282">
                  <c:v>1936</c:v>
                </c:pt>
                <c:pt idx="3283">
                  <c:v>983</c:v>
                </c:pt>
                <c:pt idx="3284">
                  <c:v>737</c:v>
                </c:pt>
                <c:pt idx="3285">
                  <c:v>1560</c:v>
                </c:pt>
                <c:pt idx="3286">
                  <c:v>1125</c:v>
                </c:pt>
                <c:pt idx="3287">
                  <c:v>2705</c:v>
                </c:pt>
                <c:pt idx="3288">
                  <c:v>1541</c:v>
                </c:pt>
                <c:pt idx="3289">
                  <c:v>2717</c:v>
                </c:pt>
                <c:pt idx="3290">
                  <c:v>2889</c:v>
                </c:pt>
                <c:pt idx="3291">
                  <c:v>3995</c:v>
                </c:pt>
                <c:pt idx="3292">
                  <c:v>23401</c:v>
                </c:pt>
                <c:pt idx="3293">
                  <c:v>499.99999999999994</c:v>
                </c:pt>
                <c:pt idx="3294">
                  <c:v>561.0092271509814</c:v>
                </c:pt>
                <c:pt idx="3295">
                  <c:v>629.462705897083</c:v>
                </c:pt>
                <c:pt idx="3296">
                  <c:v>706.2687723113762</c:v>
                </c:pt>
                <c:pt idx="3297">
                  <c:v>792.4465962305553</c:v>
                </c:pt>
                <c:pt idx="3298">
                  <c:v>889.1397050194595</c:v>
                </c:pt>
                <c:pt idx="3299">
                  <c:v>997.6311574844373</c:v>
                </c:pt>
                <c:pt idx="3300">
                  <c:v>1119.3605692841666</c:v>
                </c:pt>
                <c:pt idx="3301">
                  <c:v>1255.9432157547858</c:v>
                </c:pt>
                <c:pt idx="3302">
                  <c:v>1409.1914656322215</c:v>
                </c:pt>
                <c:pt idx="3303">
                  <c:v>1581.138830084183</c:v>
                </c:pt>
                <c:pt idx="3304">
                  <c:v>1774.066946167869</c:v>
                </c:pt>
                <c:pt idx="3305">
                  <c:v>1990.5358527674762</c:v>
                </c:pt>
                <c:pt idx="3306">
                  <c:v>2233.4179607548035</c:v>
                </c:pt>
                <c:pt idx="3307">
                  <c:v>2505.9361681363466</c:v>
                </c:pt>
                <c:pt idx="3308">
                  <c:v>2811.706625951728</c:v>
                </c:pt>
                <c:pt idx="3309">
                  <c:v>3154.786722400945</c:v>
                </c:pt>
                <c:pt idx="3310">
                  <c:v>3539.7289219206646</c:v>
                </c:pt>
                <c:pt idx="3311">
                  <c:v>3971.6411736213777</c:v>
                </c:pt>
                <c:pt idx="3312">
                  <c:v>4456.254690668692</c:v>
                </c:pt>
                <c:pt idx="3313">
                  <c:v>4999.999999999958</c:v>
                </c:pt>
                <c:pt idx="3314">
                  <c:v>5610.092271509768</c:v>
                </c:pt>
                <c:pt idx="3315">
                  <c:v>6294.627058970778</c:v>
                </c:pt>
                <c:pt idx="3316">
                  <c:v>7062.687723113704</c:v>
                </c:pt>
                <c:pt idx="3317">
                  <c:v>7924.465962305489</c:v>
                </c:pt>
                <c:pt idx="3318">
                  <c:v>8891.397050194522</c:v>
                </c:pt>
                <c:pt idx="3319">
                  <c:v>9976.31157484429</c:v>
                </c:pt>
                <c:pt idx="3320">
                  <c:v>11193.605692841573</c:v>
                </c:pt>
                <c:pt idx="3321">
                  <c:v>12559.432157547755</c:v>
                </c:pt>
                <c:pt idx="3322">
                  <c:v>14091.9146563221</c:v>
                </c:pt>
                <c:pt idx="3323">
                  <c:v>15811.3883008417</c:v>
                </c:pt>
                <c:pt idx="3324">
                  <c:v>17740.669461678546</c:v>
                </c:pt>
                <c:pt idx="3325">
                  <c:v>19905.358527674598</c:v>
                </c:pt>
                <c:pt idx="3326">
                  <c:v>22334.17960754785</c:v>
                </c:pt>
                <c:pt idx="3327">
                  <c:v>25059.36168136326</c:v>
                </c:pt>
                <c:pt idx="3328">
                  <c:v>28117.066259517047</c:v>
                </c:pt>
                <c:pt idx="3329">
                  <c:v>31547.867224009195</c:v>
                </c:pt>
                <c:pt idx="3330">
                  <c:v>35397.28921920636</c:v>
                </c:pt>
                <c:pt idx="3331">
                  <c:v>39716.41173621345</c:v>
                </c:pt>
                <c:pt idx="3332">
                  <c:v>44562.54690668656</c:v>
                </c:pt>
                <c:pt idx="3333">
                  <c:v>49999.99999999917</c:v>
                </c:pt>
                <c:pt idx="3334">
                  <c:v>56100.92271509722</c:v>
                </c:pt>
                <c:pt idx="3335">
                  <c:v>62946.270589707274</c:v>
                </c:pt>
                <c:pt idx="3336">
                  <c:v>70626.87723113646</c:v>
                </c:pt>
                <c:pt idx="3337">
                  <c:v>79244.65962305423</c:v>
                </c:pt>
                <c:pt idx="3338">
                  <c:v>88913.97050194448</c:v>
                </c:pt>
                <c:pt idx="3339">
                  <c:v>99763.11574844208</c:v>
                </c:pt>
                <c:pt idx="3340">
                  <c:v>111936.05692841482</c:v>
                </c:pt>
                <c:pt idx="3341">
                  <c:v>125594.32157547653</c:v>
                </c:pt>
                <c:pt idx="3342">
                  <c:v>140919.14656321984</c:v>
                </c:pt>
                <c:pt idx="3343">
                  <c:v>158113.8830084157</c:v>
                </c:pt>
                <c:pt idx="3344">
                  <c:v>177406.694616784</c:v>
                </c:pt>
                <c:pt idx="3345">
                  <c:v>199053.58527674436</c:v>
                </c:pt>
                <c:pt idx="3346">
                  <c:v>223341.79607547668</c:v>
                </c:pt>
                <c:pt idx="3347">
                  <c:v>250593.61681363056</c:v>
                </c:pt>
                <c:pt idx="3348">
                  <c:v>281170.66259516816</c:v>
                </c:pt>
                <c:pt idx="3349">
                  <c:v>315478.67224008933</c:v>
                </c:pt>
                <c:pt idx="3350">
                  <c:v>353972.89219206065</c:v>
                </c:pt>
                <c:pt idx="3351">
                  <c:v>397164.11736213125</c:v>
                </c:pt>
                <c:pt idx="3352">
                  <c:v>445625.46906686196</c:v>
                </c:pt>
                <c:pt idx="3353">
                  <c:v>499999.99999998766</c:v>
                </c:pt>
                <c:pt idx="3354">
                  <c:v>561009.2271509677</c:v>
                </c:pt>
                <c:pt idx="3355">
                  <c:v>629462.7058970676</c:v>
                </c:pt>
                <c:pt idx="3356">
                  <c:v>706268.7723113588</c:v>
                </c:pt>
                <c:pt idx="3357">
                  <c:v>792446.5962305359</c:v>
                </c:pt>
                <c:pt idx="3358">
                  <c:v>889139.7050194377</c:v>
                </c:pt>
                <c:pt idx="3359">
                  <c:v>997631.1574844128</c:v>
                </c:pt>
                <c:pt idx="3360">
                  <c:v>1119360.569284139</c:v>
                </c:pt>
                <c:pt idx="3361">
                  <c:v>1255943.2157547548</c:v>
                </c:pt>
              </c:numCache>
            </c:numRef>
          </c:xVal>
          <c:yVal>
            <c:numRef>
              <c:f>Sheet1!$D$2:$D$3363</c:f>
              <c:numCache>
                <c:formatCode>General</c:formatCode>
                <c:ptCount val="3362"/>
                <c:pt idx="3293">
                  <c:v>1.771680962782478</c:v>
                </c:pt>
                <c:pt idx="3294">
                  <c:v>2.0423035456645704</c:v>
                </c:pt>
                <c:pt idx="3295">
                  <c:v>2.3542634708245602</c:v>
                </c:pt>
                <c:pt idx="3296">
                  <c:v>2.7138749779995854</c:v>
                </c:pt>
                <c:pt idx="3297">
                  <c:v>3.128416801044224</c:v>
                </c:pt>
                <c:pt idx="3298">
                  <c:v>3.606279493490091</c:v>
                </c:pt>
                <c:pt idx="3299">
                  <c:v>4.157135257944582</c:v>
                </c:pt>
                <c:pt idx="3300">
                  <c:v>4.792133716768854</c:v>
                </c:pt>
                <c:pt idx="3301">
                  <c:v>5.524127586540757</c:v>
                </c:pt>
                <c:pt idx="3302">
                  <c:v>6.367932824077434</c:v>
                </c:pt>
                <c:pt idx="3303">
                  <c:v>7.340628509515621</c:v>
                </c:pt>
                <c:pt idx="3304">
                  <c:v>8.46190253624735</c:v>
                </c:pt>
                <c:pt idx="3305">
                  <c:v>9.754450104664691</c:v>
                </c:pt>
                <c:pt idx="3306">
                  <c:v>11.244433085445273</c:v>
                </c:pt>
                <c:pt idx="3307">
                  <c:v>12.96200955014292</c:v>
                </c:pt>
                <c:pt idx="3308">
                  <c:v>14.94194418707264</c:v>
                </c:pt>
                <c:pt idx="3309">
                  <c:v>17.224311957641795</c:v>
                </c:pt>
                <c:pt idx="3310">
                  <c:v>19.85530923551695</c:v>
                </c:pt>
                <c:pt idx="3311">
                  <c:v>22.88818884652735</c:v>
                </c:pt>
                <c:pt idx="3312">
                  <c:v>26.384337935024845</c:v>
                </c:pt>
                <c:pt idx="3313">
                  <c:v>30.414520473305668</c:v>
                </c:pt>
                <c:pt idx="3314">
                  <c:v>35.060309563164964</c:v>
                </c:pt>
                <c:pt idx="3315">
                  <c:v>40.41573852015283</c:v>
                </c:pt>
                <c:pt idx="3316">
                  <c:v>46.58920415938027</c:v>
                </c:pt>
                <c:pt idx="3317">
                  <c:v>53.7056608064231</c:v>
                </c:pt>
                <c:pt idx="3318">
                  <c:v>61.90914944130561</c:v>
                </c:pt>
                <c:pt idx="3319">
                  <c:v>71.36571316682358</c:v>
                </c:pt>
                <c:pt idx="3320">
                  <c:v>82.26675801188216</c:v>
                </c:pt>
                <c:pt idx="3321">
                  <c:v>94.83292709434862</c:v>
                </c:pt>
                <c:pt idx="3322">
                  <c:v>109.31856655859838</c:v>
                </c:pt>
                <c:pt idx="3323">
                  <c:v>126.01687368077549</c:v>
                </c:pt>
                <c:pt idx="3324">
                  <c:v>145.26583134223728</c:v>
                </c:pt>
                <c:pt idx="3325">
                  <c:v>167.45504898817825</c:v>
                </c:pt>
                <c:pt idx="3326">
                  <c:v>193.03364853617825</c:v>
                </c:pt>
                <c:pt idx="3327">
                  <c:v>222.5193548497863</c:v>
                </c:pt>
                <c:pt idx="3328">
                  <c:v>256.50897477330267</c:v>
                </c:pt>
                <c:pt idx="3329">
                  <c:v>295.69047682916204</c:v>
                </c:pt>
                <c:pt idx="3330">
                  <c:v>340.85691607760924</c:v>
                </c:pt>
                <c:pt idx="3331">
                  <c:v>392.9224859854531</c:v>
                </c:pt>
                <c:pt idx="3332">
                  <c:v>452.9410222025131</c:v>
                </c:pt>
                <c:pt idx="3333">
                  <c:v>522.1273327723302</c:v>
                </c:pt>
                <c:pt idx="3334">
                  <c:v>601.8817865122804</c:v>
                </c:pt>
                <c:pt idx="3335">
                  <c:v>693.8186572453885</c:v>
                </c:pt>
                <c:pt idx="3336">
                  <c:v>799.7987975865957</c:v>
                </c:pt>
                <c:pt idx="3337">
                  <c:v>921.9673036188245</c:v>
                </c:pt>
                <c:pt idx="3338">
                  <c:v>1062.796932812508</c:v>
                </c:pt>
                <c:pt idx="3339">
                  <c:v>1225.1381539910521</c:v>
                </c:pt>
                <c:pt idx="3340">
                  <c:v>1412.2768423809457</c:v>
                </c:pt>
                <c:pt idx="3341">
                  <c:v>1628.000787525928</c:v>
                </c:pt>
                <c:pt idx="3342">
                  <c:v>1876.6763602218266</c:v>
                </c:pt>
                <c:pt idx="3343">
                  <c:v>2163.336890252791</c:v>
                </c:pt>
                <c:pt idx="3344">
                  <c:v>2493.7845437427623</c:v>
                </c:pt>
                <c:pt idx="3345">
                  <c:v>2874.707762175496</c:v>
                </c:pt>
                <c:pt idx="3346">
                  <c:v>3313.816640113272</c:v>
                </c:pt>
                <c:pt idx="3347">
                  <c:v>3819.998981733441</c:v>
                </c:pt>
                <c:pt idx="3348">
                  <c:v>4403.500194852583</c:v>
                </c:pt>
                <c:pt idx="3349">
                  <c:v>5076.130663591844</c:v>
                </c:pt>
                <c:pt idx="3350">
                  <c:v>5851.504797019767</c:v>
                </c:pt>
                <c:pt idx="3351">
                  <c:v>6745.316592248085</c:v>
                </c:pt>
                <c:pt idx="3352">
                  <c:v>7775.657289528444</c:v>
                </c:pt>
                <c:pt idx="3353">
                  <c:v>8963.381548863115</c:v>
                </c:pt>
                <c:pt idx="3354">
                  <c:v>10332.52955974504</c:v>
                </c:pt>
                <c:pt idx="3355">
                  <c:v>11910.813627759311</c:v>
                </c:pt>
                <c:pt idx="3356">
                  <c:v>13730.17908682543</c:v>
                </c:pt>
                <c:pt idx="3357">
                  <c:v>15827.450890251466</c:v>
                </c:pt>
                <c:pt idx="3358">
                  <c:v>18245.07896795702</c:v>
                </c:pt>
                <c:pt idx="3359">
                  <c:v>21031.99743630344</c:v>
                </c:pt>
                <c:pt idx="3360">
                  <c:v>24244.615051408895</c:v>
                </c:pt>
                <c:pt idx="3361">
                  <c:v>27947.956953265682</c:v>
                </c:pt>
              </c:numCache>
            </c:numRef>
          </c:yVal>
          <c:smooth val="0"/>
        </c:ser>
        <c:dLbls>
          <c:numFmt formatCode="General" sourceLinked="0"/>
          <c:txPr>
            <a:bodyPr/>
            <a:lstStyle/>
            <a:p>
              <a:pPr>
                <a:defRPr b="0" i="0" strike="noStrike" sz="1100" u="none">
                  <a:solidFill>
                    <a:srgbClr val="FFFFFF"/>
                  </a:solidFill>
                  <a:latin typeface="+mn-lt"/>
                </a:defRPr>
              </a:pPr>
            </a:p>
          </c:txPr>
          <c:showLegendKey val="0"/>
          <c:showVal val="0"/>
          <c:showCatName val="0"/>
          <c:showSerName val="0"/>
          <c:showPercent val="0"/>
          <c:showBubbleSize val="0"/>
        </c:dLbls>
        <c:axId val="2094734554"/>
        <c:axId val="2094734552"/>
      </c:scatterChart>
      <c:valAx>
        <c:axId val="2094734554"/>
        <c:scaling>
          <c:logBase val="10"/>
          <c:orientation val="minMax"/>
          <c:max val="2000000"/>
          <c:min val="100"/>
        </c:scaling>
        <c:delete val="0"/>
        <c:axPos val="b"/>
        <c:title>
          <c:tx>
            <c:rich>
              <a:bodyPr/>
              <a:lstStyle/>
              <a:p>
                <a:pPr>
                  <a:defRPr sz="1100" b="0" i="0" u="none" strike="noStrike">
                    <a:solidFill>
                      <a:srgbClr val="C7D5E0"/>
                    </a:solidFill>
                    <a:latin typeface="Arial"/>
                  </a:defRPr>
                </a:pPr>
                <a:r>
                  <a:rPr sz="1100" b="0" i="0" u="none" strike="noStrike">
                    <a:solidFill>
                      <a:srgbClr val="C7D5E0"/>
                    </a:solidFill>
                    <a:latin typeface="Arial"/>
                  </a:rPr>
                  <a:t>Total reviews (log scale)</a:t>
                </a:r>
              </a:p>
            </c:rich>
          </c:tx>
          <c:layout/>
          <c:overlay val="0"/>
        </c:title>
        <c:numFmt formatCode="[&gt;=1000000]0,,&quot;M&quot;;[&gt;=1000]0,&quot;k&quot;;0" sourceLinked="1"/>
        <c:majorTickMark val="none"/>
        <c:minorTickMark val="none"/>
        <c:tickLblPos val="nextTo"/>
        <c:spPr>
          <a:ln w="12700" cap="flat">
            <a:noFill/>
            <a:prstDash val="solid"/>
            <a:round/>
          </a:ln>
        </c:spPr>
        <c:txPr>
          <a:bodyPr/>
          <a:lstStyle/>
          <a:p>
            <a:pPr>
              <a:defRPr sz="1200" b="0" i="0" u="none" strike="noStrike">
                <a:solidFill>
                  <a:srgbClr val="C7D5E0"/>
                </a:solidFill>
                <a:latin typeface="+mn-lt"/>
              </a:defRPr>
            </a:pPr>
            <a:endParaRPr lang="en-US"/>
          </a:p>
        </c:txPr>
        <c:crossAx val="2094734552"/>
        <c:crosses val="autoZero"/>
        <c:auto val="1"/>
        <c:lblAlgn val="ctr"/>
        <c:noMultiLvlLbl val="1"/>
      </c:valAx>
      <c:valAx>
        <c:axId val="2094734552"/>
        <c:scaling>
          <c:logBase val="10"/>
          <c:orientation val="minMax"/>
          <c:max val="1000000"/>
          <c:min val="1"/>
        </c:scaling>
        <c:delete val="0"/>
        <c:axPos val="l"/>
        <c:majorGridlines>
          <c:spPr>
            <a:ln w="9525" cap="flat">
              <a:solidFill>
                <a:srgbClr val="2A475E"/>
              </a:solidFill>
              <a:prstDash val="solid"/>
              <a:round/>
            </a:ln>
          </c:spPr>
        </c:majorGridlines>
        <c:title>
          <c:tx>
            <c:rich>
              <a:bodyPr/>
              <a:lstStyle/>
              <a:p>
                <a:pPr>
                  <a:defRPr sz="1100" b="0" i="0" u="none" strike="noStrike">
                    <a:solidFill>
                      <a:srgbClr val="C7D5E0"/>
                    </a:solidFill>
                    <a:latin typeface="Arial"/>
                  </a:defRPr>
                </a:pPr>
                <a:r>
                  <a:rPr sz="1100" b="0" i="0" u="none" strike="noStrike">
                    <a:solidFill>
                      <a:srgbClr val="C7D5E0"/>
                    </a:solidFill>
                    <a:latin typeface="Arial"/>
                  </a:rPr>
                  <a:t>Peak players on snapshot day (+1, log scale)</a:t>
                </a:r>
              </a:p>
            </c:rich>
          </c:tx>
          <c:layout/>
          <c:overlay val="0"/>
        </c:title>
        <c:numFmt formatCode="[&gt;=1000000]0,,&quot;M&quot;;[&gt;=1000]0,&quot;k&quot;;0" sourceLinked="0"/>
        <c:majorTickMark val="none"/>
        <c:minorTickMark val="none"/>
        <c:tickLblPos val="nextTo"/>
        <c:spPr>
          <a:ln w="12700" cap="flat">
            <a:noFill/>
            <a:prstDash val="solid"/>
            <a:round/>
          </a:ln>
        </c:spPr>
        <c:txPr>
          <a:bodyPr/>
          <a:lstStyle/>
          <a:p>
            <a:pPr>
              <a:defRPr sz="1100" b="0" i="0" u="none" strike="noStrike">
                <a:solidFill>
                  <a:srgbClr val="C7D5E0"/>
                </a:solidFill>
                <a:latin typeface="+mn-lt"/>
              </a:defRPr>
            </a:pPr>
            <a:endParaRPr lang="en-US"/>
          </a:p>
        </c:txPr>
        <c:crossAx val="2094734554"/>
        <c:crosses val="autoZero"/>
        <c:crossBetween val="midCat"/>
      </c:valAx>
      <c:spPr>
        <a:solidFill>
          <a:srgbClr val="1B2838"/>
        </a:solidFill>
        <a:ln>
          <a:noFill/>
        </a:ln>
        <a:effectLst/>
      </c:spPr>
    </c:plotArea>
    <c:legend>
      <c:legendPos val="t"/>
      <c:overlay val="0"/>
      <c:txPr>
        <a:bodyPr/>
        <a:lstStyle/>
        <a:p>
          <a:pPr>
            <a:defRPr sz="1100">
              <a:solidFill>
                <a:srgbClr val="C7D5E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First idea: players per review</c:v>
                </c:pt>
              </c:strCache>
            </c:strRef>
          </c:tx>
          <c:spPr>
            <a:solidFill>
              <a:srgbClr val="56687A"/>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500–1k</c:v>
                  </c:pt>
                  <c:pt idx="1">
                    <c:v>1k–3k</c:v>
                  </c:pt>
                  <c:pt idx="2">
                    <c:v>3k–10k</c:v>
                  </c:pt>
                  <c:pt idx="3">
                    <c:v>10k–50k</c:v>
                  </c:pt>
                  <c:pt idx="4">
                    <c:v>50k+</c:v>
                  </c:pt>
                </c:lvl>
              </c:multiLvlStrCache>
            </c:multiLvlStrRef>
          </c:cat>
          <c:val>
            <c:numRef>
              <c:f>Sheet1!$B$2:$B$6</c:f>
              <c:numCache>
                <c:formatCode>General</c:formatCode>
                <c:ptCount val="5"/>
                <c:pt idx="0">
                  <c:v>0.1347517730496454</c:v>
                </c:pt>
                <c:pt idx="1">
                  <c:v>0.20959147424511546</c:v>
                </c:pt>
                <c:pt idx="2">
                  <c:v>0.28720238095238093</c:v>
                </c:pt>
                <c:pt idx="3">
                  <c:v>0.45967741935483875</c:v>
                </c:pt>
                <c:pt idx="4">
                  <c:v>0.6691176470588235</c:v>
                </c:pt>
              </c:numCache>
            </c:numRef>
          </c:val>
        </c:ser>
        <c:ser>
          <c:idx val="1"/>
          <c:order val="1"/>
          <c:tx>
            <c:strRef>
              <c:f>Sheet1!$C$1</c:f>
              <c:strCache>
                <c:ptCount val="1"/>
                <c:pt idx="0">
                  <c:v>Our target: size-adjusted</c:v>
                </c:pt>
              </c:strCache>
            </c:strRef>
          </c:tx>
          <c:spPr>
            <a:solidFill>
              <a:srgbClr val="3B8FC9"/>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500–1k</c:v>
                  </c:pt>
                  <c:pt idx="1">
                    <c:v>1k–3k</c:v>
                  </c:pt>
                  <c:pt idx="2">
                    <c:v>3k–10k</c:v>
                  </c:pt>
                  <c:pt idx="3">
                    <c:v>10k–50k</c:v>
                  </c:pt>
                  <c:pt idx="4">
                    <c:v>50k+</c:v>
                  </c:pt>
                </c:lvl>
              </c:multiLvlStrCache>
            </c:multiLvlStrRef>
          </c:cat>
          <c:val>
            <c:numRef>
              <c:f>Sheet1!$C$2:$C$6</c:f>
              <c:numCache>
                <c:formatCode>General</c:formatCode>
                <c:ptCount val="5"/>
                <c:pt idx="0">
                  <c:v>0.21884498480243159</c:v>
                </c:pt>
                <c:pt idx="1">
                  <c:v>0.24600355239786859</c:v>
                </c:pt>
                <c:pt idx="2">
                  <c:v>0.24404761904761904</c:v>
                </c:pt>
                <c:pt idx="3">
                  <c:v>0.32526881720430106</c:v>
                </c:pt>
                <c:pt idx="4">
                  <c:v>0.3382352941176471</c:v>
                </c:pt>
              </c:numCache>
            </c:numRef>
          </c:val>
        </c:ser>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60"/>
        <c:overlap val="0"/>
        <c:axId val="2094734554"/>
        <c:axId val="2094734552"/>
        <c:axId val="2094734556"/>
      </c:barChart>
      <c:lineChart>
        <c:varyColors val="0"/>
        <c:ser>
          <c:idx val="2"/>
          <c:order val="2"/>
          <c:tx>
            <c:strRef>
              <c:f>Sheet1!$D$1</c:f>
              <c:strCache>
                <c:ptCount val="1"/>
                <c:pt idx="0">
                  <c:v>Fair share (25%)</c:v>
                </c:pt>
              </c:strCache>
            </c:strRef>
          </c:tx>
          <c:spPr>
            <a:solidFill>
              <a:srgbClr val="A4D007"/>
            </a:solidFill>
            <a:ln w="25400" cap="flat">
              <a:solidFill>
                <a:srgbClr val="A4D007"/>
              </a:solidFill>
              <a:prstDash val="dash"/>
              <a:round/>
            </a:ln>
            <a:effectLst/>
          </c:spPr>
          <c:invertIfNegative val="0"/>
          <c:dLbls>
            <c:numFmt formatCode="0%" sourceLinked="0"/>
            <c:txPr>
              <a:bodyPr/>
              <a:lstStyle/>
              <a:p>
                <a:pPr>
                  <a:defRPr b="0" i="0" strike="noStrike" sz="1100" u="none">
                    <a:solidFill>
                      <a:srgbClr val="FFFFFF"/>
                    </a:solidFill>
                    <a:latin typeface="+mn-lt"/>
                  </a:defRPr>
                </a:pPr>
              </a:p>
            </c:txPr>
            <c:dLblPos val="t"/>
            <c:showLegendKey val="0"/>
            <c:showVal val="0"/>
            <c:showCatName val="0"/>
            <c:showSerName val="0"/>
            <c:showPercent val="0"/>
            <c:showBubbleSize val="0"/>
            <c:showLeaderLines val="0"/>
          </c:dLbls>
          <c:marker>
            <c:symbol val="none"/>
            <c:size val="6"/>
            <c:spPr>
              <a:solidFill>
                <a:srgbClr val="A4D007"/>
              </a:solidFill>
              <a:ln w="9525" cap="flat">
                <a:solidFill>
                  <a:srgbClr val="A4D007"/>
                </a:solidFill>
                <a:prstDash val="solid"/>
                <a:round/>
              </a:ln>
              <a:effectLst/>
            </c:spPr>
          </c:marker>
          <c:cat>
            <c:multiLvlStrRef>
              <c:f>Sheet1!$A$2:$A$6</c:f>
              <c:multiLvlStrCache>
                <c:ptCount val="5"/>
                <c:lvl>
                  <c:pt idx="0">
                    <c:v>500–1k</c:v>
                  </c:pt>
                  <c:pt idx="1">
                    <c:v>1k–3k</c:v>
                  </c:pt>
                  <c:pt idx="2">
                    <c:v>3k–10k</c:v>
                  </c:pt>
                  <c:pt idx="3">
                    <c:v>10k–50k</c:v>
                  </c:pt>
                  <c:pt idx="4">
                    <c:v>50k+</c:v>
                  </c:pt>
                </c:lvl>
              </c:multiLvlStrCache>
            </c:multiLvlStrRef>
          </c:cat>
          <c:val>
            <c:numRef>
              <c:f>Sheet1!$D$2:$D$6</c:f>
              <c:numCache>
                <c:formatCode>General</c:formatCode>
                <c:ptCount val="5"/>
                <c:pt idx="0">
                  <c:v>0.25</c:v>
                </c:pt>
                <c:pt idx="1">
                  <c:v>0.25</c:v>
                </c:pt>
                <c:pt idx="2">
                  <c:v>0.25</c:v>
                </c:pt>
                <c:pt idx="3">
                  <c:v>0.25</c:v>
                </c:pt>
                <c:pt idx="4">
                  <c:v>0.25</c:v>
                </c:pt>
              </c:numCache>
            </c:numRef>
          </c:val>
          <c:smooth val="0"/>
        </c:ser>
        <c:dLbls>
          <c:numFmt formatCode="0%" sourceLinked="0"/>
          <c:txPr>
            <a:bodyPr/>
            <a:lstStyle/>
            <a:p>
              <a:pPr>
                <a:defRPr b="0" i="0" strike="noStrike" sz="1100" u="none">
                  <a:solidFill>
                    <a:srgbClr val="FFFFFF"/>
                  </a:solidFill>
                  <a:latin typeface="+mn-lt"/>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C7D5E0"/>
                    </a:solidFill>
                    <a:latin typeface="Arial"/>
                  </a:defRPr>
                </a:pPr>
                <a:r>
                  <a:rPr sz="1100" b="0" i="0" u="none" strike="noStrike">
                    <a:solidFill>
                      <a:srgbClr val="C7D5E0"/>
                    </a:solidFill>
                    <a:latin typeface="Arial"/>
                  </a:rPr>
                  <a:t>Size of the hit (total reviews)</a:t>
                </a:r>
              </a:p>
            </c:rich>
          </c:tx>
          <c:layout/>
          <c:overlay val="0"/>
        </c:title>
        <c:numFmt formatCode="General" sourceLinked="1"/>
        <c:majorTickMark val="out"/>
        <c:minorTickMark val="none"/>
        <c:tickLblPos val="low"/>
        <c:spPr>
          <a:ln w="12700" cap="flat">
            <a:noFill/>
            <a:prstDash val="solid"/>
            <a:round/>
          </a:ln>
        </c:spPr>
        <c:txPr>
          <a:bodyPr/>
          <a:lstStyle/>
          <a:p>
            <a:pPr>
              <a:defRPr sz="1200" b="0" i="0" u="none" strike="noStrike">
                <a:solidFill>
                  <a:srgbClr val="C7D5E0"/>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9525" cap="flat">
              <a:solidFill>
                <a:srgbClr val="2A475E"/>
              </a:solidFill>
              <a:prstDash val="solid"/>
              <a:round/>
            </a:ln>
          </c:spPr>
        </c:majorGridlines>
        <c:title>
          <c:tx>
            <c:rich>
              <a:bodyPr/>
              <a:lstStyle/>
              <a:p>
                <a:pPr>
                  <a:defRPr sz="1100" b="0" i="0" u="none" strike="noStrike">
                    <a:solidFill>
                      <a:srgbClr val="C7D5E0"/>
                    </a:solidFill>
                    <a:latin typeface="Arial"/>
                  </a:defRPr>
                </a:pPr>
                <a:r>
                  <a:rPr sz="1100" b="0" i="0" u="none" strike="noStrike">
                    <a:solidFill>
                      <a:srgbClr val="C7D5E0"/>
                    </a:solidFill>
                    <a:latin typeface="Arial"/>
                  </a:rPr>
                  <a:t>% of games counted as lasting</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C7D5E0"/>
                </a:solidFill>
                <a:latin typeface="+mn-lt"/>
              </a:defRPr>
            </a:pPr>
            <a:endParaRPr lang="en-US"/>
          </a:p>
        </c:txPr>
        <c:crossAx val="2094734554"/>
        <c:crosses val="autoZero"/>
        <c:crossBetween val="between"/>
      </c:valAx>
      <c:spPr>
        <a:solidFill>
          <a:srgbClr val="1B2838"/>
        </a:solidFill>
        <a:ln>
          <a:noFill/>
        </a:ln>
        <a:effectLst/>
      </c:spPr>
    </c:plotArea>
    <c:legend>
      <c:legendPos val="t"/>
      <c:overlay val="0"/>
      <c:txPr>
        <a:bodyPr/>
        <a:lstStyle/>
        <a:p>
          <a:pPr>
            <a:defRPr sz="1100">
              <a:solidFill>
                <a:srgbClr val="C7D5E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C7D5E0"/>
                </a:solidFill>
                <a:latin typeface="+mn-lt"/>
              </a:defRPr>
            </a:pPr>
            <a:r>
              <a:rPr sz="1300" b="0" i="0" u="none" strike="noStrike">
                <a:solidFill>
                  <a:srgbClr val="C7D5E0"/>
                </a:solidFill>
                <a:latin typeface="+mn-lt"/>
              </a:rPr>
              <a:t>% lasting by genre (average 25%)</a:t>
            </a:r>
          </a:p>
        </c:rich>
      </c:tx>
      <c:layout/>
      <c:overlay val="0"/>
    </c:title>
    <c:autoTitleDeleted val="0"/>
    <c:plotArea>
      <c:layout/>
      <c:barChart>
        <c:barDir val="bar"/>
        <c:grouping val="clustered"/>
        <c:varyColors val="0"/>
        <c:ser>
          <c:idx val="0"/>
          <c:order val="0"/>
          <c:tx>
            <c:strRef>
              <c:f>Sheet1!$B$1</c:f>
              <c:strCache>
                <c:ptCount val="1"/>
                <c:pt idx="0">
                  <c:v>% lasting</c:v>
                </c:pt>
              </c:strCache>
            </c:strRef>
          </c:tx>
          <c:spPr>
            <a:solidFill>
              <a:srgbClr val="3B8FC9"/>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3B8FC9"/>
              </a:solidFill>
              <a:effectLst/>
            </c:spPr>
          </c:dPt>
          <c:dPt>
            <c:idx val="1"/>
            <c:invertIfNegative val="0"/>
            <c:bubble3D val="0"/>
            <c:spPr>
              <a:solidFill>
                <a:srgbClr val="3B8FC9"/>
              </a:solidFill>
              <a:effectLst/>
            </c:spPr>
          </c:dPt>
          <c:dPt>
            <c:idx val="2"/>
            <c:invertIfNegative val="0"/>
            <c:bubble3D val="0"/>
            <c:spPr>
              <a:solidFill>
                <a:srgbClr val="56687A"/>
              </a:solidFill>
              <a:effectLst/>
            </c:spPr>
          </c:dPt>
          <c:dPt>
            <c:idx val="3"/>
            <c:invertIfNegative val="0"/>
            <c:bubble3D val="0"/>
            <c:spPr>
              <a:solidFill>
                <a:srgbClr val="56687A"/>
              </a:solidFill>
              <a:effectLst/>
            </c:spPr>
          </c:dPt>
          <c:dPt>
            <c:idx val="4"/>
            <c:invertIfNegative val="0"/>
            <c:bubble3D val="0"/>
            <c:spPr>
              <a:solidFill>
                <a:srgbClr val="56687A"/>
              </a:solidFill>
              <a:effectLst/>
            </c:spPr>
          </c:dPt>
          <c:dPt>
            <c:idx val="5"/>
            <c:invertIfNegative val="0"/>
            <c:bubble3D val="0"/>
            <c:spPr>
              <a:solidFill>
                <a:srgbClr val="56687A"/>
              </a:solidFill>
              <a:effectLst/>
            </c:spPr>
          </c:dPt>
          <c:dPt>
            <c:idx val="6"/>
            <c:invertIfNegative val="0"/>
            <c:bubble3D val="0"/>
            <c:spPr>
              <a:solidFill>
                <a:srgbClr val="56687A"/>
              </a:solidFill>
              <a:effectLst/>
            </c:spPr>
          </c:dPt>
          <c:dPt>
            <c:idx val="7"/>
            <c:invertIfNegative val="0"/>
            <c:bubble3D val="0"/>
            <c:spPr>
              <a:solidFill>
                <a:srgbClr val="56687A"/>
              </a:solidFill>
              <a:effectLst/>
            </c:spPr>
          </c:dPt>
          <c:dPt>
            <c:idx val="8"/>
            <c:invertIfNegative val="0"/>
            <c:bubble3D val="0"/>
            <c:spPr>
              <a:solidFill>
                <a:srgbClr val="56687A"/>
              </a:solidFill>
              <a:effectLst/>
            </c:spPr>
          </c:dPt>
          <c:dPt>
            <c:idx val="9"/>
            <c:invertIfNegative val="0"/>
            <c:bubble3D val="0"/>
            <c:spPr>
              <a:solidFill>
                <a:srgbClr val="56687A"/>
              </a:solidFill>
              <a:effectLst/>
            </c:spPr>
          </c:dPt>
          <c:dPt>
            <c:idx val="10"/>
            <c:invertIfNegative val="0"/>
            <c:bubble3D val="0"/>
            <c:spPr>
              <a:solidFill>
                <a:srgbClr val="76A000"/>
              </a:solidFill>
              <a:effectLst/>
            </c:spPr>
          </c:dPt>
          <c:dPt>
            <c:idx val="11"/>
            <c:invertIfNegative val="0"/>
            <c:bubble3D val="0"/>
            <c:spPr>
              <a:solidFill>
                <a:srgbClr val="56687A"/>
              </a:solidFill>
              <a:effectLst/>
            </c:spPr>
          </c:dPt>
          <c:cat>
            <c:multiLvlStrRef>
              <c:f>Sheet1!$A$2:$A$13</c:f>
              <c:multiLvlStrCache>
                <c:ptCount val="12"/>
                <c:lvl>
                  <c:pt idx="0">
                    <c:v>Adventure</c:v>
                  </c:pt>
                  <c:pt idx="1">
                    <c:v>Action</c:v>
                  </c:pt>
                  <c:pt idx="2">
                    <c:v>Indie</c:v>
                  </c:pt>
                  <c:pt idx="3">
                    <c:v>Casual</c:v>
                  </c:pt>
                  <c:pt idx="4">
                    <c:v>Free To Play</c:v>
                  </c:pt>
                  <c:pt idx="5">
                    <c:v>RPG</c:v>
                  </c:pt>
                  <c:pt idx="6">
                    <c:v>Racing</c:v>
                  </c:pt>
                  <c:pt idx="7">
                    <c:v>Early Access</c:v>
                  </c:pt>
                  <c:pt idx="8">
                    <c:v>Simulation</c:v>
                  </c:pt>
                  <c:pt idx="9">
                    <c:v>Massively Multiplayer</c:v>
                  </c:pt>
                  <c:pt idx="10">
                    <c:v>Strategy</c:v>
                  </c:pt>
                  <c:pt idx="11">
                    <c:v>Sports</c:v>
                  </c:pt>
                </c:lvl>
              </c:multiLvlStrCache>
            </c:multiLvlStrRef>
          </c:cat>
          <c:val>
            <c:numRef>
              <c:f>Sheet1!$B$2:$B$13</c:f>
              <c:numCache>
                <c:formatCode>General</c:formatCode>
                <c:ptCount val="12"/>
                <c:pt idx="0">
                  <c:v>0.17893401015228427</c:v>
                </c:pt>
                <c:pt idx="1">
                  <c:v>0.17930125247198417</c:v>
                </c:pt>
                <c:pt idx="2">
                  <c:v>0.18570057581573896</c:v>
                </c:pt>
                <c:pt idx="3">
                  <c:v>0.22712238147739802</c:v>
                </c:pt>
                <c:pt idx="4">
                  <c:v>0.2732919254658385</c:v>
                </c:pt>
                <c:pt idx="5">
                  <c:v>0.3106476399560922</c:v>
                </c:pt>
                <c:pt idx="6">
                  <c:v>0.32</c:v>
                </c:pt>
                <c:pt idx="7">
                  <c:v>0.3515625</c:v>
                </c:pt>
                <c:pt idx="8">
                  <c:v>0.36580310880829014</c:v>
                </c:pt>
                <c:pt idx="9">
                  <c:v>0.41044776119402987</c:v>
                </c:pt>
                <c:pt idx="10">
                  <c:v>0.43137254901960786</c:v>
                </c:pt>
                <c:pt idx="11">
                  <c:v>0.46621621621621623</c:v>
                </c:pt>
              </c:numCache>
            </c:numRef>
          </c:val>
        </c:ser>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C7D5E0"/>
                </a:solidFill>
                <a:latin typeface="+mn-lt"/>
              </a:defRPr>
            </a:pPr>
            <a:endParaRPr lang="en-US"/>
          </a:p>
        </c:txPr>
        <c:crossAx val="2094734552"/>
        <c:crosses val="autoZero"/>
        <c:auto val="1"/>
        <c:lblAlgn val="ctr"/>
        <c:noMultiLvlLbl val="1"/>
      </c:catAx>
      <c:valAx>
        <c:axId val="2094734552"/>
        <c:scaling>
          <c:orientation val="minMax"/>
          <c:max val="0.6"/>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C7D5E0"/>
                </a:solidFill>
                <a:latin typeface="+mn-lt"/>
              </a:defRPr>
            </a:pPr>
            <a:endParaRPr lang="en-US"/>
          </a:p>
        </c:txPr>
        <c:crossAx val="2094734554"/>
        <c:crosses val="autoZero"/>
        <c:crossBetween val="between"/>
      </c:valAx>
      <c:spPr>
        <a:solidFill>
          <a:srgbClr val="1B2838"/>
        </a:solid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C7D5E0"/>
                </a:solidFill>
                <a:latin typeface="+mn-lt"/>
              </a:defRPr>
            </a:pPr>
            <a:r>
              <a:rPr sz="1300" b="0" i="0" u="none" strike="noStrike">
                <a:solidFill>
                  <a:srgbClr val="C7D5E0"/>
                </a:solidFill>
                <a:latin typeface="+mn-lt"/>
              </a:rPr>
              <a:t>% lasting by store feature (average 25%)</a:t>
            </a:r>
          </a:p>
        </c:rich>
      </c:tx>
      <c:layout/>
      <c:overlay val="0"/>
    </c:title>
    <c:autoTitleDeleted val="0"/>
    <c:plotArea>
      <c:layout/>
      <c:barChart>
        <c:barDir val="bar"/>
        <c:grouping val="clustered"/>
        <c:varyColors val="0"/>
        <c:ser>
          <c:idx val="0"/>
          <c:order val="0"/>
          <c:tx>
            <c:strRef>
              <c:f>Sheet1!$B$1</c:f>
              <c:strCache>
                <c:ptCount val="1"/>
                <c:pt idx="0">
                  <c:v>% lasting</c:v>
                </c:pt>
              </c:strCache>
            </c:strRef>
          </c:tx>
          <c:spPr>
            <a:solidFill>
              <a:srgbClr val="56687A"/>
            </a:solidFill>
            <a:effectLst/>
          </c:spPr>
          <c:invertIfNegative val="0"/>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Sheet1!$A$2:$A$9</c:f>
              <c:multiLvlStrCache>
                <c:ptCount val="8"/>
                <c:lvl>
                  <c:pt idx="0">
                    <c:v>VR controllers</c:v>
                  </c:pt>
                  <c:pt idx="1">
                    <c:v>Single-player</c:v>
                  </c:pt>
                  <c:pt idx="2">
                    <c:v>Online co-op</c:v>
                  </c:pt>
                  <c:pt idx="3">
                    <c:v>Online PvP</c:v>
                  </c:pt>
                  <c:pt idx="4">
                    <c:v>Steam Workshop (mods)</c:v>
                  </c:pt>
                  <c:pt idx="5">
                    <c:v>Level editor</c:v>
                  </c:pt>
                  <c:pt idx="6">
                    <c:v>Cross-platform multiplayer</c:v>
                  </c:pt>
                  <c:pt idx="7">
                    <c:v>In-app purchases</c:v>
                  </c:pt>
                </c:lvl>
              </c:multiLvlStrCache>
            </c:multiLvlStrRef>
          </c:cat>
          <c:val>
            <c:numRef>
              <c:f>Sheet1!$B$2:$B$9</c:f>
              <c:numCache>
                <c:formatCode>General</c:formatCode>
                <c:ptCount val="8"/>
                <c:pt idx="0">
                  <c:v>0.12931034482758622</c:v>
                </c:pt>
                <c:pt idx="1">
                  <c:v>0.24514248704663213</c:v>
                </c:pt>
                <c:pt idx="2">
                  <c:v>0.3400673400673401</c:v>
                </c:pt>
                <c:pt idx="3">
                  <c:v>0.39700996677740863</c:v>
                </c:pt>
                <c:pt idx="4">
                  <c:v>0.42857142857142855</c:v>
                </c:pt>
                <c:pt idx="5">
                  <c:v>0.44047619047619047</c:v>
                </c:pt>
                <c:pt idx="6">
                  <c:v>0.475</c:v>
                </c:pt>
                <c:pt idx="7">
                  <c:v>0.4975609756097561</c:v>
                </c:pt>
              </c:numCache>
            </c:numRef>
          </c:val>
        </c:ser>
        <c:dLbls>
          <c:numFmt formatCode="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C7D5E0"/>
                </a:solidFill>
                <a:latin typeface="+mn-lt"/>
              </a:defRPr>
            </a:pPr>
            <a:endParaRPr lang="en-US"/>
          </a:p>
        </c:txPr>
        <c:crossAx val="2094734552"/>
        <c:crosses val="autoZero"/>
        <c:auto val="1"/>
        <c:lblAlgn val="ctr"/>
        <c:noMultiLvlLbl val="1"/>
      </c:catAx>
      <c:valAx>
        <c:axId val="2094734552"/>
        <c:scaling>
          <c:orientation val="minMax"/>
          <c:max val="0.6"/>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C7D5E0"/>
                </a:solidFill>
                <a:latin typeface="+mn-lt"/>
              </a:defRPr>
            </a:pPr>
            <a:endParaRPr lang="en-US"/>
          </a:p>
        </c:txPr>
        <c:crossAx val="2094734554"/>
        <c:crosses val="autoZero"/>
        <c:crossBetween val="between"/>
      </c:valAx>
      <c:spPr>
        <a:solidFill>
          <a:srgbClr val="1B2838"/>
        </a:solid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C7D5E0"/>
                </a:solidFill>
                <a:latin typeface="+mn-lt"/>
              </a:defRPr>
            </a:pPr>
            <a:r>
              <a:rPr sz="1300" b="0" i="0" u="none" strike="noStrike">
                <a:solidFill>
                  <a:srgbClr val="C7D5E0"/>
                </a:solidFill>
                <a:latin typeface="+mn-lt"/>
              </a:rPr>
              <a:t>Step 1: cross-validated PR-AUC, default settings</a:t>
            </a:r>
          </a:p>
        </c:rich>
      </c:tx>
      <c:layout/>
      <c:overlay val="0"/>
    </c:title>
    <c:autoTitleDeleted val="0"/>
    <c:plotArea>
      <c:layout/>
      <c:barChart>
        <c:barDir val="col"/>
        <c:grouping val="clustered"/>
        <c:varyColors val="0"/>
        <c:ser>
          <c:idx val="0"/>
          <c:order val="0"/>
          <c:tx>
            <c:strRef>
              <c:f>Sheet1!$B$1</c:f>
              <c:strCache>
                <c:ptCount val="1"/>
                <c:pt idx="0">
                  <c:v>CV PR-AUC</c:v>
                </c:pt>
              </c:strCache>
            </c:strRef>
          </c:tx>
          <c:spPr>
            <a:solidFill>
              <a:srgbClr val="3B8FC9"/>
            </a:solidFill>
            <a:effectLst/>
          </c:spPr>
          <c:invertIfNegative val="0"/>
          <c:dLbls>
            <c:numFmt formatCode="0.00" sourceLinked="0"/>
            <c:txPr>
              <a:bodyPr/>
              <a:lstStyle/>
              <a:p>
                <a:pPr>
                  <a:defRPr b="0" i="0" strike="noStrike" sz="1100" u="none">
                    <a:solidFill>
                      <a:srgbClr val="FFFFFF"/>
                    </a:solidFill>
                    <a:latin typeface="+mn-lt"/>
                  </a:defRPr>
                </a:pPr>
              </a:p>
            </c:txPr>
            <c:dLblPos val="outEnd"/>
            <c:showLegendKey val="0"/>
            <c:showVal val="1"/>
            <c:showCatName val="0"/>
            <c:showSerName val="0"/>
            <c:showPercent val="0"/>
            <c:showBubbleSize val="0"/>
            <c:showLeaderLines val="0"/>
          </c:dLbls>
          <c:cat>
            <c:multiLvlStrRef>
              <c:f>Sheet1!$A$2:$A$9</c:f>
              <c:multiLvlStrCache>
                <c:ptCount val="8"/>
                <c:lvl>
                  <c:pt idx="0">
                    <c:v>Decision tree</c:v>
                  </c:pt>
                  <c:pt idx="1">
                    <c:v>Naive Bayes</c:v>
                  </c:pt>
                  <c:pt idx="2">
                    <c:v>k-nearest neighbours</c:v>
                  </c:pt>
                  <c:pt idx="3">
                    <c:v>Neural net</c:v>
                  </c:pt>
                  <c:pt idx="4">
                    <c:v>Linear SVM</c:v>
                  </c:pt>
                  <c:pt idx="5">
                    <c:v>Gradient boosting</c:v>
                  </c:pt>
                  <c:pt idx="6">
                    <c:v>Logistic regression</c:v>
                  </c:pt>
                  <c:pt idx="7">
                    <c:v>Random forest</c:v>
                  </c:pt>
                </c:lvl>
              </c:multiLvlStrCache>
            </c:multiLvlStrRef>
          </c:cat>
          <c:val>
            <c:numRef>
              <c:f>Sheet1!$B$2:$B$9</c:f>
              <c:numCache>
                <c:formatCode>General</c:formatCode>
                <c:ptCount val="8"/>
                <c:pt idx="0">
                  <c:v>0.322</c:v>
                </c:pt>
                <c:pt idx="1">
                  <c:v>0.415</c:v>
                </c:pt>
                <c:pt idx="2">
                  <c:v>0.474</c:v>
                </c:pt>
                <c:pt idx="3">
                  <c:v>0.556</c:v>
                </c:pt>
                <c:pt idx="4">
                  <c:v>0.561</c:v>
                </c:pt>
                <c:pt idx="5">
                  <c:v>0.562</c:v>
                </c:pt>
                <c:pt idx="6">
                  <c:v>0.565</c:v>
                </c:pt>
                <c:pt idx="7">
                  <c:v>0.588</c:v>
                </c:pt>
              </c:numCache>
            </c:numRef>
          </c:val>
        </c:ser>
        <c:dLbls>
          <c:numFmt formatCode="0.00" sourceLinked="0"/>
          <c:txPr>
            <a:bodyPr/>
            <a:lstStyle/>
            <a:p>
              <a:pPr>
                <a:defRPr b="0" i="0" strike="noStrike" sz="1100" u="none">
                  <a:solidFill>
                    <a:srgbClr val="FFFFFF"/>
                  </a:solidFill>
                  <a:latin typeface="+mn-lt"/>
                </a:defRPr>
              </a:pPr>
            </a:p>
          </c:txPr>
          <c:dLblPos val="outEnd"/>
          <c:showLegendKey val="0"/>
          <c:showVal val="1"/>
          <c:showCatName val="0"/>
          <c:showSerName val="0"/>
          <c:showPercent val="0"/>
          <c:showBubbleSize val="0"/>
          <c:showLeaderLines val="0"/>
        </c:dLbls>
        <c:gapWidth val="35"/>
        <c:overlap val="0"/>
        <c:axId val="2094734554"/>
        <c:axId val="2094734552"/>
        <c:axId val="2094734556"/>
      </c:barChart>
      <c:lineChart>
        <c:varyColors val="0"/>
        <c:ser>
          <c:idx val="1"/>
          <c:order val="1"/>
          <c:tx>
            <c:strRef>
              <c:f>Sheet1!$C$1</c:f>
              <c:strCache>
                <c:ptCount val="1"/>
                <c:pt idx="0">
                  <c:v>Random guessing (0.25)</c:v>
                </c:pt>
              </c:strCache>
            </c:strRef>
          </c:tx>
          <c:spPr>
            <a:solidFill>
              <a:srgbClr val="A4D007"/>
            </a:solidFill>
            <a:ln w="25400" cap="flat">
              <a:solidFill>
                <a:srgbClr val="A4D007"/>
              </a:solidFill>
              <a:prstDash val="dash"/>
              <a:round/>
            </a:ln>
            <a:effectLst/>
          </c:spPr>
          <c:invertIfNegative val="0"/>
          <c:dLbls>
            <c:numFmt formatCode="0.00" sourceLinked="0"/>
            <c:txPr>
              <a:bodyPr/>
              <a:lstStyle/>
              <a:p>
                <a:pPr>
                  <a:defRPr b="0" i="0" strike="noStrike" sz="1100" u="none">
                    <a:solidFill>
                      <a:srgbClr val="FFFFFF"/>
                    </a:solidFill>
                    <a:latin typeface="+mn-lt"/>
                  </a:defRPr>
                </a:pPr>
              </a:p>
            </c:txPr>
            <c:dLblPos val="t"/>
            <c:showLegendKey val="0"/>
            <c:showVal val="0"/>
            <c:showCatName val="0"/>
            <c:showSerName val="0"/>
            <c:showPercent val="0"/>
            <c:showBubbleSize val="0"/>
            <c:showLeaderLines val="0"/>
          </c:dLbls>
          <c:marker>
            <c:symbol val="none"/>
            <c:size val="6"/>
            <c:spPr>
              <a:solidFill>
                <a:srgbClr val="A4D007"/>
              </a:solidFill>
              <a:ln w="9525" cap="flat">
                <a:solidFill>
                  <a:srgbClr val="A4D007"/>
                </a:solidFill>
                <a:prstDash val="solid"/>
                <a:round/>
              </a:ln>
              <a:effectLst/>
            </c:spPr>
          </c:marker>
          <c:cat>
            <c:multiLvlStrRef>
              <c:f>Sheet1!$A$2:$A$9</c:f>
              <c:multiLvlStrCache>
                <c:ptCount val="8"/>
                <c:lvl>
                  <c:pt idx="0">
                    <c:v>Decision tree</c:v>
                  </c:pt>
                  <c:pt idx="1">
                    <c:v>Naive Bayes</c:v>
                  </c:pt>
                  <c:pt idx="2">
                    <c:v>k-nearest neighbours</c:v>
                  </c:pt>
                  <c:pt idx="3">
                    <c:v>Neural net</c:v>
                  </c:pt>
                  <c:pt idx="4">
                    <c:v>Linear SVM</c:v>
                  </c:pt>
                  <c:pt idx="5">
                    <c:v>Gradient boosting</c:v>
                  </c:pt>
                  <c:pt idx="6">
                    <c:v>Logistic regression</c:v>
                  </c:pt>
                  <c:pt idx="7">
                    <c:v>Random forest</c:v>
                  </c:pt>
                </c:lvl>
              </c:multiLvlStrCache>
            </c:multiLvlStrRef>
          </c:cat>
          <c:val>
            <c:numRef>
              <c:f>Sheet1!$C$2:$C$9</c:f>
              <c:numCache>
                <c:formatCode>General</c:formatCode>
                <c:ptCount val="8"/>
                <c:pt idx="0">
                  <c:v>0.25</c:v>
                </c:pt>
                <c:pt idx="1">
                  <c:v>0.25</c:v>
                </c:pt>
                <c:pt idx="2">
                  <c:v>0.25</c:v>
                </c:pt>
                <c:pt idx="3">
                  <c:v>0.25</c:v>
                </c:pt>
                <c:pt idx="4">
                  <c:v>0.25</c:v>
                </c:pt>
                <c:pt idx="5">
                  <c:v>0.25</c:v>
                </c:pt>
                <c:pt idx="6">
                  <c:v>0.25</c:v>
                </c:pt>
                <c:pt idx="7">
                  <c:v>0.25</c:v>
                </c:pt>
              </c:numCache>
            </c:numRef>
          </c:val>
          <c:smooth val="0"/>
        </c:ser>
        <c:dLbls>
          <c:numFmt formatCode="0.00" sourceLinked="0"/>
          <c:txPr>
            <a:bodyPr/>
            <a:lstStyle/>
            <a:p>
              <a:pPr>
                <a:defRPr b="0" i="0" strike="noStrike" sz="1100" u="none">
                  <a:solidFill>
                    <a:srgbClr val="FFFFFF"/>
                  </a:solidFill>
                  <a:latin typeface="+mn-lt"/>
                </a:defRPr>
              </a:pPr>
            </a:p>
          </c:txPr>
          <c:dLblPos val="t"/>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C7D5E0"/>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9525" cap="flat">
              <a:solidFill>
                <a:srgbClr val="2A475E"/>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C7D5E0"/>
                </a:solidFill>
                <a:latin typeface="+mn-lt"/>
              </a:defRPr>
            </a:pPr>
            <a:endParaRPr lang="en-US"/>
          </a:p>
        </c:txPr>
        <c:crossAx val="2094734554"/>
        <c:crosses val="autoZero"/>
        <c:crossBetween val="between"/>
      </c:valAx>
      <c:spPr>
        <a:solidFill>
          <a:srgbClr val="1B2838"/>
        </a:solidFill>
        <a:ln>
          <a:noFill/>
        </a:ln>
        <a:effectLst/>
      </c:spPr>
    </c:plotArea>
    <c:legend>
      <c:legendPos val="t"/>
      <c:overlay val="0"/>
      <c:txPr>
        <a:bodyPr/>
        <a:lstStyle/>
        <a:p>
          <a:pPr>
            <a:defRPr sz="1100">
              <a:solidFill>
                <a:srgbClr val="C7D5E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C7D5E0"/>
                </a:solidFill>
                <a:latin typeface="+mn-lt"/>
              </a:defRPr>
            </a:pPr>
            <a:r>
              <a:rPr sz="1300" b="0" i="0" u="none" strike="noStrike">
                <a:solidFill>
                  <a:srgbClr val="C7D5E0"/>
                </a:solidFill>
                <a:latin typeface="+mn-lt"/>
              </a:rPr>
              <a:t>PR-AUC on the held-out test set</a:t>
            </a:r>
          </a:p>
        </c:rich>
      </c:tx>
      <c:layout/>
      <c:overlay val="0"/>
    </c:title>
    <c:autoTitleDeleted val="0"/>
    <c:plotArea>
      <c:layout/>
      <c:barChart>
        <c:barDir val="col"/>
        <c:grouping val="clustered"/>
        <c:varyColors val="0"/>
        <c:ser>
          <c:idx val="0"/>
          <c:order val="0"/>
          <c:tx>
            <c:strRef>
              <c:f>Sheet1!$B$1</c:f>
              <c:strCache>
                <c:ptCount val="1"/>
                <c:pt idx="0">
                  <c:v>Test PR-AUC</c:v>
                </c:pt>
              </c:strCache>
            </c:strRef>
          </c:tx>
          <c:spPr>
            <a:solidFill>
              <a:srgbClr val="3B8FC9"/>
            </a:solidFill>
            <a:effectLst/>
          </c:spPr>
          <c:invertIfNegative val="0"/>
          <c:dLbls>
            <c:numFmt formatCode="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Random guessing</c:v>
                  </c:pt>
                  <c:pt idx="1">
                    <c:v>Logistic regression (untuned)</c:v>
                  </c:pt>
                  <c:pt idx="2">
                    <c:v>Final ensemble</c:v>
                  </c:pt>
                </c:lvl>
              </c:multiLvlStrCache>
            </c:multiLvlStrRef>
          </c:cat>
          <c:val>
            <c:numRef>
              <c:f>Sheet1!$B$2:$B$4</c:f>
              <c:numCache>
                <c:formatCode>General</c:formatCode>
                <c:ptCount val="3"/>
                <c:pt idx="0">
                  <c:v>0.258</c:v>
                </c:pt>
                <c:pt idx="1">
                  <c:v>0.552</c:v>
                </c:pt>
                <c:pt idx="2">
                  <c:v>0.578</c:v>
                </c:pt>
              </c:numCache>
            </c:numRef>
          </c:val>
        </c:ser>
        <c:dLbls>
          <c:numFmt formatCode="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C7D5E0"/>
                </a:solidFill>
                <a:latin typeface="+mn-lt"/>
              </a:defRPr>
            </a:pPr>
            <a:endParaRPr lang="en-US"/>
          </a:p>
        </c:txPr>
        <c:crossAx val="2094734552"/>
        <c:crosses val="autoZero"/>
        <c:auto val="1"/>
        <c:lblAlgn val="ctr"/>
        <c:noMultiLvlLbl val="1"/>
      </c:catAx>
      <c:valAx>
        <c:axId val="2094734552"/>
        <c:scaling>
          <c:orientation val="minMax"/>
          <c:max val="0.7"/>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C7D5E0"/>
                </a:solidFill>
                <a:latin typeface="+mn-lt"/>
              </a:defRPr>
            </a:pPr>
            <a:endParaRPr lang="en-US"/>
          </a:p>
        </c:txPr>
        <c:crossAx val="2094734554"/>
        <c:crosses val="autoZero"/>
        <c:crossBetween val="between"/>
      </c:valAx>
      <c:spPr>
        <a:solidFill>
          <a:srgbClr val="1B2838"/>
        </a:solid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C7D5E0"/>
                </a:solidFill>
                <a:latin typeface="+mn-lt"/>
              </a:defRPr>
            </a:pPr>
            <a:r>
              <a:rPr sz="1300" b="0" i="0" u="none" strike="noStrike">
                <a:solidFill>
                  <a:srgbClr val="C7D5E0"/>
                </a:solidFill>
                <a:latin typeface="+mn-lt"/>
              </a:rPr>
              <a:t>Drop in test PR-AUC when the feature is shuffled</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3B8FC9"/>
            </a:solidFill>
            <a:effectLst/>
          </c:spPr>
          <c:invertIfNegative val="0"/>
          <c:dLbls>
            <c:numFmt formatCode="0.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cat>
            <c:multiLvlStrRef>
              <c:f>Sheet1!$A$2:$A$9</c:f>
              <c:multiLvlStrCache>
                <c:ptCount val="8"/>
                <c:lvl>
                  <c:pt idx="0">
                    <c:v>Release weekday</c:v>
                  </c:pt>
                  <c:pt idx="1">
                    <c:v>Voiced languages</c:v>
                  </c:pt>
                  <c:pt idx="2">
                    <c:v>Mature-content notes</c:v>
                  </c:pt>
                  <c:pt idx="3">
                    <c:v>Achievements</c:v>
                  </c:pt>
                  <c:pt idx="4">
                    <c:v>Developer's previous games</c:v>
                  </c:pt>
                  <c:pt idx="5">
                    <c:v>Store features (online, co-op…)</c:v>
                  </c:pt>
                  <c:pt idx="6">
                    <c:v>Regular price</c:v>
                  </c:pt>
                  <c:pt idx="7">
                    <c:v>Genres</c:v>
                  </c:pt>
                </c:lvl>
              </c:multiLvlStrCache>
            </c:multiLvlStrRef>
          </c:cat>
          <c:val>
            <c:numRef>
              <c:f>Sheet1!$B$2:$B$9</c:f>
              <c:numCache>
                <c:formatCode>General</c:formatCode>
                <c:ptCount val="8"/>
                <c:pt idx="0">
                  <c:v>0.004459589478535464</c:v>
                </c:pt>
                <c:pt idx="1">
                  <c:v>0.006377789806129397</c:v>
                </c:pt>
                <c:pt idx="2">
                  <c:v>0.007109450858674715</c:v>
                </c:pt>
                <c:pt idx="3">
                  <c:v>0.01446460858040004</c:v>
                </c:pt>
                <c:pt idx="4">
                  <c:v>0.01898697232843801</c:v>
                </c:pt>
                <c:pt idx="5">
                  <c:v>0.029927473524967763</c:v>
                </c:pt>
                <c:pt idx="6">
                  <c:v>0.05097007183941373</c:v>
                </c:pt>
                <c:pt idx="7">
                  <c:v>0.16802376014838244</c:v>
                </c:pt>
              </c:numCache>
            </c:numRef>
          </c:val>
        </c:ser>
        <c:dLbls>
          <c:numFmt formatCode="0.000"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C7D5E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C7D5E0"/>
                </a:solidFill>
                <a:latin typeface="+mn-lt"/>
              </a:defRPr>
            </a:pPr>
            <a:endParaRPr lang="en-US"/>
          </a:p>
        </c:txPr>
        <c:crossAx val="2094734554"/>
        <c:crosses val="autoZero"/>
        <c:crossBetween val="between"/>
      </c:valAx>
      <c:spPr>
        <a:solidFill>
          <a:srgbClr val="1B2838"/>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 Introduce the team and the question: among Steam games that became hits, which ones keep their players years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Ask the room, count hands quickly for A, B and C, then click to reveal. Most people guess low. That's the point: even successful games usually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Reveal: the answer is C. Half of all hits are nearly empty a few years later. Explain who would use the model and how. Mention the framing: binary classification, PR-AUC because only 25% of games are 'lasting', so accuracy would be misleading.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Every filter uses launch-day information only. We keep only hits, because staying power only makes sense for games that had an audience. Idle games are removed because people leave them running, which inflates player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 Walk through the chart: each dot is a hit; the green line is what we'd expect for its size. Blue dots sit well above the line. That's our target. Lasting games have roughly double the expected players.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This was our most important 'what didn't work' moment. A sanity-check chart showed our first measure mostly rewarded big games; flat bars mean the target is fair to every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Ask the room and count hands. Many people pick action, since action games are often the biggest hits. Click to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Reveal: B, strategy (highlighted in green; the other two poll options in blue). Key insight: games built on replayable systems (sports, strategy, MMO, simulation) last; story-driven action and adventure games fade, even when they were hits. Online, community and mod features go with lasting games; single-player sits at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Both traps would have misled the model. Leakage rule we used: a feature is only allowed if it would be known on launch day. (TODO: cite a source for when Steam added the accessibility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Explain the pipeline is leak-free: all preprocessing is fitted on training folds only. Shortlist = random forest, gradient boosting and logistic regression (different families make different errors). Random search over model settings and data-prep choices (log transform, imputation, rare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Translate the metric: if the model says a game will last, it's right about half the time, versus a quarter by chance. It catches two-thirds of the lasting games. Be upfront that the gain over a simple model is modest, and say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The memorable line: genre is the number-one predictor (the poll already showed this). Spend your time on the third card: languages don't matter here. Mention the robustness check: removing languages changed nothing, and a simpler '50+ players' target gave the same top features. Correlation, not causation: these are signs of design, not switches to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The rubric rewards specific limitations with their impact and a fix. Spend the most time on 'no post-launch data': it's the main reason accuracy is modest.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Read the title as the one-sentence takeaway,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7498080" cy="1737360"/>
          </a:xfrm>
          <a:prstGeom prst="rect">
            <a:avLst/>
          </a:prstGeom>
          <a:noFill/>
          <a:ln/>
        </p:spPr>
        <p:txBody>
          <a:bodyPr wrap="square" rtlCol="0"/>
          <a:lstStyle>
            <a:lvl1pPr algn="l" indent="0" marL="0">
              <a:buNone/>
              <a:defRPr lang="en-US" sz="4400" b="1" dirty="0">
                <a:solidFill>
                  <a:schemeClr val="bg1"/>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3" name="Text 0"/>
          <p:cNvSpPr/>
          <p:nvPr>
            <p:ph idx="101" type="body" hasCustomPrompt="1"/>
          </p:nvPr>
        </p:nvSpPr>
        <p:spPr>
          <a:xfrm>
            <a:off x="548640" y="2697480"/>
            <a:ext cx="7498080" cy="54864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11094415" cy="1463040"/>
          </a:xfrm>
          <a:prstGeom prst="rect">
            <a:avLst/>
          </a:prstGeom>
          <a:noFill/>
          <a:ln/>
        </p:spPr>
        <p:txBody>
          <a:bodyPr wrap="square" rtlCol="0"/>
          <a:lstStyle>
            <a:lvl1pPr algn="l" indent="0" marL="0">
              <a:buNone/>
              <a:defRPr lang="en-US" sz="4400" b="1" dirty="0">
                <a:solidFill>
                  <a:schemeClr val="bg1"/>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3" name="Text 0"/>
          <p:cNvSpPr/>
          <p:nvPr>
            <p:ph idx="101" type="body" hasCustomPrompt="1"/>
          </p:nvPr>
        </p:nvSpPr>
        <p:spPr>
          <a:xfrm>
            <a:off x="548640" y="2880360"/>
            <a:ext cx="11094415" cy="54864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400" b="1" dirty="0">
                <a:solidFill>
                  <a:schemeClr val="bg1"/>
                </a:solidFill>
                <a:latin typeface="Arial" pitchFamily="34" charset="0"/>
                <a:ea typeface="Arial" pitchFamily="34" charset="-122"/>
                <a:cs typeface="Arial" pitchFamily="34" charset="-120"/>
              </a:defRPr>
            </a:lvl1pPr>
          </a:lstStyle>
          <a:p>
            <a:pPr indent="0" marL="0">
              <a:buNone/>
            </a:pPr>
            <a:endParaRPr lang="en-US" sz="34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INSY 674  ·  Which Steam Hits Keep Their Players?</a:t>
            </a:r>
            <a:endParaRPr lang="en-US" sz="10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7498080" cy="1737360"/>
          </a:xfrm>
          <a:prstGeom prst="rect">
            <a:avLst/>
          </a:prstGeom>
          <a:noFill/>
          <a:ln/>
        </p:spPr>
        <p:txBody>
          <a:bodyPr wrap="square" lIns="0" tIns="0" rIns="0" bIns="0" rtlCol="0" anchor="b"/>
          <a:lstStyle/>
          <a:p>
            <a:pPr algn="l" indent="0" marL="0">
              <a:buNone/>
            </a:pPr>
            <a:r>
              <a:rPr lang="en-US" sz="4400" b="1" dirty="0">
                <a:solidFill>
                  <a:schemeClr val="bg1"/>
                </a:solidFill>
                <a:latin typeface="Arial" pitchFamily="34" charset="0"/>
                <a:ea typeface="Arial" pitchFamily="34" charset="-122"/>
                <a:cs typeface="Arial" pitchFamily="34" charset="-120"/>
              </a:rPr>
              <a:t>Which Steam Hits Keep Their Players?</a:t>
            </a:r>
            <a:endParaRPr lang="en-US" sz="4400" dirty="0"/>
          </a:p>
        </p:txBody>
      </p:sp>
      <p:sp>
        <p:nvSpPr>
          <p:cNvPr id="3" name="Text 0"/>
          <p:cNvSpPr/>
          <p:nvPr>
            <p:ph idx="101" type="body" hasCustomPrompt="1"/>
          </p:nvPr>
        </p:nvSpPr>
        <p:spPr>
          <a:xfrm>
            <a:off x="548640" y="2697480"/>
            <a:ext cx="7498080" cy="548640"/>
          </a:xfrm>
          <a:prstGeom prst="rect">
            <a:avLst/>
          </a:prstGeom>
          <a:noFill/>
          <a:ln/>
        </p:spPr>
        <p:txBody>
          <a:bodyPr wrap="square" lIns="0" tIns="0" rIns="0" bIns="0" rtlCol="0"/>
          <a:lstStyle/>
          <a:p>
            <a:pPr indent="0" marL="0">
              <a:buNone/>
            </a:pPr>
            <a:r>
              <a:rPr lang="en-US" sz="2000" dirty="0">
                <a:solidFill>
                  <a:schemeClr val="accent1"/>
                </a:solidFill>
              </a:rPr>
              <a:t>Predicting staying power from launch-day information</a:t>
            </a:r>
            <a:endParaRPr lang="en-US" sz="2000" dirty="0"/>
          </a:p>
        </p:txBody>
      </p:sp>
      <p:sp>
        <p:nvSpPr>
          <p:cNvPr id="4" name="Team name"/>
          <p:cNvSpPr txBox="1"/>
          <p:nvPr/>
        </p:nvSpPr>
        <p:spPr>
          <a:xfrm>
            <a:off x="548640" y="4069080"/>
            <a:ext cx="7863840" cy="320040"/>
          </a:xfrm>
          <a:prstGeom prst="rect">
            <a:avLst/>
          </a:prstGeom>
          <a:noFill/>
          <a:ln/>
        </p:spPr>
        <p:txBody>
          <a:bodyPr wrap="square" lIns="0" tIns="0" rIns="0" bIns="0" rtlCol="0" anchor="t"/>
          <a:lstStyle/>
          <a:p>
            <a:pPr indent="0" marL="0">
              <a:buNone/>
            </a:pPr>
            <a:r>
              <a:rPr lang="en-US" sz="1400" b="1" dirty="0">
                <a:solidFill>
                  <a:schemeClr val="accent1"/>
                </a:solidFill>
              </a:rPr>
              <a:t>Team: </a:t>
            </a:r>
            <a:pPr indent="0" marL="0">
              <a:buNone/>
            </a:pPr>
            <a:r>
              <a:rPr lang="en-US" sz="1400" dirty="0">
                <a:solidFill>
                  <a:schemeClr val="bg2"/>
                </a:solidFill>
              </a:rPr>
              <a:t>Group 3</a:t>
            </a:r>
            <a:endParaRPr lang="en-US" sz="1400" dirty="0"/>
          </a:p>
        </p:txBody>
      </p:sp>
      <p:sp>
        <p:nvSpPr>
          <p:cNvPr id="5" name="Members label"/>
          <p:cNvSpPr txBox="1"/>
          <p:nvPr/>
        </p:nvSpPr>
        <p:spPr>
          <a:xfrm>
            <a:off x="548640" y="4480560"/>
            <a:ext cx="7863840" cy="320040"/>
          </a:xfrm>
          <a:prstGeom prst="rect">
            <a:avLst/>
          </a:prstGeom>
          <a:noFill/>
          <a:ln/>
        </p:spPr>
        <p:txBody>
          <a:bodyPr wrap="square" lIns="0" tIns="0" rIns="0" bIns="0" rtlCol="0" anchor="t"/>
          <a:lstStyle/>
          <a:p>
            <a:pPr indent="0" marL="0">
              <a:buNone/>
            </a:pPr>
            <a:r>
              <a:rPr lang="en-US" sz="1400" b="1" dirty="0">
                <a:solidFill>
                  <a:schemeClr val="accent1"/>
                </a:solidFill>
              </a:rPr>
              <a:t>Members (GitHub ID)</a:t>
            </a:r>
            <a:endParaRPr lang="en-US" sz="1400" dirty="0"/>
          </a:p>
        </p:txBody>
      </p:sp>
      <p:sp>
        <p:nvSpPr>
          <p:cNvPr id="6" name="Members column 1"/>
          <p:cNvSpPr txBox="1"/>
          <p:nvPr/>
        </p:nvSpPr>
        <p:spPr>
          <a:xfrm>
            <a:off x="548640" y="4800600"/>
            <a:ext cx="4114800" cy="1143000"/>
          </a:xfrm>
          <a:prstGeom prst="rect">
            <a:avLst/>
          </a:prstGeom>
          <a:noFill/>
          <a:ln/>
        </p:spPr>
        <p:txBody>
          <a:bodyPr wrap="square" lIns="0" tIns="0" rIns="0" bIns="0" rtlCol="0" anchor="t"/>
          <a:lstStyle/>
          <a:p>
            <a:pPr indent="0" marL="0">
              <a:spcAft>
                <a:spcPts val="200"/>
              </a:spcAft>
              <a:buNone/>
            </a:pPr>
            <a:r>
              <a:rPr lang="en-US" sz="1400" dirty="0">
                <a:solidFill>
                  <a:schemeClr val="bg2"/>
                </a:solidFill>
              </a:rPr>
              <a:t>Montserrat Balleza Velazquez  (dev-Montsebllza)</a:t>
            </a:r>
            <a:endParaRPr lang="en-US" sz="1400" dirty="0"/>
          </a:p>
          <a:p>
            <a:pPr indent="0" marL="0">
              <a:spcAft>
                <a:spcPts val="200"/>
              </a:spcAft>
              <a:buNone/>
            </a:pPr>
            <a:r>
              <a:rPr lang="en-US" sz="1400" dirty="0">
                <a:solidFill>
                  <a:schemeClr val="bg2"/>
                </a:solidFill>
              </a:rPr>
              <a:t>Mohamed Guessous  (guessous-mohamed)</a:t>
            </a:r>
            <a:endParaRPr lang="en-US" sz="1400" dirty="0"/>
          </a:p>
          <a:p>
            <a:pPr indent="0" marL="0">
              <a:spcAft>
                <a:spcPts val="200"/>
              </a:spcAft>
              <a:buNone/>
            </a:pPr>
            <a:r>
              <a:rPr lang="en-US" sz="1400" dirty="0">
                <a:solidFill>
                  <a:schemeClr val="bg2"/>
                </a:solidFill>
              </a:rPr>
              <a:t>Ishaan Khanna  (ishaankhanna1998)</a:t>
            </a:r>
            <a:endParaRPr lang="en-US" sz="1400" dirty="0"/>
          </a:p>
          <a:p>
            <a:pPr indent="0" marL="0">
              <a:spcAft>
                <a:spcPts val="200"/>
              </a:spcAft>
              <a:buNone/>
            </a:pPr>
            <a:r>
              <a:rPr lang="en-US" sz="1400" dirty="0">
                <a:solidFill>
                  <a:schemeClr val="bg2"/>
                </a:solidFill>
              </a:rPr>
              <a:t>Miles Koseleci-Vieira  (mileskv2)</a:t>
            </a:r>
            <a:endParaRPr lang="en-US" sz="1400" dirty="0"/>
          </a:p>
        </p:txBody>
      </p:sp>
      <p:sp>
        <p:nvSpPr>
          <p:cNvPr id="7" name="Members column 2"/>
          <p:cNvSpPr txBox="1"/>
          <p:nvPr/>
        </p:nvSpPr>
        <p:spPr>
          <a:xfrm>
            <a:off x="4754880" y="4800600"/>
            <a:ext cx="3931920" cy="914400"/>
          </a:xfrm>
          <a:prstGeom prst="rect">
            <a:avLst/>
          </a:prstGeom>
          <a:noFill/>
          <a:ln/>
        </p:spPr>
        <p:txBody>
          <a:bodyPr wrap="square" lIns="0" tIns="0" rIns="0" bIns="0" rtlCol="0" anchor="t"/>
          <a:lstStyle/>
          <a:p>
            <a:pPr indent="0" marL="0">
              <a:spcAft>
                <a:spcPts val="200"/>
              </a:spcAft>
              <a:buNone/>
            </a:pPr>
            <a:r>
              <a:rPr lang="en-US" sz="1400" dirty="0">
                <a:solidFill>
                  <a:schemeClr val="bg2"/>
                </a:solidFill>
              </a:rPr>
              <a:t>Ruilei Ma  (rl-ma)</a:t>
            </a:r>
            <a:endParaRPr lang="en-US" sz="1400" dirty="0"/>
          </a:p>
          <a:p>
            <a:pPr indent="0" marL="0">
              <a:spcAft>
                <a:spcPts val="200"/>
              </a:spcAft>
              <a:buNone/>
            </a:pPr>
            <a:r>
              <a:rPr lang="en-US" sz="1400" dirty="0">
                <a:solidFill>
                  <a:schemeClr val="bg2"/>
                </a:solidFill>
              </a:rPr>
              <a:t>Daniel Puente Cavazos  (cudapuca0)</a:t>
            </a:r>
            <a:endParaRPr lang="en-US" sz="1400" dirty="0"/>
          </a:p>
          <a:p>
            <a:pPr indent="0" marL="0">
              <a:spcAft>
                <a:spcPts val="200"/>
              </a:spcAft>
              <a:buNone/>
            </a:pPr>
            <a:r>
              <a:rPr lang="en-US" sz="1400" dirty="0">
                <a:solidFill>
                  <a:schemeClr val="bg2"/>
                </a:solidFill>
              </a:rPr>
              <a:t>Irene Wang  (icecomfort)</a:t>
            </a:r>
            <a:endParaRPr lang="en-US" sz="1400" dirty="0"/>
          </a:p>
        </p:txBody>
      </p:sp>
      <p:sp>
        <p:nvSpPr>
          <p:cNvPr id="8" name="Repository"/>
          <p:cNvSpPr txBox="1"/>
          <p:nvPr/>
        </p:nvSpPr>
        <p:spPr>
          <a:xfrm>
            <a:off x="548640" y="5989320"/>
            <a:ext cx="5669280" cy="320040"/>
          </a:xfrm>
          <a:prstGeom prst="rect">
            <a:avLst/>
          </a:prstGeom>
          <a:noFill/>
          <a:ln/>
        </p:spPr>
        <p:txBody>
          <a:bodyPr wrap="square" lIns="0" tIns="0" rIns="0" bIns="0" rtlCol="0" anchor="t"/>
          <a:lstStyle/>
          <a:p>
            <a:pPr indent="0" marL="0">
              <a:buNone/>
            </a:pPr>
            <a:r>
              <a:rPr lang="en-US" sz="1400" b="1" dirty="0">
                <a:solidFill>
                  <a:schemeClr val="accent1"/>
                </a:solidFill>
              </a:rPr>
              <a:t>Repository: </a:t>
            </a:r>
            <a:pPr indent="0" marL="0">
              <a:buNone/>
            </a:pPr>
            <a:r>
              <a:rPr lang="en-US" sz="1400" dirty="0">
                <a:solidFill>
                  <a:schemeClr val="bg2"/>
                </a:solidFill>
              </a:rPr>
              <a:t>github.com/rl-ma/steamdb-game-analytics</a:t>
            </a:r>
            <a:endParaRPr lang="en-US" sz="1400" dirty="0"/>
          </a:p>
        </p:txBody>
      </p:sp>
      <p:sp>
        <p:nvSpPr>
          <p:cNvPr id="9" name="Course"/>
          <p:cNvSpPr txBox="1"/>
          <p:nvPr/>
        </p:nvSpPr>
        <p:spPr>
          <a:xfrm>
            <a:off x="6522415" y="6016752"/>
            <a:ext cx="5120640" cy="274320"/>
          </a:xfrm>
          <a:prstGeom prst="rect">
            <a:avLst/>
          </a:prstGeom>
          <a:noFill/>
          <a:ln/>
        </p:spPr>
        <p:txBody>
          <a:bodyPr wrap="square" lIns="0" tIns="0" rIns="0" bIns="0" rtlCol="0" anchor="t"/>
          <a:lstStyle/>
          <a:p>
            <a:pPr algn="r" indent="0" marL="0">
              <a:buNone/>
            </a:pPr>
            <a:r>
              <a:rPr lang="en-US" sz="1100" dirty="0">
                <a:solidFill>
                  <a:schemeClr val="accent6"/>
                </a:solidFill>
              </a:rPr>
              <a:t>INSY 674 · Enterprise Data Science · McGill University · Fall 2026</a:t>
            </a:r>
            <a:endParaRPr lang="en-US" sz="1100" dirty="0"/>
          </a:p>
        </p:txBody>
      </p:sp>
      <p:sp>
        <p:nvSpPr>
          <p:cNvPr id="10" name="Hero circle"/>
          <p:cNvSpPr/>
          <p:nvPr/>
        </p:nvSpPr>
        <p:spPr>
          <a:xfrm>
            <a:off x="8732520" y="868680"/>
            <a:ext cx="2834640" cy="2834640"/>
          </a:xfrm>
          <a:prstGeom prst="ellipse">
            <a:avLst/>
          </a:prstGeom>
          <a:solidFill>
            <a:schemeClr val="tx2"/>
          </a:solidFill>
          <a:ln w="25400">
            <a:solidFill>
              <a:schemeClr val="accent1"/>
            </a:solidFill>
            <a:prstDash val="solid"/>
          </a:ln>
        </p:spPr>
      </p:sp>
      <p:pic>
        <p:nvPicPr>
          <p:cNvPr id="11" name="Hero icon" descr="Game controller">    </p:cNvPr>
          <p:cNvPicPr>
            <a:picLocks noChangeAspect="1"/>
          </p:cNvPicPr>
          <p:nvPr/>
        </p:nvPicPr>
        <p:blipFill>
          <a:blip r:embed="rId1"/>
          <a:stretch>
            <a:fillRect/>
          </a:stretch>
        </p:blipFill>
        <p:spPr>
          <a:xfrm>
            <a:off x="9326880" y="1463040"/>
            <a:ext cx="1645920" cy="164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Quick poll: raise your hand</a:t>
            </a:r>
            <a:endParaRPr lang="en-US" sz="3400" dirty="0"/>
          </a:p>
        </p:txBody>
      </p:sp>
      <p:sp>
        <p:nvSpPr>
          <p:cNvPr id="3" name="Poll circle"/>
          <p:cNvSpPr/>
          <p:nvPr/>
        </p:nvSpPr>
        <p:spPr>
          <a:xfrm>
            <a:off x="548640" y="1371600"/>
            <a:ext cx="914400" cy="914400"/>
          </a:xfrm>
          <a:prstGeom prst="ellipse">
            <a:avLst/>
          </a:prstGeom>
          <a:solidFill>
            <a:schemeClr val="tx2"/>
          </a:solidFill>
          <a:ln w="19050">
            <a:solidFill>
              <a:schemeClr val="accent1"/>
            </a:solidFill>
            <a:prstDash val="solid"/>
          </a:ln>
        </p:spPr>
      </p:sp>
      <p:pic>
        <p:nvPicPr>
          <p:cNvPr id="4" name="Poll icon" descr="Poll">    </p:cNvPr>
          <p:cNvPicPr>
            <a:picLocks noChangeAspect="1"/>
          </p:cNvPicPr>
          <p:nvPr/>
        </p:nvPicPr>
        <p:blipFill>
          <a:blip r:embed="rId1"/>
          <a:stretch>
            <a:fillRect/>
          </a:stretch>
        </p:blipFill>
        <p:spPr>
          <a:xfrm>
            <a:off x="768096" y="1591056"/>
            <a:ext cx="475488" cy="475488"/>
          </a:xfrm>
          <a:prstGeom prst="rect">
            <a:avLst/>
          </a:prstGeom>
        </p:spPr>
      </p:pic>
      <p:sp>
        <p:nvSpPr>
          <p:cNvPr id="5" name="Poll question"/>
          <p:cNvSpPr txBox="1"/>
          <p:nvPr/>
        </p:nvSpPr>
        <p:spPr>
          <a:xfrm>
            <a:off x="1783080" y="1325880"/>
            <a:ext cx="9859975" cy="1051560"/>
          </a:xfrm>
          <a:prstGeom prst="rect">
            <a:avLst/>
          </a:prstGeom>
          <a:noFill/>
          <a:ln/>
        </p:spPr>
        <p:txBody>
          <a:bodyPr wrap="square" lIns="0" tIns="0" rIns="0" bIns="0" rtlCol="0" anchor="ctr"/>
          <a:lstStyle/>
          <a:p>
            <a:pPr indent="0" marL="0">
              <a:buNone/>
            </a:pPr>
            <a:r>
              <a:rPr lang="en-US" sz="2800" b="1" dirty="0">
                <a:solidFill>
                  <a:schemeClr val="bg1"/>
                </a:solidFill>
              </a:rPr>
              <a:t>Think of Steam games that were hits in 2019–2023. What share had fewer than 10 people playing on one day in 2026?</a:t>
            </a:r>
            <a:endParaRPr lang="en-US" sz="2800" dirty="0"/>
          </a:p>
        </p:txBody>
      </p:sp>
      <p:sp>
        <p:nvSpPr>
          <p:cNvPr id="6" name="Option A card"/>
          <p:cNvSpPr/>
          <p:nvPr/>
        </p:nvSpPr>
        <p:spPr>
          <a:xfrm>
            <a:off x="548640" y="2743200"/>
            <a:ext cx="3484778" cy="2514600"/>
          </a:xfrm>
          <a:prstGeom prst="roundRect">
            <a:avLst>
              <a:gd name="adj" fmla="val 4364"/>
            </a:avLst>
          </a:prstGeom>
          <a:solidFill>
            <a:schemeClr val="accent3"/>
          </a:solidFill>
          <a:ln/>
        </p:spPr>
      </p:sp>
      <p:sp>
        <p:nvSpPr>
          <p:cNvPr id="7" name="Option A circle"/>
          <p:cNvSpPr/>
          <p:nvPr/>
        </p:nvSpPr>
        <p:spPr>
          <a:xfrm>
            <a:off x="1856689" y="3063240"/>
            <a:ext cx="868680" cy="868680"/>
          </a:xfrm>
          <a:prstGeom prst="ellipse">
            <a:avLst/>
          </a:prstGeom>
          <a:solidFill>
            <a:schemeClr val="accent4"/>
          </a:solidFill>
          <a:ln/>
        </p:spPr>
      </p:sp>
      <p:sp>
        <p:nvSpPr>
          <p:cNvPr id="8" name="Option A letter"/>
          <p:cNvSpPr txBox="1"/>
          <p:nvPr/>
        </p:nvSpPr>
        <p:spPr>
          <a:xfrm>
            <a:off x="1856689" y="3063240"/>
            <a:ext cx="868680" cy="868680"/>
          </a:xfrm>
          <a:prstGeom prst="rect">
            <a:avLst/>
          </a:prstGeom>
          <a:noFill/>
          <a:ln/>
        </p:spPr>
        <p:txBody>
          <a:bodyPr wrap="square" lIns="0" tIns="0" rIns="0" bIns="0" rtlCol="0" anchor="ctr"/>
          <a:lstStyle/>
          <a:p>
            <a:pPr algn="ctr" indent="0" marL="0">
              <a:buNone/>
            </a:pPr>
            <a:r>
              <a:rPr lang="en-US" sz="3000" b="1" dirty="0">
                <a:solidFill>
                  <a:schemeClr val="bg1"/>
                </a:solidFill>
              </a:rPr>
              <a:t>A</a:t>
            </a:r>
            <a:endParaRPr lang="en-US" sz="3000" dirty="0"/>
          </a:p>
        </p:txBody>
      </p:sp>
      <p:sp>
        <p:nvSpPr>
          <p:cNvPr id="9" name="Option A text"/>
          <p:cNvSpPr txBox="1"/>
          <p:nvPr/>
        </p:nvSpPr>
        <p:spPr>
          <a:xfrm>
            <a:off x="777240" y="4114800"/>
            <a:ext cx="3027578" cy="868680"/>
          </a:xfrm>
          <a:prstGeom prst="rect">
            <a:avLst/>
          </a:prstGeom>
          <a:noFill/>
          <a:ln/>
        </p:spPr>
        <p:txBody>
          <a:bodyPr wrap="square" lIns="0" tIns="0" rIns="0" bIns="0" rtlCol="0" anchor="ctr"/>
          <a:lstStyle/>
          <a:p>
            <a:pPr algn="ctr" indent="0" marL="0">
              <a:buNone/>
            </a:pPr>
            <a:r>
              <a:rPr lang="en-US" sz="2400" b="1" dirty="0">
                <a:solidFill>
                  <a:schemeClr val="bg1"/>
                </a:solidFill>
              </a:rPr>
              <a:t>About 10%</a:t>
            </a:r>
            <a:endParaRPr lang="en-US" sz="2400" dirty="0"/>
          </a:p>
        </p:txBody>
      </p:sp>
      <p:sp>
        <p:nvSpPr>
          <p:cNvPr id="10" name="Option B card"/>
          <p:cNvSpPr/>
          <p:nvPr/>
        </p:nvSpPr>
        <p:spPr>
          <a:xfrm>
            <a:off x="4353458" y="2743200"/>
            <a:ext cx="3484778" cy="2514600"/>
          </a:xfrm>
          <a:prstGeom prst="roundRect">
            <a:avLst>
              <a:gd name="adj" fmla="val 4364"/>
            </a:avLst>
          </a:prstGeom>
          <a:solidFill>
            <a:schemeClr val="accent3"/>
          </a:solidFill>
          <a:ln/>
        </p:spPr>
      </p:sp>
      <p:sp>
        <p:nvSpPr>
          <p:cNvPr id="11" name="Option B circle"/>
          <p:cNvSpPr/>
          <p:nvPr/>
        </p:nvSpPr>
        <p:spPr>
          <a:xfrm>
            <a:off x="5661508" y="3063240"/>
            <a:ext cx="868680" cy="868680"/>
          </a:xfrm>
          <a:prstGeom prst="ellipse">
            <a:avLst/>
          </a:prstGeom>
          <a:solidFill>
            <a:schemeClr val="accent4"/>
          </a:solidFill>
          <a:ln/>
        </p:spPr>
      </p:sp>
      <p:sp>
        <p:nvSpPr>
          <p:cNvPr id="12" name="Option B letter"/>
          <p:cNvSpPr txBox="1"/>
          <p:nvPr/>
        </p:nvSpPr>
        <p:spPr>
          <a:xfrm>
            <a:off x="5661508" y="3063240"/>
            <a:ext cx="868680" cy="868680"/>
          </a:xfrm>
          <a:prstGeom prst="rect">
            <a:avLst/>
          </a:prstGeom>
          <a:noFill/>
          <a:ln/>
        </p:spPr>
        <p:txBody>
          <a:bodyPr wrap="square" lIns="0" tIns="0" rIns="0" bIns="0" rtlCol="0" anchor="ctr"/>
          <a:lstStyle/>
          <a:p>
            <a:pPr algn="ctr" indent="0" marL="0">
              <a:buNone/>
            </a:pPr>
            <a:r>
              <a:rPr lang="en-US" sz="3000" b="1" dirty="0">
                <a:solidFill>
                  <a:schemeClr val="bg1"/>
                </a:solidFill>
              </a:rPr>
              <a:t>B</a:t>
            </a:r>
            <a:endParaRPr lang="en-US" sz="3000" dirty="0"/>
          </a:p>
        </p:txBody>
      </p:sp>
      <p:sp>
        <p:nvSpPr>
          <p:cNvPr id="13" name="Option B text"/>
          <p:cNvSpPr txBox="1"/>
          <p:nvPr/>
        </p:nvSpPr>
        <p:spPr>
          <a:xfrm>
            <a:off x="4582058" y="4114800"/>
            <a:ext cx="3027578" cy="868680"/>
          </a:xfrm>
          <a:prstGeom prst="rect">
            <a:avLst/>
          </a:prstGeom>
          <a:noFill/>
          <a:ln/>
        </p:spPr>
        <p:txBody>
          <a:bodyPr wrap="square" lIns="0" tIns="0" rIns="0" bIns="0" rtlCol="0" anchor="ctr"/>
          <a:lstStyle/>
          <a:p>
            <a:pPr algn="ctr" indent="0" marL="0">
              <a:buNone/>
            </a:pPr>
            <a:r>
              <a:rPr lang="en-US" sz="2400" b="1" dirty="0">
                <a:solidFill>
                  <a:schemeClr val="bg1"/>
                </a:solidFill>
              </a:rPr>
              <a:t>About 25%</a:t>
            </a:r>
            <a:endParaRPr lang="en-US" sz="2400" dirty="0"/>
          </a:p>
        </p:txBody>
      </p:sp>
      <p:sp>
        <p:nvSpPr>
          <p:cNvPr id="14" name="Option C card"/>
          <p:cNvSpPr/>
          <p:nvPr/>
        </p:nvSpPr>
        <p:spPr>
          <a:xfrm>
            <a:off x="8158277" y="2743200"/>
            <a:ext cx="3484778" cy="2514600"/>
          </a:xfrm>
          <a:prstGeom prst="roundRect">
            <a:avLst>
              <a:gd name="adj" fmla="val 4364"/>
            </a:avLst>
          </a:prstGeom>
          <a:solidFill>
            <a:schemeClr val="accent3"/>
          </a:solidFill>
          <a:ln/>
        </p:spPr>
      </p:sp>
      <p:sp>
        <p:nvSpPr>
          <p:cNvPr id="15" name="Option C circle"/>
          <p:cNvSpPr/>
          <p:nvPr/>
        </p:nvSpPr>
        <p:spPr>
          <a:xfrm>
            <a:off x="9466326" y="3063240"/>
            <a:ext cx="868680" cy="868680"/>
          </a:xfrm>
          <a:prstGeom prst="ellipse">
            <a:avLst/>
          </a:prstGeom>
          <a:solidFill>
            <a:schemeClr val="accent4"/>
          </a:solidFill>
          <a:ln/>
        </p:spPr>
      </p:sp>
      <p:sp>
        <p:nvSpPr>
          <p:cNvPr id="16" name="Option C letter"/>
          <p:cNvSpPr txBox="1"/>
          <p:nvPr/>
        </p:nvSpPr>
        <p:spPr>
          <a:xfrm>
            <a:off x="9466326" y="3063240"/>
            <a:ext cx="868680" cy="868680"/>
          </a:xfrm>
          <a:prstGeom prst="rect">
            <a:avLst/>
          </a:prstGeom>
          <a:noFill/>
          <a:ln/>
        </p:spPr>
        <p:txBody>
          <a:bodyPr wrap="square" lIns="0" tIns="0" rIns="0" bIns="0" rtlCol="0" anchor="ctr"/>
          <a:lstStyle/>
          <a:p>
            <a:pPr algn="ctr" indent="0" marL="0">
              <a:buNone/>
            </a:pPr>
            <a:r>
              <a:rPr lang="en-US" sz="3000" b="1" dirty="0">
                <a:solidFill>
                  <a:schemeClr val="bg1"/>
                </a:solidFill>
              </a:rPr>
              <a:t>C</a:t>
            </a:r>
            <a:endParaRPr lang="en-US" sz="3000" dirty="0"/>
          </a:p>
        </p:txBody>
      </p:sp>
      <p:sp>
        <p:nvSpPr>
          <p:cNvPr id="17" name="Option C text"/>
          <p:cNvSpPr txBox="1"/>
          <p:nvPr/>
        </p:nvSpPr>
        <p:spPr>
          <a:xfrm>
            <a:off x="8386877" y="4114800"/>
            <a:ext cx="3027578" cy="868680"/>
          </a:xfrm>
          <a:prstGeom prst="rect">
            <a:avLst/>
          </a:prstGeom>
          <a:noFill/>
          <a:ln/>
        </p:spPr>
        <p:txBody>
          <a:bodyPr wrap="square" lIns="0" tIns="0" rIns="0" bIns="0" rtlCol="0" anchor="ctr"/>
          <a:lstStyle/>
          <a:p>
            <a:pPr algn="ctr" indent="0" marL="0">
              <a:buNone/>
            </a:pPr>
            <a:r>
              <a:rPr lang="en-US" sz="2400" b="1" dirty="0">
                <a:solidFill>
                  <a:schemeClr val="bg1"/>
                </a:solidFill>
              </a:rPr>
              <a:t>About half</a:t>
            </a:r>
            <a:endParaRPr lang="en-US" sz="2400" dirty="0"/>
          </a:p>
        </p:txBody>
      </p:sp>
      <p:sp>
        <p:nvSpPr>
          <p:cNvPr id="18" name="Poll instruction"/>
          <p:cNvSpPr txBox="1"/>
          <p:nvPr/>
        </p:nvSpPr>
        <p:spPr>
          <a:xfrm>
            <a:off x="548640" y="5577840"/>
            <a:ext cx="7315200" cy="365760"/>
          </a:xfrm>
          <a:prstGeom prst="rect">
            <a:avLst/>
          </a:prstGeom>
          <a:noFill/>
          <a:ln/>
        </p:spPr>
        <p:txBody>
          <a:bodyPr wrap="square" lIns="0" tIns="0" rIns="0" bIns="0" rtlCol="0" anchor="t"/>
          <a:lstStyle/>
          <a:p>
            <a:pPr indent="0" marL="0">
              <a:buNone/>
            </a:pPr>
            <a:r>
              <a:rPr lang="en-US" sz="1400" dirty="0">
                <a:solidFill>
                  <a:schemeClr val="accent6"/>
                </a:solidFill>
              </a:rPr>
              <a:t>Hands up for A, B or C. The answer is on the next slide.</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Most hits lose their players</a:t>
            </a:r>
            <a:endParaRPr lang="en-US" sz="3400" dirty="0"/>
          </a:p>
        </p:txBody>
      </p:sp>
      <p:sp>
        <p:nvSpPr>
          <p:cNvPr id="3" name="Stat card"/>
          <p:cNvSpPr/>
          <p:nvPr/>
        </p:nvSpPr>
        <p:spPr>
          <a:xfrm>
            <a:off x="548640" y="1325880"/>
            <a:ext cx="4206240" cy="4480560"/>
          </a:xfrm>
          <a:prstGeom prst="roundRect">
            <a:avLst>
              <a:gd name="adj" fmla="val 2609"/>
            </a:avLst>
          </a:prstGeom>
          <a:solidFill>
            <a:schemeClr val="accent3"/>
          </a:solidFill>
          <a:ln/>
        </p:spPr>
      </p:sp>
      <p:sp>
        <p:nvSpPr>
          <p:cNvPr id="4" name="Poll 1 answer chip"/>
          <p:cNvSpPr/>
          <p:nvPr/>
        </p:nvSpPr>
        <p:spPr>
          <a:xfrm>
            <a:off x="914400" y="1600200"/>
            <a:ext cx="2743200" cy="384048"/>
          </a:xfrm>
          <a:prstGeom prst="roundRect">
            <a:avLst>
              <a:gd name="adj" fmla="val 50000"/>
            </a:avLst>
          </a:prstGeom>
          <a:solidFill>
            <a:schemeClr val="accent2"/>
          </a:solidFill>
          <a:ln/>
        </p:spPr>
      </p:sp>
      <p:sp>
        <p:nvSpPr>
          <p:cNvPr id="5" name="Poll 1 answer text"/>
          <p:cNvSpPr txBox="1"/>
          <p:nvPr/>
        </p:nvSpPr>
        <p:spPr>
          <a:xfrm>
            <a:off x="1097280" y="1600200"/>
            <a:ext cx="2377440" cy="384048"/>
          </a:xfrm>
          <a:prstGeom prst="rect">
            <a:avLst/>
          </a:prstGeom>
          <a:noFill/>
          <a:ln/>
        </p:spPr>
        <p:txBody>
          <a:bodyPr wrap="square" lIns="0" tIns="0" rIns="0" bIns="0" rtlCol="0" anchor="ctr"/>
          <a:lstStyle/>
          <a:p>
            <a:pPr indent="0" marL="0">
              <a:buNone/>
            </a:pPr>
            <a:r>
              <a:rPr lang="en-US" sz="1400" b="1" dirty="0">
                <a:solidFill>
                  <a:schemeClr val="tx1"/>
                </a:solidFill>
              </a:rPr>
              <a:t>Poll answer: C, about half</a:t>
            </a:r>
            <a:endParaRPr lang="en-US" sz="1400" dirty="0"/>
          </a:p>
        </p:txBody>
      </p:sp>
      <p:sp>
        <p:nvSpPr>
          <p:cNvPr id="6" name="Stat number"/>
          <p:cNvSpPr txBox="1"/>
          <p:nvPr/>
        </p:nvSpPr>
        <p:spPr>
          <a:xfrm>
            <a:off x="914400" y="2103120"/>
            <a:ext cx="3474720" cy="1097280"/>
          </a:xfrm>
          <a:prstGeom prst="rect">
            <a:avLst/>
          </a:prstGeom>
          <a:noFill/>
          <a:ln/>
        </p:spPr>
        <p:txBody>
          <a:bodyPr wrap="square" lIns="0" tIns="0" rIns="0" bIns="0" rtlCol="0" anchor="t"/>
          <a:lstStyle/>
          <a:p>
            <a:pPr indent="0" marL="0">
              <a:buNone/>
            </a:pPr>
            <a:r>
              <a:rPr lang="en-US" sz="7200" b="1" dirty="0">
                <a:solidFill>
                  <a:schemeClr val="accent2"/>
                </a:solidFill>
                <a:latin typeface="Arial" pitchFamily="34" charset="0"/>
                <a:ea typeface="Arial" pitchFamily="34" charset="-122"/>
                <a:cs typeface="Arial" pitchFamily="34" charset="-120"/>
              </a:rPr>
              <a:t>52%</a:t>
            </a:r>
            <a:endParaRPr lang="en-US" sz="7200" dirty="0"/>
          </a:p>
        </p:txBody>
      </p:sp>
      <p:sp>
        <p:nvSpPr>
          <p:cNvPr id="7" name="Stat label"/>
          <p:cNvSpPr txBox="1"/>
          <p:nvPr/>
        </p:nvSpPr>
        <p:spPr>
          <a:xfrm>
            <a:off x="914400" y="3246120"/>
            <a:ext cx="3474720" cy="1005840"/>
          </a:xfrm>
          <a:prstGeom prst="rect">
            <a:avLst/>
          </a:prstGeom>
          <a:noFill/>
          <a:ln/>
        </p:spPr>
        <p:txBody>
          <a:bodyPr wrap="square" lIns="0" tIns="0" rIns="0" bIns="0" rtlCol="0" anchor="t"/>
          <a:lstStyle/>
          <a:p>
            <a:pPr indent="0" marL="0">
              <a:buNone/>
            </a:pPr>
            <a:r>
              <a:rPr lang="en-US" sz="1600" dirty="0">
                <a:solidFill>
                  <a:schemeClr val="bg1"/>
                </a:solidFill>
              </a:rPr>
              <a:t>of 2019–2023 Steam hits had fewer than 10 people playing on our snapshot day in 2026</a:t>
            </a:r>
            <a:endParaRPr lang="en-US" sz="1600" dirty="0"/>
          </a:p>
        </p:txBody>
      </p:sp>
      <p:sp>
        <p:nvSpPr>
          <p:cNvPr id="8" name="Stat detail"/>
          <p:cNvSpPr txBox="1"/>
          <p:nvPr/>
        </p:nvSpPr>
        <p:spPr>
          <a:xfrm>
            <a:off x="914400" y="4297680"/>
            <a:ext cx="3474720" cy="731520"/>
          </a:xfrm>
          <a:prstGeom prst="rect">
            <a:avLst/>
          </a:prstGeom>
          <a:noFill/>
          <a:ln/>
        </p:spPr>
        <p:txBody>
          <a:bodyPr wrap="square" lIns="0" tIns="0" rIns="0" bIns="0" rtlCol="0" anchor="t"/>
          <a:lstStyle/>
          <a:p>
            <a:pPr indent="0" marL="0">
              <a:buNone/>
            </a:pPr>
            <a:r>
              <a:rPr lang="en-US" sz="1400" dirty="0">
                <a:solidFill>
                  <a:schemeClr val="bg2"/>
                </a:solidFill>
              </a:rPr>
              <a:t>13% had nobody playing at all. A few, though, still have thousands.</a:t>
            </a:r>
            <a:endParaRPr lang="en-US" sz="1400" dirty="0"/>
          </a:p>
        </p:txBody>
      </p:sp>
      <p:sp>
        <p:nvSpPr>
          <p:cNvPr id="9" name="Stat footnote"/>
          <p:cNvSpPr txBox="1"/>
          <p:nvPr/>
        </p:nvSpPr>
        <p:spPr>
          <a:xfrm>
            <a:off x="914400" y="5074920"/>
            <a:ext cx="3474720" cy="548640"/>
          </a:xfrm>
          <a:prstGeom prst="rect">
            <a:avLst/>
          </a:prstGeom>
          <a:noFill/>
          <a:ln/>
        </p:spPr>
        <p:txBody>
          <a:bodyPr wrap="square" lIns="0" tIns="0" rIns="0" bIns="0" rtlCol="0" anchor="t"/>
          <a:lstStyle/>
          <a:p>
            <a:pPr indent="0" marL="0">
              <a:buNone/>
            </a:pPr>
            <a:r>
              <a:rPr lang="en-US" sz="1100" dirty="0">
                <a:solidFill>
                  <a:schemeClr val="accent6"/>
                </a:solidFill>
              </a:rPr>
              <a:t>Hit = 500+ reviews. Players = peak concurrent players on one day (Sept 2026).</a:t>
            </a:r>
            <a:endParaRPr lang="en-US" sz="1100" dirty="0"/>
          </a:p>
        </p:txBody>
      </p:sp>
      <p:sp>
        <p:nvSpPr>
          <p:cNvPr id="10" name="Why it matters circle"/>
          <p:cNvSpPr/>
          <p:nvPr/>
        </p:nvSpPr>
        <p:spPr>
          <a:xfrm>
            <a:off x="5257800" y="1417320"/>
            <a:ext cx="731520" cy="731520"/>
          </a:xfrm>
          <a:prstGeom prst="ellipse">
            <a:avLst/>
          </a:prstGeom>
          <a:solidFill>
            <a:schemeClr val="tx2"/>
          </a:solidFill>
          <a:ln w="19050">
            <a:solidFill>
              <a:schemeClr val="accent1"/>
            </a:solidFill>
            <a:prstDash val="solid"/>
          </a:ln>
        </p:spPr>
      </p:sp>
      <p:pic>
        <p:nvPicPr>
          <p:cNvPr id="11" name="Why it matters icon" descr="Why it matters">    </p:cNvPr>
          <p:cNvPicPr>
            <a:picLocks noChangeAspect="1"/>
          </p:cNvPicPr>
          <p:nvPr/>
        </p:nvPicPr>
        <p:blipFill>
          <a:blip r:embed="rId1"/>
          <a:stretch>
            <a:fillRect/>
          </a:stretch>
        </p:blipFill>
        <p:spPr>
          <a:xfrm>
            <a:off x="5433365" y="1592885"/>
            <a:ext cx="380390" cy="380390"/>
          </a:xfrm>
          <a:prstGeom prst="rect">
            <a:avLst/>
          </a:prstGeom>
        </p:spPr>
      </p:pic>
      <p:sp>
        <p:nvSpPr>
          <p:cNvPr id="12" name="Why it matters header"/>
          <p:cNvSpPr txBox="1"/>
          <p:nvPr/>
        </p:nvSpPr>
        <p:spPr>
          <a:xfrm>
            <a:off x="6217920" y="1399032"/>
            <a:ext cx="5394960" cy="365760"/>
          </a:xfrm>
          <a:prstGeom prst="rect">
            <a:avLst/>
          </a:prstGeom>
          <a:noFill/>
          <a:ln/>
        </p:spPr>
        <p:txBody>
          <a:bodyPr wrap="square" lIns="0" tIns="0" rIns="0" bIns="0" rtlCol="0" anchor="t"/>
          <a:lstStyle/>
          <a:p>
            <a:pPr indent="0" marL="0">
              <a:buNone/>
            </a:pPr>
            <a:r>
              <a:rPr lang="en-US" sz="1800" b="1" dirty="0">
                <a:solidFill>
                  <a:schemeClr val="accent1"/>
                </a:solidFill>
              </a:rPr>
              <a:t>Why it matters</a:t>
            </a:r>
            <a:endParaRPr lang="en-US" sz="1800" dirty="0"/>
          </a:p>
        </p:txBody>
      </p:sp>
      <p:sp>
        <p:nvSpPr>
          <p:cNvPr id="13" name="Why it matters text"/>
          <p:cNvSpPr txBox="1"/>
          <p:nvPr/>
        </p:nvSpPr>
        <p:spPr>
          <a:xfrm>
            <a:off x="6217920" y="1783080"/>
            <a:ext cx="5394960" cy="685800"/>
          </a:xfrm>
          <a:prstGeom prst="rect">
            <a:avLst/>
          </a:prstGeom>
          <a:noFill/>
          <a:ln/>
        </p:spPr>
        <p:txBody>
          <a:bodyPr wrap="square" lIns="0" tIns="0" rIns="0" bIns="0" rtlCol="0" anchor="t"/>
          <a:lstStyle/>
          <a:p>
            <a:pPr indent="0" marL="0">
              <a:buNone/>
            </a:pPr>
            <a:r>
              <a:rPr lang="en-US" sz="1500" dirty="0">
                <a:solidFill>
                  <a:schemeClr val="bg1"/>
                </a:solidFill>
              </a:rPr>
              <a:t>Updates, DLC, in-game sales, sequels and word of mouth all depend on players who stay.</a:t>
            </a:r>
            <a:endParaRPr lang="en-US" sz="1500" dirty="0"/>
          </a:p>
        </p:txBody>
      </p:sp>
      <p:sp>
        <p:nvSpPr>
          <p:cNvPr id="14" name="Who would use it circle"/>
          <p:cNvSpPr/>
          <p:nvPr/>
        </p:nvSpPr>
        <p:spPr>
          <a:xfrm>
            <a:off x="5257800" y="2651760"/>
            <a:ext cx="731520" cy="731520"/>
          </a:xfrm>
          <a:prstGeom prst="ellipse">
            <a:avLst/>
          </a:prstGeom>
          <a:solidFill>
            <a:schemeClr val="tx2"/>
          </a:solidFill>
          <a:ln w="19050">
            <a:solidFill>
              <a:schemeClr val="accent1"/>
            </a:solidFill>
            <a:prstDash val="solid"/>
          </a:ln>
        </p:spPr>
      </p:sp>
      <p:pic>
        <p:nvPicPr>
          <p:cNvPr id="15" name="Who would use it icon" descr="Who would use it">    </p:cNvPr>
          <p:cNvPicPr>
            <a:picLocks noChangeAspect="1"/>
          </p:cNvPicPr>
          <p:nvPr/>
        </p:nvPicPr>
        <p:blipFill>
          <a:blip r:embed="rId2"/>
          <a:stretch>
            <a:fillRect/>
          </a:stretch>
        </p:blipFill>
        <p:spPr>
          <a:xfrm>
            <a:off x="5433365" y="2827325"/>
            <a:ext cx="380390" cy="380390"/>
          </a:xfrm>
          <a:prstGeom prst="rect">
            <a:avLst/>
          </a:prstGeom>
        </p:spPr>
      </p:pic>
      <p:sp>
        <p:nvSpPr>
          <p:cNvPr id="16" name="Who would use it header"/>
          <p:cNvSpPr txBox="1"/>
          <p:nvPr/>
        </p:nvSpPr>
        <p:spPr>
          <a:xfrm>
            <a:off x="6217920" y="2633472"/>
            <a:ext cx="5394960" cy="365760"/>
          </a:xfrm>
          <a:prstGeom prst="rect">
            <a:avLst/>
          </a:prstGeom>
          <a:noFill/>
          <a:ln/>
        </p:spPr>
        <p:txBody>
          <a:bodyPr wrap="square" lIns="0" tIns="0" rIns="0" bIns="0" rtlCol="0" anchor="t"/>
          <a:lstStyle/>
          <a:p>
            <a:pPr indent="0" marL="0">
              <a:buNone/>
            </a:pPr>
            <a:r>
              <a:rPr lang="en-US" sz="1800" b="1" dirty="0">
                <a:solidFill>
                  <a:schemeClr val="accent1"/>
                </a:solidFill>
              </a:rPr>
              <a:t>Who would use it</a:t>
            </a:r>
            <a:endParaRPr lang="en-US" sz="1800" dirty="0"/>
          </a:p>
        </p:txBody>
      </p:sp>
      <p:sp>
        <p:nvSpPr>
          <p:cNvPr id="17" name="Who would use it text"/>
          <p:cNvSpPr txBox="1"/>
          <p:nvPr/>
        </p:nvSpPr>
        <p:spPr>
          <a:xfrm>
            <a:off x="6217920" y="3017520"/>
            <a:ext cx="5394960" cy="685800"/>
          </a:xfrm>
          <a:prstGeom prst="rect">
            <a:avLst/>
          </a:prstGeom>
          <a:noFill/>
          <a:ln/>
        </p:spPr>
        <p:txBody>
          <a:bodyPr wrap="square" lIns="0" tIns="0" rIns="0" bIns="0" rtlCol="0" anchor="t"/>
          <a:lstStyle/>
          <a:p>
            <a:pPr indent="0" marL="0">
              <a:buNone/>
            </a:pPr>
            <a:r>
              <a:rPr lang="en-US" sz="1500" dirty="0">
                <a:solidFill>
                  <a:schemeClr val="bg1"/>
                </a:solidFill>
              </a:rPr>
              <a:t>Developers choosing what to build, and publishers deciding which recent hits to keep funding.</a:t>
            </a:r>
            <a:endParaRPr lang="en-US" sz="1500" dirty="0"/>
          </a:p>
        </p:txBody>
      </p:sp>
      <p:sp>
        <p:nvSpPr>
          <p:cNvPr id="18" name="Our question circle"/>
          <p:cNvSpPr/>
          <p:nvPr/>
        </p:nvSpPr>
        <p:spPr>
          <a:xfrm>
            <a:off x="5257800" y="3886200"/>
            <a:ext cx="731520" cy="731520"/>
          </a:xfrm>
          <a:prstGeom prst="ellipse">
            <a:avLst/>
          </a:prstGeom>
          <a:solidFill>
            <a:schemeClr val="tx2"/>
          </a:solidFill>
          <a:ln w="19050">
            <a:solidFill>
              <a:schemeClr val="accent1"/>
            </a:solidFill>
            <a:prstDash val="solid"/>
          </a:ln>
        </p:spPr>
      </p:sp>
      <p:pic>
        <p:nvPicPr>
          <p:cNvPr id="19" name="Our question icon" descr="Our question">    </p:cNvPr>
          <p:cNvPicPr>
            <a:picLocks noChangeAspect="1"/>
          </p:cNvPicPr>
          <p:nvPr/>
        </p:nvPicPr>
        <p:blipFill>
          <a:blip r:embed="rId3"/>
          <a:stretch>
            <a:fillRect/>
          </a:stretch>
        </p:blipFill>
        <p:spPr>
          <a:xfrm>
            <a:off x="5433365" y="4061765"/>
            <a:ext cx="380390" cy="380390"/>
          </a:xfrm>
          <a:prstGeom prst="rect">
            <a:avLst/>
          </a:prstGeom>
        </p:spPr>
      </p:pic>
      <p:sp>
        <p:nvSpPr>
          <p:cNvPr id="20" name="Our question header"/>
          <p:cNvSpPr txBox="1"/>
          <p:nvPr/>
        </p:nvSpPr>
        <p:spPr>
          <a:xfrm>
            <a:off x="6217920" y="3867912"/>
            <a:ext cx="5394960" cy="365760"/>
          </a:xfrm>
          <a:prstGeom prst="rect">
            <a:avLst/>
          </a:prstGeom>
          <a:noFill/>
          <a:ln/>
        </p:spPr>
        <p:txBody>
          <a:bodyPr wrap="square" lIns="0" tIns="0" rIns="0" bIns="0" rtlCol="0" anchor="t"/>
          <a:lstStyle/>
          <a:p>
            <a:pPr indent="0" marL="0">
              <a:buNone/>
            </a:pPr>
            <a:r>
              <a:rPr lang="en-US" sz="1800" b="1" dirty="0">
                <a:solidFill>
                  <a:schemeClr val="accent1"/>
                </a:solidFill>
              </a:rPr>
              <a:t>Our question</a:t>
            </a:r>
            <a:endParaRPr lang="en-US" sz="1800" dirty="0"/>
          </a:p>
        </p:txBody>
      </p:sp>
      <p:sp>
        <p:nvSpPr>
          <p:cNvPr id="21" name="Our question text"/>
          <p:cNvSpPr txBox="1"/>
          <p:nvPr/>
        </p:nvSpPr>
        <p:spPr>
          <a:xfrm>
            <a:off x="6217920" y="4251960"/>
            <a:ext cx="5394960" cy="685800"/>
          </a:xfrm>
          <a:prstGeom prst="rect">
            <a:avLst/>
          </a:prstGeom>
          <a:noFill/>
          <a:ln/>
        </p:spPr>
        <p:txBody>
          <a:bodyPr wrap="square" lIns="0" tIns="0" rIns="0" bIns="0" rtlCol="0" anchor="t"/>
          <a:lstStyle/>
          <a:p>
            <a:pPr indent="0" marL="0">
              <a:buNone/>
            </a:pPr>
            <a:r>
              <a:rPr lang="en-US" sz="1500" dirty="0">
                <a:solidFill>
                  <a:schemeClr val="bg1"/>
                </a:solidFill>
              </a:rPr>
              <a:t>Which launch-day traits predict that a hit still has more players than expected, years later?</a:t>
            </a:r>
            <a:endParaRPr lang="en-US" sz="1500" dirty="0"/>
          </a:p>
        </p:txBody>
      </p:sp>
      <p:sp>
        <p:nvSpPr>
          <p:cNvPr id="22" name="Framing"/>
          <p:cNvSpPr txBox="1"/>
          <p:nvPr/>
        </p:nvSpPr>
        <p:spPr>
          <a:xfrm>
            <a:off x="5257800" y="5166360"/>
            <a:ext cx="6355080" cy="640080"/>
          </a:xfrm>
          <a:prstGeom prst="rect">
            <a:avLst/>
          </a:prstGeom>
          <a:noFill/>
          <a:ln/>
        </p:spPr>
        <p:txBody>
          <a:bodyPr wrap="square" lIns="0" tIns="0" rIns="0" bIns="0" rtlCol="0" anchor="t"/>
          <a:lstStyle/>
          <a:p>
            <a:pPr indent="0" marL="0">
              <a:buNone/>
            </a:pPr>
            <a:r>
              <a:rPr lang="en-US" sz="1300" b="1" dirty="0">
                <a:solidFill>
                  <a:schemeClr val="accent1"/>
                </a:solidFill>
              </a:rPr>
              <a:t>Framing: </a:t>
            </a:r>
            <a:pPr indent="0" marL="0">
              <a:buNone/>
            </a:pPr>
            <a:r>
              <a:rPr lang="en-US" sz="1300" dirty="0">
                <a:solidFill>
                  <a:schemeClr val="bg2"/>
                </a:solidFill>
              </a:rPr>
              <a:t>supervised binary classification (lasting vs. not), offline learning. Main metric: PR-AUC, where random guessing scores 0.25.</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From 124,146 games to 4,117 hits</a:t>
            </a:r>
            <a:endParaRPr lang="en-US" sz="3400" dirty="0"/>
          </a:p>
        </p:txBody>
      </p:sp>
      <p:graphicFrame>
        <p:nvGraphicFramePr>
          <p:cNvPr id="3" name="Filter chart" descr=""/>
          <p:cNvGraphicFramePr/>
          <p:nvPr/>
        </p:nvGraphicFramePr>
        <p:xfrm>
          <a:off x="548640" y="128016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4" name="Data card"/>
          <p:cNvSpPr/>
          <p:nvPr/>
        </p:nvSpPr>
        <p:spPr>
          <a:xfrm>
            <a:off x="7680960" y="1325880"/>
            <a:ext cx="3959352" cy="4480560"/>
          </a:xfrm>
          <a:prstGeom prst="roundRect">
            <a:avLst>
              <a:gd name="adj" fmla="val 2771"/>
            </a:avLst>
          </a:prstGeom>
          <a:solidFill>
            <a:schemeClr val="accent3"/>
          </a:solidFill>
          <a:ln/>
        </p:spPr>
      </p:sp>
      <p:sp>
        <p:nvSpPr>
          <p:cNvPr id="5" name="Data text"/>
          <p:cNvSpPr txBox="1"/>
          <p:nvPr/>
        </p:nvSpPr>
        <p:spPr>
          <a:xfrm>
            <a:off x="8001000" y="1600200"/>
            <a:ext cx="3383280" cy="4023360"/>
          </a:xfrm>
          <a:prstGeom prst="rect">
            <a:avLst/>
          </a:prstGeom>
          <a:noFill/>
          <a:ln/>
        </p:spPr>
        <p:txBody>
          <a:bodyPr wrap="square" lIns="0" tIns="0" rIns="0" bIns="0" rtlCol="0" anchor="t"/>
          <a:lstStyle/>
          <a:p>
            <a:pPr indent="0" marL="0">
              <a:buNone/>
            </a:pPr>
            <a:r>
              <a:rPr lang="en-US" sz="1800" b="1" dirty="0">
                <a:solidFill>
                  <a:schemeClr val="accent1"/>
                </a:solidFill>
              </a:rPr>
              <a:t>The data</a:t>
            </a:r>
            <a:endParaRPr lang="en-US" sz="1400" dirty="0"/>
          </a:p>
          <a:p>
            <a:pPr indent="0" marL="0">
              <a:buNone/>
            </a:pPr>
            <a:r>
              <a:rPr lang="en-US" sz="1400" dirty="0">
                <a:solidFill>
                  <a:schemeClr val="bg1"/>
                </a:solidFill>
              </a:rPr>
              <a:t>FronkonGames Steam Games Dataset (Hugging Face), one row per game, snapshot of Sept 2026, pinned version.</a:t>
            </a:r>
            <a:endParaRPr lang="en-US" sz="1400" dirty="0"/>
          </a:p>
          <a:p>
            <a:pPr indent="0" marL="0">
              <a:buNone/>
            </a:pPr>
            <a:r>
              <a:rPr lang="en-US" sz="800" dirty="0">
                <a:solidFill>
                  <a:schemeClr val="bg1"/>
                </a:solidFill>
              </a:rPr>
              <a:t> </a:t>
            </a:r>
            <a:endParaRPr lang="en-US" sz="1400" dirty="0"/>
          </a:p>
          <a:p>
            <a:pPr indent="0" marL="0">
              <a:buNone/>
            </a:pPr>
            <a:r>
              <a:rPr lang="en-US" sz="1800" b="1" dirty="0">
                <a:solidFill>
                  <a:schemeClr val="accent1"/>
                </a:solidFill>
              </a:rPr>
              <a:t>Two files</a:t>
            </a:r>
            <a:endParaRPr lang="en-US" sz="1400" dirty="0"/>
          </a:p>
          <a:p>
            <a:pPr indent="0" marL="0">
              <a:buNone/>
            </a:pPr>
            <a:r>
              <a:rPr lang="en-US" sz="1400" dirty="0">
                <a:solidFill>
                  <a:schemeClr val="bg1"/>
                </a:solidFill>
              </a:rPr>
              <a:t>Parquet: 41 columns (main data). CSV: adds the sale discount and player tags.</a:t>
            </a:r>
            <a:endParaRPr lang="en-US" sz="1400" dirty="0"/>
          </a:p>
          <a:p>
            <a:pPr indent="0" marL="0">
              <a:buNone/>
            </a:pPr>
            <a:r>
              <a:rPr lang="en-US" sz="800" dirty="0">
                <a:solidFill>
                  <a:schemeClr val="bg1"/>
                </a:solidFill>
              </a:rPr>
              <a:t> </a:t>
            </a:r>
            <a:endParaRPr lang="en-US" sz="1400" dirty="0"/>
          </a:p>
          <a:p>
            <a:pPr indent="0" marL="0">
              <a:buNone/>
            </a:pPr>
            <a:r>
              <a:rPr lang="en-US" sz="1800" b="1" dirty="0">
                <a:solidFill>
                  <a:schemeClr val="accent1"/>
                </a:solidFill>
              </a:rPr>
              <a:t>Split</a:t>
            </a:r>
            <a:endParaRPr lang="en-US" sz="1400" dirty="0"/>
          </a:p>
          <a:p>
            <a:pPr indent="0" marL="0">
              <a:buNone/>
            </a:pPr>
            <a:r>
              <a:rPr lang="en-US" sz="1400" dirty="0">
                <a:solidFill>
                  <a:schemeClr val="bg1"/>
                </a:solidFill>
              </a:rPr>
              <a:t>80 / 20 by release year: 3,293 training and 824 test games. Test set used only once, at the end.</a:t>
            </a:r>
            <a:endParaRPr lang="en-US" sz="1400" dirty="0"/>
          </a:p>
          <a:p>
            <a:pPr indent="0" marL="0">
              <a:buNone/>
            </a:pPr>
            <a:r>
              <a:rPr lang="en-US" sz="800" dirty="0">
                <a:solidFill>
                  <a:schemeClr val="bg1"/>
                </a:solidFill>
              </a:rPr>
              <a:t> </a:t>
            </a:r>
            <a:endParaRPr lang="en-US" sz="1400" dirty="0"/>
          </a:p>
          <a:p>
            <a:pPr indent="0" marL="0">
              <a:buNone/>
            </a:pPr>
            <a:r>
              <a:rPr lang="en-US" sz="1800" b="1" dirty="0">
                <a:solidFill>
                  <a:schemeClr val="accent1"/>
                </a:solidFill>
              </a:rPr>
              <a:t>Features</a:t>
            </a:r>
            <a:endParaRPr lang="en-US" sz="1400" dirty="0"/>
          </a:p>
          <a:p>
            <a:pPr indent="0" marL="0">
              <a:buNone/>
            </a:pPr>
            <a:r>
              <a:rPr lang="en-US" sz="1400" dirty="0">
                <a:solidFill>
                  <a:schemeClr val="bg1"/>
                </a:solidFill>
              </a:rPr>
              <a:t>28 launch-day features: genre, store features, price, languages, achievements, studio history.</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“Lasting” means more players than expected</a:t>
            </a:r>
            <a:endParaRPr lang="en-US" sz="3400" dirty="0"/>
          </a:p>
        </p:txBody>
      </p:sp>
      <p:graphicFrame>
        <p:nvGraphicFramePr>
          <p:cNvPr id="3" name="Scatter players vs reviews" descr=""/>
          <p:cNvGraphicFramePr/>
          <p:nvPr/>
        </p:nvGraphicFramePr>
        <p:xfrm>
          <a:off x="548640" y="123444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Definition card"/>
          <p:cNvSpPr/>
          <p:nvPr/>
        </p:nvSpPr>
        <p:spPr>
          <a:xfrm>
            <a:off x="7818120" y="1325880"/>
            <a:ext cx="3822192" cy="2331720"/>
          </a:xfrm>
          <a:prstGeom prst="roundRect">
            <a:avLst>
              <a:gd name="adj" fmla="val 4706"/>
            </a:avLst>
          </a:prstGeom>
          <a:solidFill>
            <a:schemeClr val="accent3"/>
          </a:solidFill>
          <a:ln/>
        </p:spPr>
      </p:sp>
      <p:sp>
        <p:nvSpPr>
          <p:cNvPr id="5" name="Definition text"/>
          <p:cNvSpPr txBox="1"/>
          <p:nvPr/>
        </p:nvSpPr>
        <p:spPr>
          <a:xfrm>
            <a:off x="8092440" y="1554480"/>
            <a:ext cx="3291840" cy="1965960"/>
          </a:xfrm>
          <a:prstGeom prst="rect">
            <a:avLst/>
          </a:prstGeom>
          <a:noFill/>
          <a:ln/>
        </p:spPr>
        <p:txBody>
          <a:bodyPr wrap="square" lIns="0" tIns="0" rIns="0" bIns="0" rtlCol="0" anchor="t"/>
          <a:lstStyle/>
          <a:p>
            <a:pPr indent="0" marL="0">
              <a:spcAft>
                <a:spcPts val="800"/>
              </a:spcAft>
              <a:buNone/>
            </a:pPr>
            <a:r>
              <a:rPr lang="en-US" sz="1800" b="1" dirty="0">
                <a:solidFill>
                  <a:schemeClr val="accent1"/>
                </a:solidFill>
              </a:rPr>
              <a:t>How we define it</a:t>
            </a:r>
            <a:endParaRPr lang="en-US" sz="1500" dirty="0"/>
          </a:p>
          <a:p>
            <a:pPr indent="0" marL="0">
              <a:spcAft>
                <a:spcPts val="800"/>
              </a:spcAft>
              <a:buNone/>
            </a:pPr>
            <a:r>
              <a:rPr lang="en-US" sz="1500" dirty="0">
                <a:solidFill>
                  <a:schemeClr val="bg1"/>
                </a:solidFill>
              </a:rPr>
              <a:t>1. Predict the expected players for a game of that size (reviews) and release year.</a:t>
            </a:r>
            <a:endParaRPr lang="en-US" sz="1500" dirty="0"/>
          </a:p>
          <a:p>
            <a:pPr indent="0" marL="0">
              <a:spcAft>
                <a:spcPts val="800"/>
              </a:spcAft>
              <a:buNone/>
            </a:pPr>
            <a:r>
              <a:rPr lang="en-US" sz="1500" dirty="0">
                <a:solidFill>
                  <a:schemeClr val="bg1"/>
                </a:solidFill>
              </a:rPr>
              <a:t>2. Lasting = in the top 25% above that expectation, within its release year.</a:t>
            </a:r>
            <a:endParaRPr lang="en-US" sz="1500" dirty="0"/>
          </a:p>
        </p:txBody>
      </p:sp>
      <p:sp>
        <p:nvSpPr>
          <p:cNvPr id="6" name="Insight card"/>
          <p:cNvSpPr/>
          <p:nvPr/>
        </p:nvSpPr>
        <p:spPr>
          <a:xfrm>
            <a:off x="7818120" y="3840480"/>
            <a:ext cx="3822192" cy="1965960"/>
          </a:xfrm>
          <a:prstGeom prst="roundRect">
            <a:avLst>
              <a:gd name="adj" fmla="val 5581"/>
            </a:avLst>
          </a:prstGeom>
          <a:solidFill>
            <a:schemeClr val="accent3"/>
          </a:solidFill>
          <a:ln/>
        </p:spPr>
      </p:sp>
      <p:sp>
        <p:nvSpPr>
          <p:cNvPr id="7" name="Insight number"/>
          <p:cNvSpPr txBox="1"/>
          <p:nvPr/>
        </p:nvSpPr>
        <p:spPr>
          <a:xfrm>
            <a:off x="8092440" y="4023360"/>
            <a:ext cx="3291840" cy="457200"/>
          </a:xfrm>
          <a:prstGeom prst="rect">
            <a:avLst/>
          </a:prstGeom>
          <a:noFill/>
          <a:ln/>
        </p:spPr>
        <p:txBody>
          <a:bodyPr wrap="square" lIns="0" tIns="0" rIns="0" bIns="0" rtlCol="0" anchor="t"/>
          <a:lstStyle/>
          <a:p>
            <a:pPr indent="0" marL="0">
              <a:buNone/>
            </a:pPr>
            <a:r>
              <a:rPr lang="en-US" sz="2400" b="1" dirty="0">
                <a:solidFill>
                  <a:schemeClr val="accent2"/>
                </a:solidFill>
                <a:latin typeface="Arial" pitchFamily="34" charset="0"/>
                <a:ea typeface="Arial" pitchFamily="34" charset="-122"/>
                <a:cs typeface="Arial" pitchFamily="34" charset="-120"/>
              </a:rPr>
              <a:t>10× the reviews</a:t>
            </a:r>
            <a:endParaRPr lang="en-US" sz="2400" dirty="0"/>
          </a:p>
        </p:txBody>
      </p:sp>
      <p:sp>
        <p:nvSpPr>
          <p:cNvPr id="8" name="Insight text"/>
          <p:cNvSpPr txBox="1"/>
          <p:nvPr/>
        </p:nvSpPr>
        <p:spPr>
          <a:xfrm>
            <a:off x="8092440" y="4526280"/>
            <a:ext cx="3291840" cy="1143000"/>
          </a:xfrm>
          <a:prstGeom prst="rect">
            <a:avLst/>
          </a:prstGeom>
          <a:noFill/>
          <a:ln/>
        </p:spPr>
        <p:txBody>
          <a:bodyPr wrap="square" lIns="0" tIns="0" rIns="0" bIns="0" rtlCol="0" anchor="t"/>
          <a:lstStyle/>
          <a:p>
            <a:pPr indent="0" marL="0">
              <a:buNone/>
            </a:pPr>
            <a:r>
              <a:rPr lang="en-US" sz="1400" dirty="0">
                <a:solidFill>
                  <a:schemeClr val="bg1"/>
                </a:solidFill>
              </a:rPr>
              <a:t>→ about 17× the players today. Bigger hits keep a bigger share of their audience, so size must be adjusted for.</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Our first target favoured big games, so we fixed it</a:t>
            </a:r>
            <a:endParaRPr lang="en-US" sz="3400" dirty="0"/>
          </a:p>
        </p:txBody>
      </p:sp>
      <p:graphicFrame>
        <p:nvGraphicFramePr>
          <p:cNvPr id="3" name="Size bias chart" descr=""/>
          <p:cNvGraphicFramePr/>
          <p:nvPr/>
        </p:nvGraphicFramePr>
        <p:xfrm>
          <a:off x="548640" y="1234440"/>
          <a:ext cx="7223760" cy="4754880"/>
        </p:xfrm>
        <a:graphic xmlns:a="http://schemas.openxmlformats.org/drawingml/2006/main">
          <a:graphicData uri="http://schemas.openxmlformats.org/drawingml/2006/chart">
            <c:chart xmlns:c="http://schemas.openxmlformats.org/drawingml/2006/chart" r:id="rId1"/>
          </a:graphicData>
        </a:graphic>
      </p:graphicFrame>
      <p:sp>
        <p:nvSpPr>
          <p:cNvPr id="4" name="Fairness circle"/>
          <p:cNvSpPr/>
          <p:nvPr/>
        </p:nvSpPr>
        <p:spPr>
          <a:xfrm>
            <a:off x="8183880" y="1463040"/>
            <a:ext cx="731520" cy="731520"/>
          </a:xfrm>
          <a:prstGeom prst="ellipse">
            <a:avLst/>
          </a:prstGeom>
          <a:solidFill>
            <a:schemeClr val="tx2"/>
          </a:solidFill>
          <a:ln w="19050">
            <a:solidFill>
              <a:schemeClr val="accent1"/>
            </a:solidFill>
            <a:prstDash val="solid"/>
          </a:ln>
        </p:spPr>
      </p:sp>
      <p:pic>
        <p:nvPicPr>
          <p:cNvPr id="5" name="Fairness icon" descr="Fairness">    </p:cNvPr>
          <p:cNvPicPr>
            <a:picLocks noChangeAspect="1"/>
          </p:cNvPicPr>
          <p:nvPr/>
        </p:nvPicPr>
        <p:blipFill>
          <a:blip r:embed="rId2"/>
          <a:stretch>
            <a:fillRect/>
          </a:stretch>
        </p:blipFill>
        <p:spPr>
          <a:xfrm>
            <a:off x="8359445" y="1638605"/>
            <a:ext cx="380390" cy="380390"/>
          </a:xfrm>
          <a:prstGeom prst="rect">
            <a:avLst/>
          </a:prstGeom>
        </p:spPr>
      </p:pic>
      <p:sp>
        <p:nvSpPr>
          <p:cNvPr id="6" name="Wrong header"/>
          <p:cNvSpPr txBox="1"/>
          <p:nvPr/>
        </p:nvSpPr>
        <p:spPr>
          <a:xfrm>
            <a:off x="9098280" y="1481328"/>
            <a:ext cx="2560320" cy="365760"/>
          </a:xfrm>
          <a:prstGeom prst="rect">
            <a:avLst/>
          </a:prstGeom>
          <a:noFill/>
          <a:ln/>
        </p:spPr>
        <p:txBody>
          <a:bodyPr wrap="square" lIns="0" tIns="0" rIns="0" bIns="0" rtlCol="0" anchor="t"/>
          <a:lstStyle/>
          <a:p>
            <a:pPr indent="0" marL="0">
              <a:buNone/>
            </a:pPr>
            <a:r>
              <a:rPr lang="en-US" sz="1800" b="1" dirty="0">
                <a:solidFill>
                  <a:schemeClr val="accent1"/>
                </a:solidFill>
              </a:rPr>
              <a:t>What went wrong</a:t>
            </a:r>
            <a:endParaRPr lang="en-US" sz="1800" dirty="0"/>
          </a:p>
        </p:txBody>
      </p:sp>
      <p:sp>
        <p:nvSpPr>
          <p:cNvPr id="7" name="Wrong text"/>
          <p:cNvSpPr txBox="1"/>
          <p:nvPr/>
        </p:nvSpPr>
        <p:spPr>
          <a:xfrm>
            <a:off x="9098280" y="1874520"/>
            <a:ext cx="2560320" cy="1463040"/>
          </a:xfrm>
          <a:prstGeom prst="rect">
            <a:avLst/>
          </a:prstGeom>
          <a:noFill/>
          <a:ln/>
        </p:spPr>
        <p:txBody>
          <a:bodyPr wrap="square" lIns="0" tIns="0" rIns="0" bIns="0" rtlCol="0" anchor="t"/>
          <a:lstStyle/>
          <a:p>
            <a:pPr indent="0" marL="0">
              <a:buNone/>
            </a:pPr>
            <a:r>
              <a:rPr lang="en-US" sz="1400" dirty="0">
                <a:solidFill>
                  <a:schemeClr val="bg1"/>
                </a:solidFill>
              </a:rPr>
              <a:t>Dividing players by reviews still rewarded size: 13% of the smallest hits counted as lasting, against 67% of the biggest.</a:t>
            </a:r>
            <a:endParaRPr lang="en-US" sz="1400" dirty="0"/>
          </a:p>
        </p:txBody>
      </p:sp>
      <p:sp>
        <p:nvSpPr>
          <p:cNvPr id="8" name="Fix circle"/>
          <p:cNvSpPr/>
          <p:nvPr/>
        </p:nvSpPr>
        <p:spPr>
          <a:xfrm>
            <a:off x="8183880" y="3611880"/>
            <a:ext cx="731520" cy="731520"/>
          </a:xfrm>
          <a:prstGeom prst="ellipse">
            <a:avLst/>
          </a:prstGeom>
          <a:solidFill>
            <a:schemeClr val="tx2"/>
          </a:solidFill>
          <a:ln w="19050">
            <a:solidFill>
              <a:schemeClr val="accent1"/>
            </a:solidFill>
            <a:prstDash val="solid"/>
          </a:ln>
        </p:spPr>
      </p:sp>
      <p:pic>
        <p:nvPicPr>
          <p:cNvPr id="9" name="Fix icon" descr="Fix">    </p:cNvPr>
          <p:cNvPicPr>
            <a:picLocks noChangeAspect="1"/>
          </p:cNvPicPr>
          <p:nvPr/>
        </p:nvPicPr>
        <p:blipFill>
          <a:blip r:embed="rId3"/>
          <a:stretch>
            <a:fillRect/>
          </a:stretch>
        </p:blipFill>
        <p:spPr>
          <a:xfrm>
            <a:off x="8359445" y="3787445"/>
            <a:ext cx="380390" cy="380390"/>
          </a:xfrm>
          <a:prstGeom prst="rect">
            <a:avLst/>
          </a:prstGeom>
        </p:spPr>
      </p:pic>
      <p:sp>
        <p:nvSpPr>
          <p:cNvPr id="10" name="Worked header"/>
          <p:cNvSpPr txBox="1"/>
          <p:nvPr/>
        </p:nvSpPr>
        <p:spPr>
          <a:xfrm>
            <a:off x="9098280" y="3630168"/>
            <a:ext cx="2560320" cy="365760"/>
          </a:xfrm>
          <a:prstGeom prst="rect">
            <a:avLst/>
          </a:prstGeom>
          <a:noFill/>
          <a:ln/>
        </p:spPr>
        <p:txBody>
          <a:bodyPr wrap="square" lIns="0" tIns="0" rIns="0" bIns="0" rtlCol="0" anchor="t"/>
          <a:lstStyle/>
          <a:p>
            <a:pPr indent="0" marL="0">
              <a:buNone/>
            </a:pPr>
            <a:r>
              <a:rPr lang="en-US" sz="1800" b="1" dirty="0">
                <a:solidFill>
                  <a:schemeClr val="accent1"/>
                </a:solidFill>
              </a:rPr>
              <a:t>What worked</a:t>
            </a:r>
            <a:endParaRPr lang="en-US" sz="1800" dirty="0"/>
          </a:p>
        </p:txBody>
      </p:sp>
      <p:sp>
        <p:nvSpPr>
          <p:cNvPr id="11" name="Worked text"/>
          <p:cNvSpPr txBox="1"/>
          <p:nvPr/>
        </p:nvSpPr>
        <p:spPr>
          <a:xfrm>
            <a:off x="9098280" y="4023360"/>
            <a:ext cx="2560320" cy="1463040"/>
          </a:xfrm>
          <a:prstGeom prst="rect">
            <a:avLst/>
          </a:prstGeom>
          <a:noFill/>
          <a:ln/>
        </p:spPr>
        <p:txBody>
          <a:bodyPr wrap="square" lIns="0" tIns="0" rIns="0" bIns="0" rtlCol="0" anchor="t"/>
          <a:lstStyle/>
          <a:p>
            <a:pPr indent="0" marL="0">
              <a:buNone/>
            </a:pPr>
            <a:r>
              <a:rPr lang="en-US" sz="1400" dirty="0">
                <a:solidFill>
                  <a:schemeClr val="bg1"/>
                </a:solidFill>
              </a:rPr>
              <a:t>Comparing each game with others of the same size and age: 22–34% across all sizes.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Quick poll: raise your hand</a:t>
            </a:r>
            <a:endParaRPr lang="en-US" sz="3400" dirty="0"/>
          </a:p>
        </p:txBody>
      </p:sp>
      <p:sp>
        <p:nvSpPr>
          <p:cNvPr id="3" name="Poll circle"/>
          <p:cNvSpPr/>
          <p:nvPr/>
        </p:nvSpPr>
        <p:spPr>
          <a:xfrm>
            <a:off x="548640" y="1371600"/>
            <a:ext cx="914400" cy="914400"/>
          </a:xfrm>
          <a:prstGeom prst="ellipse">
            <a:avLst/>
          </a:prstGeom>
          <a:solidFill>
            <a:schemeClr val="tx2"/>
          </a:solidFill>
          <a:ln w="19050">
            <a:solidFill>
              <a:schemeClr val="accent1"/>
            </a:solidFill>
            <a:prstDash val="solid"/>
          </a:ln>
        </p:spPr>
      </p:sp>
      <p:pic>
        <p:nvPicPr>
          <p:cNvPr id="4" name="Poll icon" descr="Poll">    </p:cNvPr>
          <p:cNvPicPr>
            <a:picLocks noChangeAspect="1"/>
          </p:cNvPicPr>
          <p:nvPr/>
        </p:nvPicPr>
        <p:blipFill>
          <a:blip r:embed="rId1"/>
          <a:stretch>
            <a:fillRect/>
          </a:stretch>
        </p:blipFill>
        <p:spPr>
          <a:xfrm>
            <a:off x="768096" y="1591056"/>
            <a:ext cx="475488" cy="475488"/>
          </a:xfrm>
          <a:prstGeom prst="rect">
            <a:avLst/>
          </a:prstGeom>
        </p:spPr>
      </p:pic>
      <p:sp>
        <p:nvSpPr>
          <p:cNvPr id="5" name="Poll question"/>
          <p:cNvSpPr txBox="1"/>
          <p:nvPr/>
        </p:nvSpPr>
        <p:spPr>
          <a:xfrm>
            <a:off x="1783080" y="1325880"/>
            <a:ext cx="9859975" cy="1051560"/>
          </a:xfrm>
          <a:prstGeom prst="rect">
            <a:avLst/>
          </a:prstGeom>
          <a:noFill/>
          <a:ln/>
        </p:spPr>
        <p:txBody>
          <a:bodyPr wrap="square" lIns="0" tIns="0" rIns="0" bIns="0" rtlCol="0" anchor="ctr"/>
          <a:lstStyle/>
          <a:p>
            <a:pPr indent="0" marL="0">
              <a:buNone/>
            </a:pPr>
            <a:r>
              <a:rPr lang="en-US" sz="2800" b="1" dirty="0">
                <a:solidFill>
                  <a:schemeClr val="bg1"/>
                </a:solidFill>
              </a:rPr>
              <a:t>Which kind of Steam hit is most likely to still have players years later?</a:t>
            </a:r>
            <a:endParaRPr lang="en-US" sz="2800" dirty="0"/>
          </a:p>
        </p:txBody>
      </p:sp>
      <p:sp>
        <p:nvSpPr>
          <p:cNvPr id="6" name="Option A card"/>
          <p:cNvSpPr/>
          <p:nvPr/>
        </p:nvSpPr>
        <p:spPr>
          <a:xfrm>
            <a:off x="548640" y="2743200"/>
            <a:ext cx="3484778" cy="2514600"/>
          </a:xfrm>
          <a:prstGeom prst="roundRect">
            <a:avLst>
              <a:gd name="adj" fmla="val 4364"/>
            </a:avLst>
          </a:prstGeom>
          <a:solidFill>
            <a:schemeClr val="accent3"/>
          </a:solidFill>
          <a:ln/>
        </p:spPr>
      </p:sp>
      <p:sp>
        <p:nvSpPr>
          <p:cNvPr id="7" name="Option A circle"/>
          <p:cNvSpPr/>
          <p:nvPr/>
        </p:nvSpPr>
        <p:spPr>
          <a:xfrm>
            <a:off x="1856689" y="3063240"/>
            <a:ext cx="868680" cy="868680"/>
          </a:xfrm>
          <a:prstGeom prst="ellipse">
            <a:avLst/>
          </a:prstGeom>
          <a:solidFill>
            <a:schemeClr val="accent4"/>
          </a:solidFill>
          <a:ln/>
        </p:spPr>
      </p:sp>
      <p:sp>
        <p:nvSpPr>
          <p:cNvPr id="8" name="Option A letter"/>
          <p:cNvSpPr txBox="1"/>
          <p:nvPr/>
        </p:nvSpPr>
        <p:spPr>
          <a:xfrm>
            <a:off x="1856689" y="3063240"/>
            <a:ext cx="868680" cy="868680"/>
          </a:xfrm>
          <a:prstGeom prst="rect">
            <a:avLst/>
          </a:prstGeom>
          <a:noFill/>
          <a:ln/>
        </p:spPr>
        <p:txBody>
          <a:bodyPr wrap="square" lIns="0" tIns="0" rIns="0" bIns="0" rtlCol="0" anchor="ctr"/>
          <a:lstStyle/>
          <a:p>
            <a:pPr algn="ctr" indent="0" marL="0">
              <a:buNone/>
            </a:pPr>
            <a:r>
              <a:rPr lang="en-US" sz="3000" b="1" dirty="0">
                <a:solidFill>
                  <a:schemeClr val="bg1"/>
                </a:solidFill>
              </a:rPr>
              <a:t>A</a:t>
            </a:r>
            <a:endParaRPr lang="en-US" sz="3000" dirty="0"/>
          </a:p>
        </p:txBody>
      </p:sp>
      <p:sp>
        <p:nvSpPr>
          <p:cNvPr id="9" name="Option A text"/>
          <p:cNvSpPr txBox="1"/>
          <p:nvPr/>
        </p:nvSpPr>
        <p:spPr>
          <a:xfrm>
            <a:off x="777240" y="4114800"/>
            <a:ext cx="3027578" cy="868680"/>
          </a:xfrm>
          <a:prstGeom prst="rect">
            <a:avLst/>
          </a:prstGeom>
          <a:noFill/>
          <a:ln/>
        </p:spPr>
        <p:txBody>
          <a:bodyPr wrap="square" lIns="0" tIns="0" rIns="0" bIns="0" rtlCol="0" anchor="ctr"/>
          <a:lstStyle/>
          <a:p>
            <a:pPr algn="ctr" indent="0" marL="0">
              <a:buNone/>
            </a:pPr>
            <a:r>
              <a:rPr lang="en-US" sz="2400" b="1" dirty="0">
                <a:solidFill>
                  <a:schemeClr val="bg1"/>
                </a:solidFill>
              </a:rPr>
              <a:t>An action game</a:t>
            </a:r>
            <a:endParaRPr lang="en-US" sz="2400" dirty="0"/>
          </a:p>
        </p:txBody>
      </p:sp>
      <p:sp>
        <p:nvSpPr>
          <p:cNvPr id="10" name="Option B card"/>
          <p:cNvSpPr/>
          <p:nvPr/>
        </p:nvSpPr>
        <p:spPr>
          <a:xfrm>
            <a:off x="4353458" y="2743200"/>
            <a:ext cx="3484778" cy="2514600"/>
          </a:xfrm>
          <a:prstGeom prst="roundRect">
            <a:avLst>
              <a:gd name="adj" fmla="val 4364"/>
            </a:avLst>
          </a:prstGeom>
          <a:solidFill>
            <a:schemeClr val="accent3"/>
          </a:solidFill>
          <a:ln/>
        </p:spPr>
      </p:sp>
      <p:sp>
        <p:nvSpPr>
          <p:cNvPr id="11" name="Option B circle"/>
          <p:cNvSpPr/>
          <p:nvPr/>
        </p:nvSpPr>
        <p:spPr>
          <a:xfrm>
            <a:off x="5661508" y="3063240"/>
            <a:ext cx="868680" cy="868680"/>
          </a:xfrm>
          <a:prstGeom prst="ellipse">
            <a:avLst/>
          </a:prstGeom>
          <a:solidFill>
            <a:schemeClr val="accent4"/>
          </a:solidFill>
          <a:ln/>
        </p:spPr>
      </p:sp>
      <p:sp>
        <p:nvSpPr>
          <p:cNvPr id="12" name="Option B letter"/>
          <p:cNvSpPr txBox="1"/>
          <p:nvPr/>
        </p:nvSpPr>
        <p:spPr>
          <a:xfrm>
            <a:off x="5661508" y="3063240"/>
            <a:ext cx="868680" cy="868680"/>
          </a:xfrm>
          <a:prstGeom prst="rect">
            <a:avLst/>
          </a:prstGeom>
          <a:noFill/>
          <a:ln/>
        </p:spPr>
        <p:txBody>
          <a:bodyPr wrap="square" lIns="0" tIns="0" rIns="0" bIns="0" rtlCol="0" anchor="ctr"/>
          <a:lstStyle/>
          <a:p>
            <a:pPr algn="ctr" indent="0" marL="0">
              <a:buNone/>
            </a:pPr>
            <a:r>
              <a:rPr lang="en-US" sz="3000" b="1" dirty="0">
                <a:solidFill>
                  <a:schemeClr val="bg1"/>
                </a:solidFill>
              </a:rPr>
              <a:t>B</a:t>
            </a:r>
            <a:endParaRPr lang="en-US" sz="3000" dirty="0"/>
          </a:p>
        </p:txBody>
      </p:sp>
      <p:sp>
        <p:nvSpPr>
          <p:cNvPr id="13" name="Option B text"/>
          <p:cNvSpPr txBox="1"/>
          <p:nvPr/>
        </p:nvSpPr>
        <p:spPr>
          <a:xfrm>
            <a:off x="4582058" y="4114800"/>
            <a:ext cx="3027578" cy="868680"/>
          </a:xfrm>
          <a:prstGeom prst="rect">
            <a:avLst/>
          </a:prstGeom>
          <a:noFill/>
          <a:ln/>
        </p:spPr>
        <p:txBody>
          <a:bodyPr wrap="square" lIns="0" tIns="0" rIns="0" bIns="0" rtlCol="0" anchor="ctr"/>
          <a:lstStyle/>
          <a:p>
            <a:pPr algn="ctr" indent="0" marL="0">
              <a:buNone/>
            </a:pPr>
            <a:r>
              <a:rPr lang="en-US" sz="2400" b="1" dirty="0">
                <a:solidFill>
                  <a:schemeClr val="bg1"/>
                </a:solidFill>
              </a:rPr>
              <a:t>A strategy game</a:t>
            </a:r>
            <a:endParaRPr lang="en-US" sz="2400" dirty="0"/>
          </a:p>
        </p:txBody>
      </p:sp>
      <p:sp>
        <p:nvSpPr>
          <p:cNvPr id="14" name="Option C card"/>
          <p:cNvSpPr/>
          <p:nvPr/>
        </p:nvSpPr>
        <p:spPr>
          <a:xfrm>
            <a:off x="8158277" y="2743200"/>
            <a:ext cx="3484778" cy="2514600"/>
          </a:xfrm>
          <a:prstGeom prst="roundRect">
            <a:avLst>
              <a:gd name="adj" fmla="val 4364"/>
            </a:avLst>
          </a:prstGeom>
          <a:solidFill>
            <a:schemeClr val="accent3"/>
          </a:solidFill>
          <a:ln/>
        </p:spPr>
      </p:sp>
      <p:sp>
        <p:nvSpPr>
          <p:cNvPr id="15" name="Option C circle"/>
          <p:cNvSpPr/>
          <p:nvPr/>
        </p:nvSpPr>
        <p:spPr>
          <a:xfrm>
            <a:off x="9466326" y="3063240"/>
            <a:ext cx="868680" cy="868680"/>
          </a:xfrm>
          <a:prstGeom prst="ellipse">
            <a:avLst/>
          </a:prstGeom>
          <a:solidFill>
            <a:schemeClr val="accent4"/>
          </a:solidFill>
          <a:ln/>
        </p:spPr>
      </p:sp>
      <p:sp>
        <p:nvSpPr>
          <p:cNvPr id="16" name="Option C letter"/>
          <p:cNvSpPr txBox="1"/>
          <p:nvPr/>
        </p:nvSpPr>
        <p:spPr>
          <a:xfrm>
            <a:off x="9466326" y="3063240"/>
            <a:ext cx="868680" cy="868680"/>
          </a:xfrm>
          <a:prstGeom prst="rect">
            <a:avLst/>
          </a:prstGeom>
          <a:noFill/>
          <a:ln/>
        </p:spPr>
        <p:txBody>
          <a:bodyPr wrap="square" lIns="0" tIns="0" rIns="0" bIns="0" rtlCol="0" anchor="ctr"/>
          <a:lstStyle/>
          <a:p>
            <a:pPr algn="ctr" indent="0" marL="0">
              <a:buNone/>
            </a:pPr>
            <a:r>
              <a:rPr lang="en-US" sz="3000" b="1" dirty="0">
                <a:solidFill>
                  <a:schemeClr val="bg1"/>
                </a:solidFill>
              </a:rPr>
              <a:t>C</a:t>
            </a:r>
            <a:endParaRPr lang="en-US" sz="3000" dirty="0"/>
          </a:p>
        </p:txBody>
      </p:sp>
      <p:sp>
        <p:nvSpPr>
          <p:cNvPr id="17" name="Option C text"/>
          <p:cNvSpPr txBox="1"/>
          <p:nvPr/>
        </p:nvSpPr>
        <p:spPr>
          <a:xfrm>
            <a:off x="8386877" y="4114800"/>
            <a:ext cx="3027578" cy="868680"/>
          </a:xfrm>
          <a:prstGeom prst="rect">
            <a:avLst/>
          </a:prstGeom>
          <a:noFill/>
          <a:ln/>
        </p:spPr>
        <p:txBody>
          <a:bodyPr wrap="square" lIns="0" tIns="0" rIns="0" bIns="0" rtlCol="0" anchor="ctr"/>
          <a:lstStyle/>
          <a:p>
            <a:pPr algn="ctr" indent="0" marL="0">
              <a:buNone/>
            </a:pPr>
            <a:r>
              <a:rPr lang="en-US" sz="2400" b="1" dirty="0">
                <a:solidFill>
                  <a:schemeClr val="bg1"/>
                </a:solidFill>
              </a:rPr>
              <a:t>An adventure game</a:t>
            </a:r>
            <a:endParaRPr lang="en-US" sz="2400" dirty="0"/>
          </a:p>
        </p:txBody>
      </p:sp>
      <p:sp>
        <p:nvSpPr>
          <p:cNvPr id="18" name="Poll instruction"/>
          <p:cNvSpPr txBox="1"/>
          <p:nvPr/>
        </p:nvSpPr>
        <p:spPr>
          <a:xfrm>
            <a:off x="548640" y="5577840"/>
            <a:ext cx="7315200" cy="365760"/>
          </a:xfrm>
          <a:prstGeom prst="rect">
            <a:avLst/>
          </a:prstGeom>
          <a:noFill/>
          <a:ln/>
        </p:spPr>
        <p:txBody>
          <a:bodyPr wrap="square" lIns="0" tIns="0" rIns="0" bIns="0" rtlCol="0" anchor="t"/>
          <a:lstStyle/>
          <a:p>
            <a:pPr indent="0" marL="0">
              <a:buNone/>
            </a:pPr>
            <a:r>
              <a:rPr lang="en-US" sz="1400" dirty="0">
                <a:solidFill>
                  <a:schemeClr val="accent6"/>
                </a:solidFill>
              </a:rPr>
              <a:t>Hands up for A, B or C. The answer is on the next slide.</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Replayable, social games keep their players</a:t>
            </a:r>
            <a:endParaRPr lang="en-US" sz="3400" dirty="0"/>
          </a:p>
        </p:txBody>
      </p:sp>
      <p:sp>
        <p:nvSpPr>
          <p:cNvPr id="3" name="Poll 2 answer chip"/>
          <p:cNvSpPr/>
          <p:nvPr/>
        </p:nvSpPr>
        <p:spPr>
          <a:xfrm>
            <a:off x="548640" y="1234440"/>
            <a:ext cx="8412480" cy="384048"/>
          </a:xfrm>
          <a:prstGeom prst="roundRect">
            <a:avLst>
              <a:gd name="adj" fmla="val 50000"/>
            </a:avLst>
          </a:prstGeom>
          <a:solidFill>
            <a:schemeClr val="accent2"/>
          </a:solidFill>
          <a:ln/>
        </p:spPr>
      </p:sp>
      <p:sp>
        <p:nvSpPr>
          <p:cNvPr id="4" name="Poll 2 answer text"/>
          <p:cNvSpPr txBox="1"/>
          <p:nvPr/>
        </p:nvSpPr>
        <p:spPr>
          <a:xfrm>
            <a:off x="731520" y="1234440"/>
            <a:ext cx="8046720" cy="384048"/>
          </a:xfrm>
          <a:prstGeom prst="rect">
            <a:avLst/>
          </a:prstGeom>
          <a:noFill/>
          <a:ln/>
        </p:spPr>
        <p:txBody>
          <a:bodyPr wrap="square" lIns="0" tIns="0" rIns="0" bIns="0" rtlCol="0" anchor="ctr"/>
          <a:lstStyle/>
          <a:p>
            <a:pPr indent="0" marL="0">
              <a:buNone/>
            </a:pPr>
            <a:r>
              <a:rPr lang="en-US" sz="1400" b="1" dirty="0">
                <a:solidFill>
                  <a:schemeClr val="tx1"/>
                </a:solidFill>
              </a:rPr>
              <a:t>Poll answer: B. Strategy hits last 43% of the time, action and adventure only 18%</a:t>
            </a:r>
            <a:endParaRPr lang="en-US" sz="1400" dirty="0"/>
          </a:p>
        </p:txBody>
      </p:sp>
      <p:graphicFrame>
        <p:nvGraphicFramePr>
          <p:cNvPr id="5" name="Genre chart" descr=""/>
          <p:cNvGraphicFramePr/>
          <p:nvPr/>
        </p:nvGraphicFramePr>
        <p:xfrm>
          <a:off x="548640" y="1783080"/>
          <a:ext cx="5394960" cy="42976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Feature chart" descr=""/>
          <p:cNvGraphicFramePr/>
          <p:nvPr/>
        </p:nvGraphicFramePr>
        <p:xfrm>
          <a:off x="6263640" y="1783080"/>
          <a:ext cx="5394960" cy="429768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Two traps we caught in the data</a:t>
            </a:r>
            <a:endParaRPr lang="en-US" sz="3400" dirty="0"/>
          </a:p>
        </p:txBody>
      </p:sp>
      <p:sp>
        <p:nvSpPr>
          <p:cNvPr id="3" name="Prices were on sale card"/>
          <p:cNvSpPr/>
          <p:nvPr/>
        </p:nvSpPr>
        <p:spPr>
          <a:xfrm>
            <a:off x="548640" y="1325880"/>
            <a:ext cx="5422392" cy="4526280"/>
          </a:xfrm>
          <a:prstGeom prst="roundRect">
            <a:avLst>
              <a:gd name="adj" fmla="val 2424"/>
            </a:avLst>
          </a:prstGeom>
          <a:solidFill>
            <a:schemeClr val="accent3"/>
          </a:solidFill>
          <a:ln/>
        </p:spPr>
      </p:sp>
      <p:sp>
        <p:nvSpPr>
          <p:cNvPr id="4" name="Prices were on sale circle"/>
          <p:cNvSpPr/>
          <p:nvPr/>
        </p:nvSpPr>
        <p:spPr>
          <a:xfrm>
            <a:off x="868680" y="1600200"/>
            <a:ext cx="731520" cy="731520"/>
          </a:xfrm>
          <a:prstGeom prst="ellipse">
            <a:avLst/>
          </a:prstGeom>
          <a:solidFill>
            <a:schemeClr val="tx2"/>
          </a:solidFill>
          <a:ln w="19050">
            <a:solidFill>
              <a:schemeClr val="accent1"/>
            </a:solidFill>
            <a:prstDash val="solid"/>
          </a:ln>
        </p:spPr>
      </p:sp>
      <p:pic>
        <p:nvPicPr>
          <p:cNvPr id="5" name="Prices were on sale icon" descr="Prices were on sale">    </p:cNvPr>
          <p:cNvPicPr>
            <a:picLocks noChangeAspect="1"/>
          </p:cNvPicPr>
          <p:nvPr/>
        </p:nvPicPr>
        <p:blipFill>
          <a:blip r:embed="rId1"/>
          <a:stretch>
            <a:fillRect/>
          </a:stretch>
        </p:blipFill>
        <p:spPr>
          <a:xfrm>
            <a:off x="1044245" y="1775765"/>
            <a:ext cx="380390" cy="380390"/>
          </a:xfrm>
          <a:prstGeom prst="rect">
            <a:avLst/>
          </a:prstGeom>
        </p:spPr>
      </p:pic>
      <p:sp>
        <p:nvSpPr>
          <p:cNvPr id="6" name="Prices were on sale header"/>
          <p:cNvSpPr txBox="1"/>
          <p:nvPr/>
        </p:nvSpPr>
        <p:spPr>
          <a:xfrm>
            <a:off x="1783080" y="1737360"/>
            <a:ext cx="3931920" cy="457200"/>
          </a:xfrm>
          <a:prstGeom prst="rect">
            <a:avLst/>
          </a:prstGeom>
          <a:noFill/>
          <a:ln/>
        </p:spPr>
        <p:txBody>
          <a:bodyPr wrap="square" lIns="0" tIns="0" rIns="0" bIns="0" rtlCol="0" anchor="t"/>
          <a:lstStyle/>
          <a:p>
            <a:pPr indent="0" marL="0">
              <a:buNone/>
            </a:pPr>
            <a:r>
              <a:rPr lang="en-US" sz="2000" b="1" dirty="0">
                <a:solidFill>
                  <a:schemeClr val="accent1"/>
                </a:solidFill>
              </a:rPr>
              <a:t>Prices were on sale</a:t>
            </a:r>
            <a:endParaRPr lang="en-US" sz="2000" dirty="0"/>
          </a:p>
        </p:txBody>
      </p:sp>
      <p:sp>
        <p:nvSpPr>
          <p:cNvPr id="7" name="Prices were on sale number"/>
          <p:cNvSpPr txBox="1"/>
          <p:nvPr/>
        </p:nvSpPr>
        <p:spPr>
          <a:xfrm>
            <a:off x="868680" y="2560320"/>
            <a:ext cx="4754880" cy="100584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67%</a:t>
            </a:r>
            <a:endParaRPr lang="en-US" sz="6000" dirty="0"/>
          </a:p>
        </p:txBody>
      </p:sp>
      <p:sp>
        <p:nvSpPr>
          <p:cNvPr id="8" name="Prices were on sale body"/>
          <p:cNvSpPr txBox="1"/>
          <p:nvPr/>
        </p:nvSpPr>
        <p:spPr>
          <a:xfrm>
            <a:off x="868680" y="3611880"/>
            <a:ext cx="4800600" cy="1188720"/>
          </a:xfrm>
          <a:prstGeom prst="rect">
            <a:avLst/>
          </a:prstGeom>
          <a:noFill/>
          <a:ln/>
        </p:spPr>
        <p:txBody>
          <a:bodyPr wrap="square" lIns="0" tIns="0" rIns="0" bIns="0" rtlCol="0" anchor="t"/>
          <a:lstStyle/>
          <a:p>
            <a:pPr indent="0" marL="0">
              <a:buNone/>
            </a:pPr>
            <a:r>
              <a:rPr lang="en-US" sz="1500" dirty="0">
                <a:solidFill>
                  <a:schemeClr val="bg1"/>
                </a:solidFill>
              </a:rPr>
              <a:t>of these games were discounted on the snapshot day: median listed price $5.19 vs. a regular price of $14.97.</a:t>
            </a:r>
            <a:endParaRPr lang="en-US" sz="1500" dirty="0"/>
          </a:p>
        </p:txBody>
      </p:sp>
      <p:sp>
        <p:nvSpPr>
          <p:cNvPr id="9" name="Prices were on sale fix"/>
          <p:cNvSpPr txBox="1"/>
          <p:nvPr/>
        </p:nvSpPr>
        <p:spPr>
          <a:xfrm>
            <a:off x="868680" y="4937760"/>
            <a:ext cx="4800600" cy="731520"/>
          </a:xfrm>
          <a:prstGeom prst="rect">
            <a:avLst/>
          </a:prstGeom>
          <a:noFill/>
          <a:ln/>
        </p:spPr>
        <p:txBody>
          <a:bodyPr wrap="square" lIns="0" tIns="0" rIns="0" bIns="0" rtlCol="0" anchor="t"/>
          <a:lstStyle/>
          <a:p>
            <a:pPr indent="0" marL="0">
              <a:buNone/>
            </a:pPr>
            <a:r>
              <a:rPr lang="en-US" sz="1400" b="1" dirty="0">
                <a:solidFill>
                  <a:schemeClr val="bg2"/>
                </a:solidFill>
              </a:rPr>
              <a:t>Fix: recovered the regular price from the CSV's discount column.</a:t>
            </a:r>
            <a:endParaRPr lang="en-US" sz="1400" dirty="0"/>
          </a:p>
        </p:txBody>
      </p:sp>
      <p:sp>
        <p:nvSpPr>
          <p:cNvPr id="10" name="Store labels that leak the answer card"/>
          <p:cNvSpPr/>
          <p:nvPr/>
        </p:nvSpPr>
        <p:spPr>
          <a:xfrm>
            <a:off x="6217920" y="1325880"/>
            <a:ext cx="5422392" cy="4526280"/>
          </a:xfrm>
          <a:prstGeom prst="roundRect">
            <a:avLst>
              <a:gd name="adj" fmla="val 2424"/>
            </a:avLst>
          </a:prstGeom>
          <a:solidFill>
            <a:schemeClr val="accent3"/>
          </a:solidFill>
          <a:ln/>
        </p:spPr>
      </p:sp>
      <p:sp>
        <p:nvSpPr>
          <p:cNvPr id="11" name="Store labels that leak the answer circle"/>
          <p:cNvSpPr/>
          <p:nvPr/>
        </p:nvSpPr>
        <p:spPr>
          <a:xfrm>
            <a:off x="6537960" y="1600200"/>
            <a:ext cx="731520" cy="731520"/>
          </a:xfrm>
          <a:prstGeom prst="ellipse">
            <a:avLst/>
          </a:prstGeom>
          <a:solidFill>
            <a:schemeClr val="tx2"/>
          </a:solidFill>
          <a:ln w="19050">
            <a:solidFill>
              <a:schemeClr val="accent1"/>
            </a:solidFill>
            <a:prstDash val="solid"/>
          </a:ln>
        </p:spPr>
      </p:sp>
      <p:pic>
        <p:nvPicPr>
          <p:cNvPr id="12" name="Store labels that leak the answer icon" descr="Store labels that leak the answer">    </p:cNvPr>
          <p:cNvPicPr>
            <a:picLocks noChangeAspect="1"/>
          </p:cNvPicPr>
          <p:nvPr/>
        </p:nvPicPr>
        <p:blipFill>
          <a:blip r:embed="rId2"/>
          <a:stretch>
            <a:fillRect/>
          </a:stretch>
        </p:blipFill>
        <p:spPr>
          <a:xfrm>
            <a:off x="6713525" y="1775765"/>
            <a:ext cx="380390" cy="380390"/>
          </a:xfrm>
          <a:prstGeom prst="rect">
            <a:avLst/>
          </a:prstGeom>
        </p:spPr>
      </p:pic>
      <p:sp>
        <p:nvSpPr>
          <p:cNvPr id="13" name="Store labels that leak the answer header"/>
          <p:cNvSpPr txBox="1"/>
          <p:nvPr/>
        </p:nvSpPr>
        <p:spPr>
          <a:xfrm>
            <a:off x="7452360" y="1737360"/>
            <a:ext cx="3931920" cy="457200"/>
          </a:xfrm>
          <a:prstGeom prst="rect">
            <a:avLst/>
          </a:prstGeom>
          <a:noFill/>
          <a:ln/>
        </p:spPr>
        <p:txBody>
          <a:bodyPr wrap="square" lIns="0" tIns="0" rIns="0" bIns="0" rtlCol="0" anchor="t"/>
          <a:lstStyle/>
          <a:p>
            <a:pPr indent="0" marL="0">
              <a:buNone/>
            </a:pPr>
            <a:r>
              <a:rPr lang="en-US" sz="2000" b="1" dirty="0">
                <a:solidFill>
                  <a:schemeClr val="accent1"/>
                </a:solidFill>
              </a:rPr>
              <a:t>Store labels that leak the answer</a:t>
            </a:r>
            <a:endParaRPr lang="en-US" sz="2000" dirty="0"/>
          </a:p>
        </p:txBody>
      </p:sp>
      <p:sp>
        <p:nvSpPr>
          <p:cNvPr id="14" name="Store labels that leak the answer number"/>
          <p:cNvSpPr txBox="1"/>
          <p:nvPr/>
        </p:nvSpPr>
        <p:spPr>
          <a:xfrm>
            <a:off x="6537960" y="2560320"/>
            <a:ext cx="4754880" cy="1005840"/>
          </a:xfrm>
          <a:prstGeom prst="rect">
            <a:avLst/>
          </a:prstGeom>
          <a:noFill/>
          <a:ln/>
        </p:spPr>
        <p:txBody>
          <a:bodyPr wrap="square" lIns="0" tIns="0" rIns="0" bIns="0" rtlCol="0" anchor="t"/>
          <a:lstStyle/>
          <a:p>
            <a:pPr indent="0" marL="0">
              <a:buNone/>
            </a:pPr>
            <a:r>
              <a:rPr lang="en-US" sz="6000" b="1" dirty="0">
                <a:solidFill>
                  <a:schemeClr val="accent2"/>
                </a:solidFill>
                <a:latin typeface="Arial" pitchFamily="34" charset="0"/>
                <a:ea typeface="Arial" pitchFamily="34" charset="-122"/>
                <a:cs typeface="Arial" pitchFamily="34" charset="-120"/>
              </a:rPr>
              <a:t>46–48%</a:t>
            </a:r>
            <a:endParaRPr lang="en-US" sz="6000" dirty="0"/>
          </a:p>
        </p:txBody>
      </p:sp>
      <p:sp>
        <p:nvSpPr>
          <p:cNvPr id="15" name="Store labels that leak the answer body"/>
          <p:cNvSpPr txBox="1"/>
          <p:nvPr/>
        </p:nvSpPr>
        <p:spPr>
          <a:xfrm>
            <a:off x="6537960" y="3611880"/>
            <a:ext cx="4800600" cy="1188720"/>
          </a:xfrm>
          <a:prstGeom prst="rect">
            <a:avLst/>
          </a:prstGeom>
          <a:noFill/>
          <a:ln/>
        </p:spPr>
        <p:txBody>
          <a:bodyPr wrap="square" lIns="0" tIns="0" rIns="0" bIns="0" rtlCol="0" anchor="t"/>
          <a:lstStyle/>
          <a:p>
            <a:pPr indent="0" marL="0">
              <a:buNone/>
            </a:pPr>
            <a:r>
              <a:rPr lang="en-US" sz="1500" dirty="0">
                <a:solidFill>
                  <a:schemeClr val="bg1"/>
                </a:solidFill>
              </a:rPr>
              <a:t>of games with accessibility labels (adjustable difficulty, save anytime…) are lasting, vs. 25% overall. Steam added these labels years after launch, mostly to games still being updated.</a:t>
            </a:r>
            <a:endParaRPr lang="en-US" sz="1500" dirty="0"/>
          </a:p>
        </p:txBody>
      </p:sp>
      <p:sp>
        <p:nvSpPr>
          <p:cNvPr id="16" name="Store labels that leak the answer fix"/>
          <p:cNvSpPr txBox="1"/>
          <p:nvPr/>
        </p:nvSpPr>
        <p:spPr>
          <a:xfrm>
            <a:off x="6537960" y="4937760"/>
            <a:ext cx="4800600" cy="731520"/>
          </a:xfrm>
          <a:prstGeom prst="rect">
            <a:avLst/>
          </a:prstGeom>
          <a:noFill/>
          <a:ln/>
        </p:spPr>
        <p:txBody>
          <a:bodyPr wrap="square" lIns="0" tIns="0" rIns="0" bIns="0" rtlCol="0" anchor="t"/>
          <a:lstStyle/>
          <a:p>
            <a:pPr indent="0" marL="0">
              <a:buNone/>
            </a:pPr>
            <a:r>
              <a:rPr lang="en-US" sz="1400" b="1" dirty="0">
                <a:solidFill>
                  <a:schemeClr val="bg2"/>
                </a:solidFill>
              </a:rPr>
              <a:t>Fix: removed them, plus every post-launch column (reviews, playtime, DLC, tags, scores).</a:t>
            </a:r>
            <a:endParaRPr lang="en-US" sz="14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Nine model families, three finalists, one ensemble</a:t>
            </a:r>
            <a:endParaRPr lang="en-US" sz="3400" dirty="0"/>
          </a:p>
        </p:txBody>
      </p:sp>
      <p:sp>
        <p:nvSpPr>
          <p:cNvPr id="3" name="Step 1 circle"/>
          <p:cNvSpPr/>
          <p:nvPr/>
        </p:nvSpPr>
        <p:spPr>
          <a:xfrm>
            <a:off x="548640" y="1371600"/>
            <a:ext cx="685800" cy="685800"/>
          </a:xfrm>
          <a:prstGeom prst="ellipse">
            <a:avLst/>
          </a:prstGeom>
          <a:solidFill>
            <a:schemeClr val="accent4"/>
          </a:solidFill>
          <a:ln/>
        </p:spPr>
      </p:sp>
      <p:sp>
        <p:nvSpPr>
          <p:cNvPr id="4" name="Step 1 number"/>
          <p:cNvSpPr txBox="1"/>
          <p:nvPr/>
        </p:nvSpPr>
        <p:spPr>
          <a:xfrm>
            <a:off x="548640" y="1371600"/>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Step 1 header"/>
          <p:cNvSpPr txBox="1"/>
          <p:nvPr/>
        </p:nvSpPr>
        <p:spPr>
          <a:xfrm>
            <a:off x="1463040" y="1353312"/>
            <a:ext cx="3383280" cy="365760"/>
          </a:xfrm>
          <a:prstGeom prst="rect">
            <a:avLst/>
          </a:prstGeom>
          <a:noFill/>
          <a:ln/>
        </p:spPr>
        <p:txBody>
          <a:bodyPr wrap="square" lIns="0" tIns="0" rIns="0" bIns="0" rtlCol="0" anchor="t"/>
          <a:lstStyle/>
          <a:p>
            <a:pPr indent="0" marL="0">
              <a:buNone/>
            </a:pPr>
            <a:r>
              <a:rPr lang="en-US" sz="1800" b="1" dirty="0">
                <a:solidFill>
                  <a:schemeClr val="accent1"/>
                </a:solidFill>
              </a:rPr>
              <a:t>Compare 9 families</a:t>
            </a:r>
            <a:endParaRPr lang="en-US" sz="1800" dirty="0"/>
          </a:p>
        </p:txBody>
      </p:sp>
      <p:sp>
        <p:nvSpPr>
          <p:cNvPr id="6" name="Step 1 text"/>
          <p:cNvSpPr txBox="1"/>
          <p:nvPr/>
        </p:nvSpPr>
        <p:spPr>
          <a:xfrm>
            <a:off x="1463040" y="1719072"/>
            <a:ext cx="3383280" cy="548640"/>
          </a:xfrm>
          <a:prstGeom prst="rect">
            <a:avLst/>
          </a:prstGeom>
          <a:noFill/>
          <a:ln/>
        </p:spPr>
        <p:txBody>
          <a:bodyPr wrap="square" lIns="0" tIns="0" rIns="0" bIns="0" rtlCol="0" anchor="t"/>
          <a:lstStyle/>
          <a:p>
            <a:pPr indent="0" marL="0">
              <a:buNone/>
            </a:pPr>
            <a:r>
              <a:rPr lang="en-US" sz="1400" dirty="0">
                <a:solidFill>
                  <a:schemeClr val="bg1"/>
                </a:solidFill>
              </a:rPr>
              <a:t>Default settings, 5-fold CV, mean ± std</a:t>
            </a:r>
            <a:endParaRPr lang="en-US" sz="1400" dirty="0"/>
          </a:p>
        </p:txBody>
      </p:sp>
      <p:sp>
        <p:nvSpPr>
          <p:cNvPr id="7" name="Step 2 circle"/>
          <p:cNvSpPr/>
          <p:nvPr/>
        </p:nvSpPr>
        <p:spPr>
          <a:xfrm>
            <a:off x="548640" y="2487168"/>
            <a:ext cx="685800" cy="685800"/>
          </a:xfrm>
          <a:prstGeom prst="ellipse">
            <a:avLst/>
          </a:prstGeom>
          <a:solidFill>
            <a:schemeClr val="accent4"/>
          </a:solidFill>
          <a:ln/>
        </p:spPr>
      </p:sp>
      <p:sp>
        <p:nvSpPr>
          <p:cNvPr id="8" name="Step 2 number"/>
          <p:cNvSpPr txBox="1"/>
          <p:nvPr/>
        </p:nvSpPr>
        <p:spPr>
          <a:xfrm>
            <a:off x="548640" y="2487168"/>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9" name="Step 2 header"/>
          <p:cNvSpPr txBox="1"/>
          <p:nvPr/>
        </p:nvSpPr>
        <p:spPr>
          <a:xfrm>
            <a:off x="1463040" y="2468880"/>
            <a:ext cx="3383280" cy="365760"/>
          </a:xfrm>
          <a:prstGeom prst="rect">
            <a:avLst/>
          </a:prstGeom>
          <a:noFill/>
          <a:ln/>
        </p:spPr>
        <p:txBody>
          <a:bodyPr wrap="square" lIns="0" tIns="0" rIns="0" bIns="0" rtlCol="0" anchor="t"/>
          <a:lstStyle/>
          <a:p>
            <a:pPr indent="0" marL="0">
              <a:buNone/>
            </a:pPr>
            <a:r>
              <a:rPr lang="en-US" sz="1800" b="1" dirty="0">
                <a:solidFill>
                  <a:schemeClr val="accent1"/>
                </a:solidFill>
              </a:rPr>
              <a:t>Select features</a:t>
            </a:r>
            <a:endParaRPr lang="en-US" sz="1800" dirty="0"/>
          </a:p>
        </p:txBody>
      </p:sp>
      <p:sp>
        <p:nvSpPr>
          <p:cNvPr id="10" name="Step 2 text"/>
          <p:cNvSpPr txBox="1"/>
          <p:nvPr/>
        </p:nvSpPr>
        <p:spPr>
          <a:xfrm>
            <a:off x="1463040" y="2834640"/>
            <a:ext cx="3383280" cy="548640"/>
          </a:xfrm>
          <a:prstGeom prst="rect">
            <a:avLst/>
          </a:prstGeom>
          <a:noFill/>
          <a:ln/>
        </p:spPr>
        <p:txBody>
          <a:bodyPr wrap="square" lIns="0" tIns="0" rIns="0" bIns="0" rtlCol="0" anchor="t"/>
          <a:lstStyle/>
          <a:p>
            <a:pPr indent="0" marL="0">
              <a:buNone/>
            </a:pPr>
            <a:r>
              <a:rPr lang="en-US" sz="1400" dirty="0">
                <a:solidFill>
                  <a:schemeClr val="bg1"/>
                </a:solidFill>
              </a:rPr>
              <a:t>Dropped 7 with no importance (incl. release year)</a:t>
            </a:r>
            <a:endParaRPr lang="en-US" sz="1400" dirty="0"/>
          </a:p>
        </p:txBody>
      </p:sp>
      <p:sp>
        <p:nvSpPr>
          <p:cNvPr id="11" name="Step 3 circle"/>
          <p:cNvSpPr/>
          <p:nvPr/>
        </p:nvSpPr>
        <p:spPr>
          <a:xfrm>
            <a:off x="548640" y="3602736"/>
            <a:ext cx="685800" cy="685800"/>
          </a:xfrm>
          <a:prstGeom prst="ellipse">
            <a:avLst/>
          </a:prstGeom>
          <a:solidFill>
            <a:schemeClr val="accent4"/>
          </a:solidFill>
          <a:ln/>
        </p:spPr>
      </p:sp>
      <p:sp>
        <p:nvSpPr>
          <p:cNvPr id="12" name="Step 3 number"/>
          <p:cNvSpPr txBox="1"/>
          <p:nvPr/>
        </p:nvSpPr>
        <p:spPr>
          <a:xfrm>
            <a:off x="548640" y="3602736"/>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3" name="Step 3 header"/>
          <p:cNvSpPr txBox="1"/>
          <p:nvPr/>
        </p:nvSpPr>
        <p:spPr>
          <a:xfrm>
            <a:off x="1463040" y="3584448"/>
            <a:ext cx="3383280" cy="365760"/>
          </a:xfrm>
          <a:prstGeom prst="rect">
            <a:avLst/>
          </a:prstGeom>
          <a:noFill/>
          <a:ln/>
        </p:spPr>
        <p:txBody>
          <a:bodyPr wrap="square" lIns="0" tIns="0" rIns="0" bIns="0" rtlCol="0" anchor="t"/>
          <a:lstStyle/>
          <a:p>
            <a:pPr indent="0" marL="0">
              <a:buNone/>
            </a:pPr>
            <a:r>
              <a:rPr lang="en-US" sz="1800" b="1" dirty="0">
                <a:solidFill>
                  <a:schemeClr val="accent1"/>
                </a:solidFill>
              </a:rPr>
              <a:t>Tune the top 3</a:t>
            </a:r>
            <a:endParaRPr lang="en-US" sz="1800" dirty="0"/>
          </a:p>
        </p:txBody>
      </p:sp>
      <p:sp>
        <p:nvSpPr>
          <p:cNvPr id="14" name="Step 3 text"/>
          <p:cNvSpPr txBox="1"/>
          <p:nvPr/>
        </p:nvSpPr>
        <p:spPr>
          <a:xfrm>
            <a:off x="1463040" y="3950208"/>
            <a:ext cx="3383280" cy="548640"/>
          </a:xfrm>
          <a:prstGeom prst="rect">
            <a:avLst/>
          </a:prstGeom>
          <a:noFill/>
          <a:ln/>
        </p:spPr>
        <p:txBody>
          <a:bodyPr wrap="square" lIns="0" tIns="0" rIns="0" bIns="0" rtlCol="0" anchor="t"/>
          <a:lstStyle/>
          <a:p>
            <a:pPr indent="0" marL="0">
              <a:buNone/>
            </a:pPr>
            <a:r>
              <a:rPr lang="en-US" sz="1400" dirty="0">
                <a:solidFill>
                  <a:schemeClr val="bg1"/>
                </a:solidFill>
              </a:rPr>
              <a:t>Random search, 25 tries each; prep choices tuned too</a:t>
            </a:r>
            <a:endParaRPr lang="en-US" sz="1400" dirty="0"/>
          </a:p>
        </p:txBody>
      </p:sp>
      <p:sp>
        <p:nvSpPr>
          <p:cNvPr id="15" name="Step 4 circle"/>
          <p:cNvSpPr/>
          <p:nvPr/>
        </p:nvSpPr>
        <p:spPr>
          <a:xfrm>
            <a:off x="548640" y="4718304"/>
            <a:ext cx="685800" cy="685800"/>
          </a:xfrm>
          <a:prstGeom prst="ellipse">
            <a:avLst/>
          </a:prstGeom>
          <a:solidFill>
            <a:schemeClr val="accent4"/>
          </a:solidFill>
          <a:ln/>
        </p:spPr>
      </p:sp>
      <p:sp>
        <p:nvSpPr>
          <p:cNvPr id="16" name="Step 4 number"/>
          <p:cNvSpPr txBox="1"/>
          <p:nvPr/>
        </p:nvSpPr>
        <p:spPr>
          <a:xfrm>
            <a:off x="548640" y="4718304"/>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7" name="Step 4 header"/>
          <p:cNvSpPr txBox="1"/>
          <p:nvPr/>
        </p:nvSpPr>
        <p:spPr>
          <a:xfrm>
            <a:off x="1463040" y="4700016"/>
            <a:ext cx="3383280" cy="365760"/>
          </a:xfrm>
          <a:prstGeom prst="rect">
            <a:avLst/>
          </a:prstGeom>
          <a:noFill/>
          <a:ln/>
        </p:spPr>
        <p:txBody>
          <a:bodyPr wrap="square" lIns="0" tIns="0" rIns="0" bIns="0" rtlCol="0" anchor="t"/>
          <a:lstStyle/>
          <a:p>
            <a:pPr indent="0" marL="0">
              <a:buNone/>
            </a:pPr>
            <a:r>
              <a:rPr lang="en-US" sz="1800" b="1" dirty="0">
                <a:solidFill>
                  <a:schemeClr val="accent1"/>
                </a:solidFill>
              </a:rPr>
              <a:t>Ensemble</a:t>
            </a:r>
            <a:endParaRPr lang="en-US" sz="1800" dirty="0"/>
          </a:p>
        </p:txBody>
      </p:sp>
      <p:sp>
        <p:nvSpPr>
          <p:cNvPr id="18" name="Step 4 text"/>
          <p:cNvSpPr txBox="1"/>
          <p:nvPr/>
        </p:nvSpPr>
        <p:spPr>
          <a:xfrm>
            <a:off x="1463040" y="5065776"/>
            <a:ext cx="3383280" cy="548640"/>
          </a:xfrm>
          <a:prstGeom prst="rect">
            <a:avLst/>
          </a:prstGeom>
          <a:noFill/>
          <a:ln/>
        </p:spPr>
        <p:txBody>
          <a:bodyPr wrap="square" lIns="0" tIns="0" rIns="0" bIns="0" rtlCol="0" anchor="t"/>
          <a:lstStyle/>
          <a:p>
            <a:pPr indent="0" marL="0">
              <a:buNone/>
            </a:pPr>
            <a:r>
              <a:rPr lang="en-US" sz="1400" dirty="0">
                <a:solidFill>
                  <a:schemeClr val="bg1"/>
                </a:solidFill>
              </a:rPr>
              <a:t>Soft voting of the 3 tuned models</a:t>
            </a:r>
            <a:endParaRPr lang="en-US" sz="1400" dirty="0"/>
          </a:p>
        </p:txBody>
      </p:sp>
      <p:graphicFrame>
        <p:nvGraphicFramePr>
          <p:cNvPr id="19" name="Model comparison chart" descr=""/>
          <p:cNvGraphicFramePr/>
          <p:nvPr/>
        </p:nvGraphicFramePr>
        <p:xfrm>
          <a:off x="5120640" y="1234440"/>
          <a:ext cx="6519672" cy="4297680"/>
        </p:xfrm>
        <a:graphic xmlns:a="http://schemas.openxmlformats.org/drawingml/2006/main">
          <a:graphicData uri="http://schemas.openxmlformats.org/drawingml/2006/chart">
            <c:chart xmlns:c="http://schemas.openxmlformats.org/drawingml/2006/chart" r:id="rId1"/>
          </a:graphicData>
        </a:graphic>
      </p:graphicFrame>
      <p:sp>
        <p:nvSpPr>
          <p:cNvPr id="20" name="Did not work"/>
          <p:cNvSpPr txBox="1"/>
          <p:nvPr/>
        </p:nvSpPr>
        <p:spPr>
          <a:xfrm>
            <a:off x="5120640" y="5623560"/>
            <a:ext cx="6519672" cy="548640"/>
          </a:xfrm>
          <a:prstGeom prst="rect">
            <a:avLst/>
          </a:prstGeom>
          <a:noFill/>
          <a:ln/>
        </p:spPr>
        <p:txBody>
          <a:bodyPr wrap="square" lIns="0" tIns="0" rIns="0" bIns="0" rtlCol="0" anchor="t"/>
          <a:lstStyle/>
          <a:p>
            <a:pPr indent="0" marL="0">
              <a:buNone/>
            </a:pPr>
            <a:r>
              <a:rPr lang="en-US" sz="1300" b="1" dirty="0">
                <a:solidFill>
                  <a:schemeClr val="accent1"/>
                </a:solidFill>
              </a:rPr>
              <a:t>Didn't work: </a:t>
            </a:r>
            <a:pPr indent="0" marL="0">
              <a:buNone/>
            </a:pPr>
            <a:r>
              <a:rPr lang="en-US" sz="1300" dirty="0">
                <a:solidFill>
                  <a:schemeClr val="bg2"/>
                </a:solidFill>
              </a:rPr>
              <a:t>Naive Bayes, k-NN and a single tree. Tuning and the ensemble added only small gains (best CV PR-AUC 0.60).</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About twice as good as a random pick</a:t>
            </a:r>
            <a:endParaRPr lang="en-US" sz="3400" dirty="0"/>
          </a:p>
        </p:txBody>
      </p:sp>
      <p:sp>
        <p:nvSpPr>
          <p:cNvPr id="3" name="Test PR-AUC card"/>
          <p:cNvSpPr/>
          <p:nvPr/>
        </p:nvSpPr>
        <p:spPr>
          <a:xfrm>
            <a:off x="548640" y="1325880"/>
            <a:ext cx="2212848" cy="2743200"/>
          </a:xfrm>
          <a:prstGeom prst="roundRect">
            <a:avLst>
              <a:gd name="adj" fmla="val 4959"/>
            </a:avLst>
          </a:prstGeom>
          <a:solidFill>
            <a:schemeClr val="accent3"/>
          </a:solidFill>
          <a:ln/>
        </p:spPr>
      </p:sp>
      <p:sp>
        <p:nvSpPr>
          <p:cNvPr id="4" name="Test PR-AUC number"/>
          <p:cNvSpPr txBox="1"/>
          <p:nvPr/>
        </p:nvSpPr>
        <p:spPr>
          <a:xfrm>
            <a:off x="777240" y="1508760"/>
            <a:ext cx="1828800" cy="868680"/>
          </a:xfrm>
          <a:prstGeom prst="rect">
            <a:avLst/>
          </a:prstGeom>
          <a:noFill/>
          <a:ln/>
        </p:spPr>
        <p:txBody>
          <a:bodyPr wrap="square" lIns="0" tIns="0" rIns="0" bIns="0" rtlCol="0" anchor="t"/>
          <a:lstStyle/>
          <a:p>
            <a:pPr indent="0" marL="0">
              <a:buNone/>
            </a:pPr>
            <a:r>
              <a:rPr lang="en-US" sz="4400" b="1" dirty="0">
                <a:solidFill>
                  <a:schemeClr val="accent2"/>
                </a:solidFill>
                <a:latin typeface="Arial" pitchFamily="34" charset="0"/>
                <a:ea typeface="Arial" pitchFamily="34" charset="-122"/>
                <a:cs typeface="Arial" pitchFamily="34" charset="-120"/>
              </a:rPr>
              <a:t>0.58</a:t>
            </a:r>
            <a:endParaRPr lang="en-US" sz="4400" dirty="0"/>
          </a:p>
        </p:txBody>
      </p:sp>
      <p:sp>
        <p:nvSpPr>
          <p:cNvPr id="5" name="Test PR-AUC label"/>
          <p:cNvSpPr txBox="1"/>
          <p:nvPr/>
        </p:nvSpPr>
        <p:spPr>
          <a:xfrm>
            <a:off x="777240" y="2423160"/>
            <a:ext cx="1828800" cy="365760"/>
          </a:xfrm>
          <a:prstGeom prst="rect">
            <a:avLst/>
          </a:prstGeom>
          <a:noFill/>
          <a:ln/>
        </p:spPr>
        <p:txBody>
          <a:bodyPr wrap="square" lIns="0" tIns="0" rIns="0" bIns="0" rtlCol="0" anchor="t"/>
          <a:lstStyle/>
          <a:p>
            <a:pPr indent="0" marL="0">
              <a:buNone/>
            </a:pPr>
            <a:r>
              <a:rPr lang="en-US" sz="1600" b="1" dirty="0">
                <a:solidFill>
                  <a:schemeClr val="accent1"/>
                </a:solidFill>
              </a:rPr>
              <a:t>Test PR-AUC</a:t>
            </a:r>
            <a:endParaRPr lang="en-US" sz="1600" dirty="0"/>
          </a:p>
        </p:txBody>
      </p:sp>
      <p:sp>
        <p:nvSpPr>
          <p:cNvPr id="6" name="Test PR-AUC detail"/>
          <p:cNvSpPr txBox="1"/>
          <p:nvPr/>
        </p:nvSpPr>
        <p:spPr>
          <a:xfrm>
            <a:off x="777240" y="2834640"/>
            <a:ext cx="1828800" cy="1097280"/>
          </a:xfrm>
          <a:prstGeom prst="rect">
            <a:avLst/>
          </a:prstGeom>
          <a:noFill/>
          <a:ln/>
        </p:spPr>
        <p:txBody>
          <a:bodyPr wrap="square" lIns="0" tIns="0" rIns="0" bIns="0" rtlCol="0" anchor="t"/>
          <a:lstStyle/>
          <a:p>
            <a:pPr indent="0" marL="0">
              <a:buNone/>
            </a:pPr>
            <a:r>
              <a:rPr lang="en-US" sz="1300" dirty="0">
                <a:solidFill>
                  <a:schemeClr val="bg1"/>
                </a:solidFill>
              </a:rPr>
              <a:t>vs. 0.26 for random guessing</a:t>
            </a:r>
            <a:endParaRPr lang="en-US" sz="1300" dirty="0"/>
          </a:p>
        </p:txBody>
      </p:sp>
      <p:sp>
        <p:nvSpPr>
          <p:cNvPr id="7" name="Precision card"/>
          <p:cNvSpPr/>
          <p:nvPr/>
        </p:nvSpPr>
        <p:spPr>
          <a:xfrm>
            <a:off x="2944368" y="1325880"/>
            <a:ext cx="2212848" cy="2743200"/>
          </a:xfrm>
          <a:prstGeom prst="roundRect">
            <a:avLst>
              <a:gd name="adj" fmla="val 4959"/>
            </a:avLst>
          </a:prstGeom>
          <a:solidFill>
            <a:schemeClr val="accent3"/>
          </a:solidFill>
          <a:ln/>
        </p:spPr>
      </p:sp>
      <p:sp>
        <p:nvSpPr>
          <p:cNvPr id="8" name="Precision number"/>
          <p:cNvSpPr txBox="1"/>
          <p:nvPr/>
        </p:nvSpPr>
        <p:spPr>
          <a:xfrm>
            <a:off x="3172968" y="1508760"/>
            <a:ext cx="1828800" cy="868680"/>
          </a:xfrm>
          <a:prstGeom prst="rect">
            <a:avLst/>
          </a:prstGeom>
          <a:noFill/>
          <a:ln/>
        </p:spPr>
        <p:txBody>
          <a:bodyPr wrap="square" lIns="0" tIns="0" rIns="0" bIns="0" rtlCol="0" anchor="t"/>
          <a:lstStyle/>
          <a:p>
            <a:pPr indent="0" marL="0">
              <a:buNone/>
            </a:pPr>
            <a:r>
              <a:rPr lang="en-US" sz="4400" b="1" dirty="0">
                <a:solidFill>
                  <a:schemeClr val="accent2"/>
                </a:solidFill>
                <a:latin typeface="Arial" pitchFamily="34" charset="0"/>
                <a:ea typeface="Arial" pitchFamily="34" charset="-122"/>
                <a:cs typeface="Arial" pitchFamily="34" charset="-120"/>
              </a:rPr>
              <a:t>48%</a:t>
            </a:r>
            <a:endParaRPr lang="en-US" sz="4400" dirty="0"/>
          </a:p>
        </p:txBody>
      </p:sp>
      <p:sp>
        <p:nvSpPr>
          <p:cNvPr id="9" name="Precision label"/>
          <p:cNvSpPr txBox="1"/>
          <p:nvPr/>
        </p:nvSpPr>
        <p:spPr>
          <a:xfrm>
            <a:off x="3172968" y="2423160"/>
            <a:ext cx="1828800" cy="365760"/>
          </a:xfrm>
          <a:prstGeom prst="rect">
            <a:avLst/>
          </a:prstGeom>
          <a:noFill/>
          <a:ln/>
        </p:spPr>
        <p:txBody>
          <a:bodyPr wrap="square" lIns="0" tIns="0" rIns="0" bIns="0" rtlCol="0" anchor="t"/>
          <a:lstStyle/>
          <a:p>
            <a:pPr indent="0" marL="0">
              <a:buNone/>
            </a:pPr>
            <a:r>
              <a:rPr lang="en-US" sz="1600" b="1" dirty="0">
                <a:solidFill>
                  <a:schemeClr val="accent1"/>
                </a:solidFill>
              </a:rPr>
              <a:t>Precision</a:t>
            </a:r>
            <a:endParaRPr lang="en-US" sz="1600" dirty="0"/>
          </a:p>
        </p:txBody>
      </p:sp>
      <p:sp>
        <p:nvSpPr>
          <p:cNvPr id="10" name="Precision detail"/>
          <p:cNvSpPr txBox="1"/>
          <p:nvPr/>
        </p:nvSpPr>
        <p:spPr>
          <a:xfrm>
            <a:off x="3172968" y="2834640"/>
            <a:ext cx="1828800" cy="1097280"/>
          </a:xfrm>
          <a:prstGeom prst="rect">
            <a:avLst/>
          </a:prstGeom>
          <a:noFill/>
          <a:ln/>
        </p:spPr>
        <p:txBody>
          <a:bodyPr wrap="square" lIns="0" tIns="0" rIns="0" bIns="0" rtlCol="0" anchor="t"/>
          <a:lstStyle/>
          <a:p>
            <a:pPr indent="0" marL="0">
              <a:buNone/>
            </a:pPr>
            <a:r>
              <a:rPr lang="en-US" sz="1300" dirty="0">
                <a:solidFill>
                  <a:schemeClr val="bg1"/>
                </a:solidFill>
              </a:rPr>
              <a:t>of games flagged as lasting really lasted (base rate 26%)</a:t>
            </a:r>
            <a:endParaRPr lang="en-US" sz="1300" dirty="0"/>
          </a:p>
        </p:txBody>
      </p:sp>
      <p:sp>
        <p:nvSpPr>
          <p:cNvPr id="11" name="Recall card"/>
          <p:cNvSpPr/>
          <p:nvPr/>
        </p:nvSpPr>
        <p:spPr>
          <a:xfrm>
            <a:off x="5340096" y="1325880"/>
            <a:ext cx="2212848" cy="2743200"/>
          </a:xfrm>
          <a:prstGeom prst="roundRect">
            <a:avLst>
              <a:gd name="adj" fmla="val 4959"/>
            </a:avLst>
          </a:prstGeom>
          <a:solidFill>
            <a:schemeClr val="accent3"/>
          </a:solidFill>
          <a:ln/>
        </p:spPr>
      </p:sp>
      <p:sp>
        <p:nvSpPr>
          <p:cNvPr id="12" name="Recall number"/>
          <p:cNvSpPr txBox="1"/>
          <p:nvPr/>
        </p:nvSpPr>
        <p:spPr>
          <a:xfrm>
            <a:off x="5568696" y="1508760"/>
            <a:ext cx="1828800" cy="868680"/>
          </a:xfrm>
          <a:prstGeom prst="rect">
            <a:avLst/>
          </a:prstGeom>
          <a:noFill/>
          <a:ln/>
        </p:spPr>
        <p:txBody>
          <a:bodyPr wrap="square" lIns="0" tIns="0" rIns="0" bIns="0" rtlCol="0" anchor="t"/>
          <a:lstStyle/>
          <a:p>
            <a:pPr indent="0" marL="0">
              <a:buNone/>
            </a:pPr>
            <a:r>
              <a:rPr lang="en-US" sz="4400" b="1" dirty="0">
                <a:solidFill>
                  <a:schemeClr val="accent2"/>
                </a:solidFill>
                <a:latin typeface="Arial" pitchFamily="34" charset="0"/>
                <a:ea typeface="Arial" pitchFamily="34" charset="-122"/>
                <a:cs typeface="Arial" pitchFamily="34" charset="-120"/>
              </a:rPr>
              <a:t>65%</a:t>
            </a:r>
            <a:endParaRPr lang="en-US" sz="4400" dirty="0"/>
          </a:p>
        </p:txBody>
      </p:sp>
      <p:sp>
        <p:nvSpPr>
          <p:cNvPr id="13" name="Recall label"/>
          <p:cNvSpPr txBox="1"/>
          <p:nvPr/>
        </p:nvSpPr>
        <p:spPr>
          <a:xfrm>
            <a:off x="5568696" y="2423160"/>
            <a:ext cx="1828800" cy="365760"/>
          </a:xfrm>
          <a:prstGeom prst="rect">
            <a:avLst/>
          </a:prstGeom>
          <a:noFill/>
          <a:ln/>
        </p:spPr>
        <p:txBody>
          <a:bodyPr wrap="square" lIns="0" tIns="0" rIns="0" bIns="0" rtlCol="0" anchor="t"/>
          <a:lstStyle/>
          <a:p>
            <a:pPr indent="0" marL="0">
              <a:buNone/>
            </a:pPr>
            <a:r>
              <a:rPr lang="en-US" sz="1600" b="1" dirty="0">
                <a:solidFill>
                  <a:schemeClr val="accent1"/>
                </a:solidFill>
              </a:rPr>
              <a:t>Recall</a:t>
            </a:r>
            <a:endParaRPr lang="en-US" sz="1600" dirty="0"/>
          </a:p>
        </p:txBody>
      </p:sp>
      <p:sp>
        <p:nvSpPr>
          <p:cNvPr id="14" name="Recall detail"/>
          <p:cNvSpPr txBox="1"/>
          <p:nvPr/>
        </p:nvSpPr>
        <p:spPr>
          <a:xfrm>
            <a:off x="5568696" y="2834640"/>
            <a:ext cx="1828800" cy="1097280"/>
          </a:xfrm>
          <a:prstGeom prst="rect">
            <a:avLst/>
          </a:prstGeom>
          <a:noFill/>
          <a:ln/>
        </p:spPr>
        <p:txBody>
          <a:bodyPr wrap="square" lIns="0" tIns="0" rIns="0" bIns="0" rtlCol="0" anchor="t"/>
          <a:lstStyle/>
          <a:p>
            <a:pPr indent="0" marL="0">
              <a:buNone/>
            </a:pPr>
            <a:r>
              <a:rPr lang="en-US" sz="1300" dirty="0">
                <a:solidFill>
                  <a:schemeClr val="bg1"/>
                </a:solidFill>
              </a:rPr>
              <a:t>of all lasting games were found by the model</a:t>
            </a:r>
            <a:endParaRPr lang="en-US" sz="1300" dirty="0"/>
          </a:p>
        </p:txBody>
      </p:sp>
      <p:sp>
        <p:nvSpPr>
          <p:cNvPr id="15" name="Results notes"/>
          <p:cNvSpPr txBox="1"/>
          <p:nvPr/>
        </p:nvSpPr>
        <p:spPr>
          <a:xfrm>
            <a:off x="548640" y="4343400"/>
            <a:ext cx="6995160" cy="1645920"/>
          </a:xfrm>
          <a:prstGeom prst="rect">
            <a:avLst/>
          </a:prstGeom>
          <a:noFill/>
          <a:ln/>
        </p:spPr>
        <p:txBody>
          <a:bodyPr wrap="square" lIns="0" tIns="0" rIns="0" bIns="0" rtlCol="0" anchor="t"/>
          <a:lstStyle/>
          <a:p>
            <a:pPr indent="0" marL="0">
              <a:buNone/>
            </a:pPr>
            <a:r>
              <a:rPr lang="en-US" sz="1400" b="1" dirty="0">
                <a:solidFill>
                  <a:schemeClr val="accent1"/>
                </a:solidFill>
              </a:rPr>
              <a:t>No overfitting: </a:t>
            </a:r>
            <a:pPr indent="0" marL="0">
              <a:buNone/>
            </a:pPr>
            <a:r>
              <a:rPr lang="en-US" sz="1400" dirty="0">
                <a:solidFill>
                  <a:schemeClr val="bg1"/>
                </a:solidFill>
              </a:rPr>
              <a:t>test PR-AUC (0.58) is close to the cross-validated score (0.60). The test set was used once, after all choices were made.</a:t>
            </a:r>
            <a:endParaRPr lang="en-US" sz="1400" dirty="0"/>
          </a:p>
          <a:p>
            <a:pPr indent="0" marL="0">
              <a:buNone/>
            </a:pPr>
            <a:r>
              <a:rPr lang="en-US" sz="600" dirty="0">
                <a:solidFill>
                  <a:schemeClr val="bg1"/>
                </a:solidFill>
              </a:rPr>
              <a:t> </a:t>
            </a:r>
            <a:endParaRPr lang="en-US" sz="1400" dirty="0"/>
          </a:p>
          <a:p>
            <a:pPr indent="0" marL="0">
              <a:buNone/>
            </a:pPr>
            <a:r>
              <a:rPr lang="en-US" sz="1400" b="1" dirty="0">
                <a:solidFill>
                  <a:schemeClr val="accent1"/>
                </a:solidFill>
              </a:rPr>
              <a:t>Honest limit: </a:t>
            </a:r>
            <a:pPr indent="0" marL="0">
              <a:buNone/>
            </a:pPr>
            <a:r>
              <a:rPr lang="en-US" sz="1400" dirty="0">
                <a:solidFill>
                  <a:schemeClr val="bg1"/>
                </a:solidFill>
              </a:rPr>
              <a:t>a simple logistic regression gets close. What keeps players happens after launch, and isn't in the data.</a:t>
            </a:r>
            <a:endParaRPr lang="en-US" sz="1400" dirty="0"/>
          </a:p>
        </p:txBody>
      </p:sp>
      <p:graphicFrame>
        <p:nvGraphicFramePr>
          <p:cNvPr id="16" name="Test results chart" descr=""/>
          <p:cNvGraphicFramePr/>
          <p:nvPr/>
        </p:nvGraphicFramePr>
        <p:xfrm>
          <a:off x="7955280" y="1234440"/>
          <a:ext cx="3685032"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Genre is the #1 predictor of staying power</a:t>
            </a:r>
            <a:endParaRPr lang="en-US" sz="3400" dirty="0"/>
          </a:p>
        </p:txBody>
      </p:sp>
      <p:graphicFrame>
        <p:nvGraphicFramePr>
          <p:cNvPr id="3" name="Importance chart" descr=""/>
          <p:cNvGraphicFramePr/>
          <p:nvPr/>
        </p:nvGraphicFramePr>
        <p:xfrm>
          <a:off x="548640" y="1234440"/>
          <a:ext cx="6035040" cy="4754880"/>
        </p:xfrm>
        <a:graphic xmlns:a="http://schemas.openxmlformats.org/drawingml/2006/main">
          <a:graphicData uri="http://schemas.openxmlformats.org/drawingml/2006/chart">
            <c:chart xmlns:c="http://schemas.openxmlformats.org/drawingml/2006/chart" r:id="rId1"/>
          </a:graphicData>
        </a:graphic>
      </p:graphicFrame>
      <p:sp>
        <p:nvSpPr>
          <p:cNvPr id="4" name="Replay beats story card"/>
          <p:cNvSpPr/>
          <p:nvPr/>
        </p:nvSpPr>
        <p:spPr>
          <a:xfrm>
            <a:off x="6903720" y="1325880"/>
            <a:ext cx="4736592" cy="1371600"/>
          </a:xfrm>
          <a:prstGeom prst="roundRect">
            <a:avLst>
              <a:gd name="adj" fmla="val 8000"/>
            </a:avLst>
          </a:prstGeom>
          <a:solidFill>
            <a:schemeClr val="accent3"/>
          </a:solidFill>
          <a:ln/>
        </p:spPr>
      </p:sp>
      <p:sp>
        <p:nvSpPr>
          <p:cNvPr id="5" name="Replay beats story circle"/>
          <p:cNvSpPr/>
          <p:nvPr/>
        </p:nvSpPr>
        <p:spPr>
          <a:xfrm>
            <a:off x="7132320" y="1645920"/>
            <a:ext cx="731520" cy="731520"/>
          </a:xfrm>
          <a:prstGeom prst="ellipse">
            <a:avLst/>
          </a:prstGeom>
          <a:solidFill>
            <a:schemeClr val="tx2"/>
          </a:solidFill>
          <a:ln w="19050">
            <a:solidFill>
              <a:schemeClr val="accent1"/>
            </a:solidFill>
            <a:prstDash val="solid"/>
          </a:ln>
        </p:spPr>
      </p:sp>
      <p:pic>
        <p:nvPicPr>
          <p:cNvPr id="6" name="Replay beats story icon" descr="Replay beats story">    </p:cNvPr>
          <p:cNvPicPr>
            <a:picLocks noChangeAspect="1"/>
          </p:cNvPicPr>
          <p:nvPr/>
        </p:nvPicPr>
        <p:blipFill>
          <a:blip r:embed="rId2"/>
          <a:stretch>
            <a:fillRect/>
          </a:stretch>
        </p:blipFill>
        <p:spPr>
          <a:xfrm>
            <a:off x="7307885" y="1821485"/>
            <a:ext cx="380390" cy="380390"/>
          </a:xfrm>
          <a:prstGeom prst="rect">
            <a:avLst/>
          </a:prstGeom>
        </p:spPr>
      </p:pic>
      <p:sp>
        <p:nvSpPr>
          <p:cNvPr id="7" name="Replay beats story header"/>
          <p:cNvSpPr txBox="1"/>
          <p:nvPr/>
        </p:nvSpPr>
        <p:spPr>
          <a:xfrm>
            <a:off x="8092440" y="1490472"/>
            <a:ext cx="3383280" cy="365760"/>
          </a:xfrm>
          <a:prstGeom prst="rect">
            <a:avLst/>
          </a:prstGeom>
          <a:noFill/>
          <a:ln/>
        </p:spPr>
        <p:txBody>
          <a:bodyPr wrap="square" lIns="0" tIns="0" rIns="0" bIns="0" rtlCol="0" anchor="t"/>
          <a:lstStyle/>
          <a:p>
            <a:pPr indent="0" marL="0">
              <a:buNone/>
            </a:pPr>
            <a:r>
              <a:rPr lang="en-US" sz="1700" b="1" dirty="0">
                <a:solidFill>
                  <a:schemeClr val="accent1"/>
                </a:solidFill>
              </a:rPr>
              <a:t>Replay beats story</a:t>
            </a:r>
            <a:endParaRPr lang="en-US" sz="1700" dirty="0"/>
          </a:p>
        </p:txBody>
      </p:sp>
      <p:sp>
        <p:nvSpPr>
          <p:cNvPr id="8" name="Replay beats story text"/>
          <p:cNvSpPr txBox="1"/>
          <p:nvPr/>
        </p:nvSpPr>
        <p:spPr>
          <a:xfrm>
            <a:off x="8092440" y="1856232"/>
            <a:ext cx="3383280" cy="777240"/>
          </a:xfrm>
          <a:prstGeom prst="rect">
            <a:avLst/>
          </a:prstGeom>
          <a:noFill/>
          <a:ln/>
        </p:spPr>
        <p:txBody>
          <a:bodyPr wrap="square" lIns="0" tIns="0" rIns="0" bIns="0" rtlCol="0" anchor="t"/>
          <a:lstStyle/>
          <a:p>
            <a:pPr indent="0" marL="0">
              <a:buNone/>
            </a:pPr>
            <a:r>
              <a:rPr lang="en-US" sz="1300" dirty="0">
                <a:solidFill>
                  <a:schemeClr val="bg1"/>
                </a:solidFill>
              </a:rPr>
              <a:t>Strategy 43%, sports 47% and MMO 41% last; action and adventure 18%.</a:t>
            </a:r>
            <a:endParaRPr lang="en-US" sz="1300" dirty="0"/>
          </a:p>
        </p:txBody>
      </p:sp>
      <p:sp>
        <p:nvSpPr>
          <p:cNvPr id="9" name="Community helps card"/>
          <p:cNvSpPr/>
          <p:nvPr/>
        </p:nvSpPr>
        <p:spPr>
          <a:xfrm>
            <a:off x="6903720" y="2880360"/>
            <a:ext cx="4736592" cy="1371600"/>
          </a:xfrm>
          <a:prstGeom prst="roundRect">
            <a:avLst>
              <a:gd name="adj" fmla="val 8000"/>
            </a:avLst>
          </a:prstGeom>
          <a:solidFill>
            <a:schemeClr val="accent3"/>
          </a:solidFill>
          <a:ln/>
        </p:spPr>
      </p:sp>
      <p:sp>
        <p:nvSpPr>
          <p:cNvPr id="10" name="Community helps circle"/>
          <p:cNvSpPr/>
          <p:nvPr/>
        </p:nvSpPr>
        <p:spPr>
          <a:xfrm>
            <a:off x="7132320" y="3200400"/>
            <a:ext cx="731520" cy="731520"/>
          </a:xfrm>
          <a:prstGeom prst="ellipse">
            <a:avLst/>
          </a:prstGeom>
          <a:solidFill>
            <a:schemeClr val="tx2"/>
          </a:solidFill>
          <a:ln w="19050">
            <a:solidFill>
              <a:schemeClr val="accent1"/>
            </a:solidFill>
            <a:prstDash val="solid"/>
          </a:ln>
        </p:spPr>
      </p:sp>
      <p:pic>
        <p:nvPicPr>
          <p:cNvPr id="11" name="Community helps icon" descr="Community helps">    </p:cNvPr>
          <p:cNvPicPr>
            <a:picLocks noChangeAspect="1"/>
          </p:cNvPicPr>
          <p:nvPr/>
        </p:nvPicPr>
        <p:blipFill>
          <a:blip r:embed="rId3"/>
          <a:stretch>
            <a:fillRect/>
          </a:stretch>
        </p:blipFill>
        <p:spPr>
          <a:xfrm>
            <a:off x="7307885" y="3375965"/>
            <a:ext cx="380390" cy="380390"/>
          </a:xfrm>
          <a:prstGeom prst="rect">
            <a:avLst/>
          </a:prstGeom>
        </p:spPr>
      </p:pic>
      <p:sp>
        <p:nvSpPr>
          <p:cNvPr id="12" name="Community helps header"/>
          <p:cNvSpPr txBox="1"/>
          <p:nvPr/>
        </p:nvSpPr>
        <p:spPr>
          <a:xfrm>
            <a:off x="8092440" y="3044952"/>
            <a:ext cx="3383280" cy="365760"/>
          </a:xfrm>
          <a:prstGeom prst="rect">
            <a:avLst/>
          </a:prstGeom>
          <a:noFill/>
          <a:ln/>
        </p:spPr>
        <p:txBody>
          <a:bodyPr wrap="square" lIns="0" tIns="0" rIns="0" bIns="0" rtlCol="0" anchor="t"/>
          <a:lstStyle/>
          <a:p>
            <a:pPr indent="0" marL="0">
              <a:buNone/>
            </a:pPr>
            <a:r>
              <a:rPr lang="en-US" sz="1700" b="1" dirty="0">
                <a:solidFill>
                  <a:schemeClr val="accent1"/>
                </a:solidFill>
              </a:rPr>
              <a:t>Community helps</a:t>
            </a:r>
            <a:endParaRPr lang="en-US" sz="1700" dirty="0"/>
          </a:p>
        </p:txBody>
      </p:sp>
      <p:sp>
        <p:nvSpPr>
          <p:cNvPr id="13" name="Community helps text"/>
          <p:cNvSpPr txBox="1"/>
          <p:nvPr/>
        </p:nvSpPr>
        <p:spPr>
          <a:xfrm>
            <a:off x="8092440" y="3410712"/>
            <a:ext cx="3383280" cy="777240"/>
          </a:xfrm>
          <a:prstGeom prst="rect">
            <a:avLst/>
          </a:prstGeom>
          <a:noFill/>
          <a:ln/>
        </p:spPr>
        <p:txBody>
          <a:bodyPr wrap="square" lIns="0" tIns="0" rIns="0" bIns="0" rtlCol="0" anchor="t"/>
          <a:lstStyle/>
          <a:p>
            <a:pPr indent="0" marL="0">
              <a:buNone/>
            </a:pPr>
            <a:r>
              <a:rPr lang="en-US" sz="1300" dirty="0">
                <a:solidFill>
                  <a:schemeClr val="bg1"/>
                </a:solidFill>
              </a:rPr>
              <a:t>Multiplayer, mods and level editors go with lasting games; deeper, pricier games last longer.</a:t>
            </a:r>
            <a:endParaRPr lang="en-US" sz="1300" dirty="0"/>
          </a:p>
        </p:txBody>
      </p:sp>
      <p:sp>
        <p:nvSpPr>
          <p:cNvPr id="14" name="Languages don't matter here card"/>
          <p:cNvSpPr/>
          <p:nvPr/>
        </p:nvSpPr>
        <p:spPr>
          <a:xfrm>
            <a:off x="6903720" y="4434840"/>
            <a:ext cx="4736592" cy="1371600"/>
          </a:xfrm>
          <a:prstGeom prst="roundRect">
            <a:avLst>
              <a:gd name="adj" fmla="val 8000"/>
            </a:avLst>
          </a:prstGeom>
          <a:solidFill>
            <a:schemeClr val="accent3"/>
          </a:solidFill>
          <a:ln/>
        </p:spPr>
      </p:sp>
      <p:sp>
        <p:nvSpPr>
          <p:cNvPr id="15" name="Languages don't matter here circle"/>
          <p:cNvSpPr/>
          <p:nvPr/>
        </p:nvSpPr>
        <p:spPr>
          <a:xfrm>
            <a:off x="7132320" y="4754880"/>
            <a:ext cx="731520" cy="731520"/>
          </a:xfrm>
          <a:prstGeom prst="ellipse">
            <a:avLst/>
          </a:prstGeom>
          <a:solidFill>
            <a:schemeClr val="tx2"/>
          </a:solidFill>
          <a:ln w="19050">
            <a:solidFill>
              <a:schemeClr val="accent1"/>
            </a:solidFill>
            <a:prstDash val="solid"/>
          </a:ln>
        </p:spPr>
      </p:sp>
      <p:pic>
        <p:nvPicPr>
          <p:cNvPr id="16" name="Languages don't matter here icon" descr="Languages don't matter here">    </p:cNvPr>
          <p:cNvPicPr>
            <a:picLocks noChangeAspect="1"/>
          </p:cNvPicPr>
          <p:nvPr/>
        </p:nvPicPr>
        <p:blipFill>
          <a:blip r:embed="rId4"/>
          <a:stretch>
            <a:fillRect/>
          </a:stretch>
        </p:blipFill>
        <p:spPr>
          <a:xfrm>
            <a:off x="7307885" y="4930445"/>
            <a:ext cx="380390" cy="380390"/>
          </a:xfrm>
          <a:prstGeom prst="rect">
            <a:avLst/>
          </a:prstGeom>
        </p:spPr>
      </p:pic>
      <p:sp>
        <p:nvSpPr>
          <p:cNvPr id="17" name="Languages don&amp;apos;t matter here header"/>
          <p:cNvSpPr txBox="1"/>
          <p:nvPr/>
        </p:nvSpPr>
        <p:spPr>
          <a:xfrm>
            <a:off x="8092440" y="4599432"/>
            <a:ext cx="3383280" cy="365760"/>
          </a:xfrm>
          <a:prstGeom prst="rect">
            <a:avLst/>
          </a:prstGeom>
          <a:noFill/>
          <a:ln/>
        </p:spPr>
        <p:txBody>
          <a:bodyPr wrap="square" lIns="0" tIns="0" rIns="0" bIns="0" rtlCol="0" anchor="t"/>
          <a:lstStyle/>
          <a:p>
            <a:pPr indent="0" marL="0">
              <a:buNone/>
            </a:pPr>
            <a:r>
              <a:rPr lang="en-US" sz="1700" b="1" dirty="0">
                <a:solidFill>
                  <a:schemeClr val="accent1"/>
                </a:solidFill>
              </a:rPr>
              <a:t>Languages don't matter here</a:t>
            </a:r>
            <a:endParaRPr lang="en-US" sz="1700" dirty="0"/>
          </a:p>
        </p:txBody>
      </p:sp>
      <p:sp>
        <p:nvSpPr>
          <p:cNvPr id="18" name="Languages don&amp;apos;t matter here text"/>
          <p:cNvSpPr txBox="1"/>
          <p:nvPr/>
        </p:nvSpPr>
        <p:spPr>
          <a:xfrm>
            <a:off x="8092440" y="4965192"/>
            <a:ext cx="3383280" cy="777240"/>
          </a:xfrm>
          <a:prstGeom prst="rect">
            <a:avLst/>
          </a:prstGeom>
          <a:noFill/>
          <a:ln/>
        </p:spPr>
        <p:txBody>
          <a:bodyPr wrap="square" lIns="0" tIns="0" rIns="0" bIns="0" rtlCol="0" anchor="t"/>
          <a:lstStyle/>
          <a:p>
            <a:pPr indent="0" marL="0">
              <a:buNone/>
            </a:pPr>
            <a:r>
              <a:rPr lang="en-US" sz="1300" dirty="0">
                <a:solidFill>
                  <a:schemeClr val="bg1"/>
                </a:solidFill>
              </a:rPr>
              <a:t>Removing them changed CV PR-AUC from 0.591 to 0.589. They help a game get popular, not stay popular.</a:t>
            </a:r>
            <a:endParaRPr lang="en-US" sz="1300" dirty="0"/>
          </a:p>
        </p:txBody>
      </p:sp>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400" b="1" dirty="0">
                <a:solidFill>
                  <a:schemeClr val="bg1"/>
                </a:solidFill>
                <a:latin typeface="Arial" pitchFamily="34" charset="0"/>
                <a:ea typeface="Arial" pitchFamily="34" charset="-122"/>
                <a:cs typeface="Arial" pitchFamily="34" charset="-120"/>
              </a:rPr>
              <a:t>What our model can't see</a:t>
            </a:r>
            <a:endParaRPr lang="en-US" sz="3400" dirty="0"/>
          </a:p>
        </p:txBody>
      </p:sp>
      <p:graphicFrame>
        <p:nvGraphicFramePr>
          <p:cNvPr id="14" name="Limitations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108960"/>
                <a:gridCol w="4480560"/>
                <a:gridCol w="3502152"/>
              </a:tblGrid>
              <a:tr h="502920">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Assumption / limitation</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Likely impact</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accent1"/>
                          </a:solidFill>
                          <a:latin typeface="Calibri" pitchFamily="34" charset="0"/>
                          <a:ea typeface="Calibri" pitchFamily="34" charset="-122"/>
                          <a:cs typeface="Calibri" pitchFamily="34" charset="-120"/>
                        </a:rPr>
                        <a:t>How to address it</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chemeClr val="accent3"/>
                    </a:solidFill>
                  </a:tcPr>
                </a:tc>
              </a:tr>
              <a:tr h="84124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One day of player counts</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rgbClr val="213547"/>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Noisy, especially for small games with a handful of players</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rgbClr val="213547"/>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Use monthly averages (e.g. SteamCharts)</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rgbClr val="213547"/>
                    </a:solidFill>
                  </a:tcPr>
                </a:tc>
              </a:tr>
              <a:tr h="84124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Store pages change after launch</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Features or languages added after success look predictive</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Use archived launch-day store pages</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chemeClr val="tx2"/>
                    </a:solidFill>
                  </a:tcPr>
                </a:tc>
              </a:tr>
              <a:tr h="84124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No post-launch data</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rgbClr val="213547"/>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Updates, reception and community drive staying power; caps accuracy at PR-AUC 0.58</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rgbClr val="213547"/>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Add patch history, early reviews, Discord size</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rgbClr val="213547"/>
                    </a:solidFill>
                  </a:tcPr>
                </a:tc>
              </a:tr>
              <a:tr h="84124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Reviews measure audience size</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Genres that review less can look like they kept more players</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chemeClr val="tx2"/>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Use owner or sales estimates</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chemeClr val="tx2"/>
                    </a:solidFill>
                  </a:tcPr>
                </a:tc>
              </a:tr>
              <a:tr h="84124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Only hits (500+ reviews)</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rgbClr val="213547"/>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Results don't apply to small games</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rgbClr val="213547"/>
                    </a:solidFill>
                  </a:tcPr>
                </a:tc>
                <a:tc>
                  <a:txBody>
                    <a:bodyPr/>
                    <a:lstStyle/>
                    <a:p>
                      <a:pPr indent="0" marL="0">
                        <a:buNone/>
                      </a:pPr>
                      <a:r>
                        <a:rPr lang="en-US" sz="1400" dirty="0">
                          <a:solidFill>
                            <a:schemeClr val="bg2"/>
                          </a:solidFill>
                          <a:latin typeface="Calibri" pitchFamily="34" charset="0"/>
                          <a:ea typeface="Calibri" pitchFamily="34" charset="-122"/>
                          <a:cs typeface="Calibri" pitchFamily="34" charset="-120"/>
                        </a:rPr>
                        <a:t>Two-stage model: popularity, then staying power</a:t>
                      </a:r>
                      <a:endParaRPr lang="en-US" sz="1400" dirty="0">
                        <a:latin typeface="Calibri" charset="0"/>
                        <a:ea typeface="Calibri" charset="0"/>
                        <a:cs typeface="Calibri" charset="0"/>
                      </a:endParaRPr>
                    </a:p>
                  </a:txBody>
                  <a:tcPr marL="109728" marR="109728" marT="73152" marB="73152" anchor="ctr">
                    <a:lnL w="9525" cap="flat" cmpd="sng" algn="ctr">
                      <a:solidFill>
                        <a:srgbClr val="2A475E"/>
                      </a:solidFill>
                      <a:prstDash val="solid"/>
                      <a:round/>
                      <a:headEnd type="none" w="med" len="med"/>
                      <a:tailEnd type="none" w="med" len="med"/>
                    </a:lnL>
                    <a:lnR w="9525" cap="flat" cmpd="sng" algn="ctr">
                      <a:solidFill>
                        <a:srgbClr val="2A475E"/>
                      </a:solidFill>
                      <a:prstDash val="solid"/>
                      <a:round/>
                      <a:headEnd type="none" w="med" len="med"/>
                      <a:tailEnd type="none" w="med" len="med"/>
                    </a:lnR>
                    <a:lnT w="9525" cap="flat" cmpd="sng" algn="ctr">
                      <a:solidFill>
                        <a:srgbClr val="2A475E"/>
                      </a:solidFill>
                      <a:prstDash val="solid"/>
                      <a:round/>
                      <a:headEnd type="none" w="med" len="med"/>
                      <a:tailEnd type="none" w="med" len="med"/>
                    </a:lnT>
                    <a:lnB w="9525" cap="flat" cmpd="sng" algn="ctr">
                      <a:solidFill>
                        <a:srgbClr val="2A475E"/>
                      </a:solidFill>
                      <a:prstDash val="solid"/>
                      <a:round/>
                      <a:headEnd type="none" w="med" len="med"/>
                      <a:tailEnd type="none" w="med" len="med"/>
                    </a:lnB>
                    <a:solidFill>
                      <a:srgbClr val="213547"/>
                    </a:solidFill>
                  </a:tcPr>
                </a:tc>
              </a:tr>
            </a:tbl>
          </a:graphicData>
        </a:graphic>
      </p:graphicFrame>
      <p:sp>
        <p:nvSpPr>
          <p:cNvPr id="25" name="Slide Number Placeholder 0"/>
          <p:cNvSpPr>
            <a:spLocks noGrp="1"/>
          </p:cNvSpPr>
          <p:nvPr>
            <p:ph type="sldNum" sz="quarter" idx="4294967295"/>
          </p:nvPr>
        </p:nvSpPr>
        <p:spPr>
          <a:xfrm>
            <a:off x="11094415"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11094415" cy="1463040"/>
          </a:xfrm>
          <a:prstGeom prst="rect">
            <a:avLst/>
          </a:prstGeom>
          <a:noFill/>
          <a:ln/>
        </p:spPr>
        <p:txBody>
          <a:bodyPr wrap="square" lIns="0" tIns="0" rIns="0" bIns="0" rtlCol="0" anchor="b"/>
          <a:lstStyle/>
          <a:p>
            <a:pPr algn="l" indent="0" marL="0">
              <a:buNone/>
            </a:pPr>
            <a:r>
              <a:rPr lang="en-US" sz="4400" b="1" dirty="0">
                <a:solidFill>
                  <a:schemeClr val="bg1"/>
                </a:solidFill>
                <a:latin typeface="Arial" pitchFamily="34" charset="0"/>
                <a:ea typeface="Arial" pitchFamily="34" charset="-122"/>
                <a:cs typeface="Arial" pitchFamily="34" charset="-120"/>
              </a:rPr>
              <a:t>Build for replay, community and depth</a:t>
            </a:r>
            <a:endParaRPr lang="en-US" sz="4400" dirty="0"/>
          </a:p>
        </p:txBody>
      </p:sp>
      <p:sp>
        <p:nvSpPr>
          <p:cNvPr id="3" name="Text 0"/>
          <p:cNvSpPr/>
          <p:nvPr>
            <p:ph idx="101" type="body" hasCustomPrompt="1"/>
          </p:nvPr>
        </p:nvSpPr>
        <p:spPr>
          <a:xfrm>
            <a:off x="548640" y="2880360"/>
            <a:ext cx="11094415" cy="548640"/>
          </a:xfrm>
          <a:prstGeom prst="rect">
            <a:avLst/>
          </a:prstGeom>
          <a:noFill/>
          <a:ln/>
        </p:spPr>
        <p:txBody>
          <a:bodyPr wrap="square" lIns="0" tIns="0" rIns="0" bIns="0" rtlCol="0"/>
          <a:lstStyle/>
          <a:p>
            <a:pPr indent="0" marL="0">
              <a:buNone/>
            </a:pPr>
            <a:r>
              <a:rPr lang="en-US" sz="2000" dirty="0">
                <a:solidFill>
                  <a:schemeClr val="accent1"/>
                </a:solidFill>
              </a:rPr>
              <a:t>What a studio can take from launch-day data</a:t>
            </a:r>
            <a:endParaRPr lang="en-US" sz="2000" dirty="0"/>
          </a:p>
        </p:txBody>
      </p:sp>
      <p:sp>
        <p:nvSpPr>
          <p:cNvPr id="4" name="Replayable genres last circle"/>
          <p:cNvSpPr/>
          <p:nvPr/>
        </p:nvSpPr>
        <p:spPr>
          <a:xfrm>
            <a:off x="548640" y="4160520"/>
            <a:ext cx="640080" cy="640080"/>
          </a:xfrm>
          <a:prstGeom prst="ellipse">
            <a:avLst/>
          </a:prstGeom>
          <a:solidFill>
            <a:schemeClr val="tx2"/>
          </a:solidFill>
          <a:ln w="19050">
            <a:solidFill>
              <a:schemeClr val="accent1"/>
            </a:solidFill>
            <a:prstDash val="solid"/>
          </a:ln>
        </p:spPr>
      </p:sp>
      <p:pic>
        <p:nvPicPr>
          <p:cNvPr id="5" name="Replayable genres last icon" descr="Replayable genres last">    </p:cNvPr>
          <p:cNvPicPr>
            <a:picLocks noChangeAspect="1"/>
          </p:cNvPicPr>
          <p:nvPr/>
        </p:nvPicPr>
        <p:blipFill>
          <a:blip r:embed="rId1"/>
          <a:stretch>
            <a:fillRect/>
          </a:stretch>
        </p:blipFill>
        <p:spPr>
          <a:xfrm>
            <a:off x="702259" y="4314139"/>
            <a:ext cx="332842" cy="332842"/>
          </a:xfrm>
          <a:prstGeom prst="rect">
            <a:avLst/>
          </a:prstGeom>
        </p:spPr>
      </p:pic>
      <p:sp>
        <p:nvSpPr>
          <p:cNvPr id="6" name="Replayable genres last header"/>
          <p:cNvSpPr txBox="1"/>
          <p:nvPr/>
        </p:nvSpPr>
        <p:spPr>
          <a:xfrm>
            <a:off x="1371600" y="4160520"/>
            <a:ext cx="2697480" cy="365760"/>
          </a:xfrm>
          <a:prstGeom prst="rect">
            <a:avLst/>
          </a:prstGeom>
          <a:noFill/>
          <a:ln/>
        </p:spPr>
        <p:txBody>
          <a:bodyPr wrap="square" lIns="0" tIns="0" rIns="0" bIns="0" rtlCol="0" anchor="t"/>
          <a:lstStyle/>
          <a:p>
            <a:pPr indent="0" marL="0">
              <a:buNone/>
            </a:pPr>
            <a:r>
              <a:rPr lang="en-US" sz="1700" b="1" dirty="0">
                <a:solidFill>
                  <a:schemeClr val="accent1"/>
                </a:solidFill>
              </a:rPr>
              <a:t>Replayable genres last</a:t>
            </a:r>
            <a:endParaRPr lang="en-US" sz="1700" dirty="0"/>
          </a:p>
        </p:txBody>
      </p:sp>
      <p:sp>
        <p:nvSpPr>
          <p:cNvPr id="7" name="Replayable genres last text"/>
          <p:cNvSpPr txBox="1"/>
          <p:nvPr/>
        </p:nvSpPr>
        <p:spPr>
          <a:xfrm>
            <a:off x="1371600" y="4553712"/>
            <a:ext cx="2697480" cy="1005840"/>
          </a:xfrm>
          <a:prstGeom prst="rect">
            <a:avLst/>
          </a:prstGeom>
          <a:noFill/>
          <a:ln/>
        </p:spPr>
        <p:txBody>
          <a:bodyPr wrap="square" lIns="0" tIns="0" rIns="0" bIns="0" rtlCol="0" anchor="t"/>
          <a:lstStyle/>
          <a:p>
            <a:pPr indent="0" marL="0">
              <a:buNone/>
            </a:pPr>
            <a:r>
              <a:rPr lang="en-US" sz="1400" dirty="0">
                <a:solidFill>
                  <a:schemeClr val="bg2"/>
                </a:solidFill>
              </a:rPr>
              <a:t>Strategy, sports, MMO and simulation keep players; story games fade.</a:t>
            </a:r>
            <a:endParaRPr lang="en-US" sz="1400" dirty="0"/>
          </a:p>
        </p:txBody>
      </p:sp>
      <p:sp>
        <p:nvSpPr>
          <p:cNvPr id="8" name="Community features help circle"/>
          <p:cNvSpPr/>
          <p:nvPr/>
        </p:nvSpPr>
        <p:spPr>
          <a:xfrm>
            <a:off x="4297680" y="4160520"/>
            <a:ext cx="640080" cy="640080"/>
          </a:xfrm>
          <a:prstGeom prst="ellipse">
            <a:avLst/>
          </a:prstGeom>
          <a:solidFill>
            <a:schemeClr val="tx2"/>
          </a:solidFill>
          <a:ln w="19050">
            <a:solidFill>
              <a:schemeClr val="accent1"/>
            </a:solidFill>
            <a:prstDash val="solid"/>
          </a:ln>
        </p:spPr>
      </p:sp>
      <p:pic>
        <p:nvPicPr>
          <p:cNvPr id="9" name="Community features help icon" descr="Community features help">    </p:cNvPr>
          <p:cNvPicPr>
            <a:picLocks noChangeAspect="1"/>
          </p:cNvPicPr>
          <p:nvPr/>
        </p:nvPicPr>
        <p:blipFill>
          <a:blip r:embed="rId2"/>
          <a:stretch>
            <a:fillRect/>
          </a:stretch>
        </p:blipFill>
        <p:spPr>
          <a:xfrm>
            <a:off x="4451299" y="4314139"/>
            <a:ext cx="332842" cy="332842"/>
          </a:xfrm>
          <a:prstGeom prst="rect">
            <a:avLst/>
          </a:prstGeom>
        </p:spPr>
      </p:pic>
      <p:sp>
        <p:nvSpPr>
          <p:cNvPr id="10" name="Community features help header"/>
          <p:cNvSpPr txBox="1"/>
          <p:nvPr/>
        </p:nvSpPr>
        <p:spPr>
          <a:xfrm>
            <a:off x="5120640" y="4160520"/>
            <a:ext cx="2697480" cy="365760"/>
          </a:xfrm>
          <a:prstGeom prst="rect">
            <a:avLst/>
          </a:prstGeom>
          <a:noFill/>
          <a:ln/>
        </p:spPr>
        <p:txBody>
          <a:bodyPr wrap="square" lIns="0" tIns="0" rIns="0" bIns="0" rtlCol="0" anchor="t"/>
          <a:lstStyle/>
          <a:p>
            <a:pPr indent="0" marL="0">
              <a:buNone/>
            </a:pPr>
            <a:r>
              <a:rPr lang="en-US" sz="1700" b="1" dirty="0">
                <a:solidFill>
                  <a:schemeClr val="accent1"/>
                </a:solidFill>
              </a:rPr>
              <a:t>Community features help</a:t>
            </a:r>
            <a:endParaRPr lang="en-US" sz="1700" dirty="0"/>
          </a:p>
        </p:txBody>
      </p:sp>
      <p:sp>
        <p:nvSpPr>
          <p:cNvPr id="11" name="Community features help text"/>
          <p:cNvSpPr txBox="1"/>
          <p:nvPr/>
        </p:nvSpPr>
        <p:spPr>
          <a:xfrm>
            <a:off x="5120640" y="4553712"/>
            <a:ext cx="2697480" cy="1005840"/>
          </a:xfrm>
          <a:prstGeom prst="rect">
            <a:avLst/>
          </a:prstGeom>
          <a:noFill/>
          <a:ln/>
        </p:spPr>
        <p:txBody>
          <a:bodyPr wrap="square" lIns="0" tIns="0" rIns="0" bIns="0" rtlCol="0" anchor="t"/>
          <a:lstStyle/>
          <a:p>
            <a:pPr indent="0" marL="0">
              <a:buNone/>
            </a:pPr>
            <a:r>
              <a:rPr lang="en-US" sz="1400" dirty="0">
                <a:solidFill>
                  <a:schemeClr val="bg2"/>
                </a:solidFill>
              </a:rPr>
              <a:t>Multiplayer, mods and level editors go with lasting games.</a:t>
            </a:r>
            <a:endParaRPr lang="en-US" sz="1400" dirty="0"/>
          </a:p>
        </p:txBody>
      </p:sp>
      <p:sp>
        <p:nvSpPr>
          <p:cNvPr id="12" name="Next steps circle"/>
          <p:cNvSpPr/>
          <p:nvPr/>
        </p:nvSpPr>
        <p:spPr>
          <a:xfrm>
            <a:off x="8046720" y="4160520"/>
            <a:ext cx="640080" cy="640080"/>
          </a:xfrm>
          <a:prstGeom prst="ellipse">
            <a:avLst/>
          </a:prstGeom>
          <a:solidFill>
            <a:schemeClr val="tx2"/>
          </a:solidFill>
          <a:ln w="19050">
            <a:solidFill>
              <a:schemeClr val="accent1"/>
            </a:solidFill>
            <a:prstDash val="solid"/>
          </a:ln>
        </p:spPr>
      </p:sp>
      <p:pic>
        <p:nvPicPr>
          <p:cNvPr id="13" name="Next steps icon" descr="Next steps">    </p:cNvPr>
          <p:cNvPicPr>
            <a:picLocks noChangeAspect="1"/>
          </p:cNvPicPr>
          <p:nvPr/>
        </p:nvPicPr>
        <p:blipFill>
          <a:blip r:embed="rId3"/>
          <a:stretch>
            <a:fillRect/>
          </a:stretch>
        </p:blipFill>
        <p:spPr>
          <a:xfrm>
            <a:off x="8200339" y="4314139"/>
            <a:ext cx="332842" cy="332842"/>
          </a:xfrm>
          <a:prstGeom prst="rect">
            <a:avLst/>
          </a:prstGeom>
        </p:spPr>
      </p:pic>
      <p:sp>
        <p:nvSpPr>
          <p:cNvPr id="14" name="Next steps header"/>
          <p:cNvSpPr txBox="1"/>
          <p:nvPr/>
        </p:nvSpPr>
        <p:spPr>
          <a:xfrm>
            <a:off x="8869680" y="4160520"/>
            <a:ext cx="2697480" cy="365760"/>
          </a:xfrm>
          <a:prstGeom prst="rect">
            <a:avLst/>
          </a:prstGeom>
          <a:noFill/>
          <a:ln/>
        </p:spPr>
        <p:txBody>
          <a:bodyPr wrap="square" lIns="0" tIns="0" rIns="0" bIns="0" rtlCol="0" anchor="t"/>
          <a:lstStyle/>
          <a:p>
            <a:pPr indent="0" marL="0">
              <a:buNone/>
            </a:pPr>
            <a:r>
              <a:rPr lang="en-US" sz="1700" b="1" dirty="0">
                <a:solidFill>
                  <a:schemeClr val="accent1"/>
                </a:solidFill>
              </a:rPr>
              <a:t>Next steps</a:t>
            </a:r>
            <a:endParaRPr lang="en-US" sz="1700" dirty="0"/>
          </a:p>
        </p:txBody>
      </p:sp>
      <p:sp>
        <p:nvSpPr>
          <p:cNvPr id="15" name="Next steps text"/>
          <p:cNvSpPr txBox="1"/>
          <p:nvPr/>
        </p:nvSpPr>
        <p:spPr>
          <a:xfrm>
            <a:off x="8869680" y="4553712"/>
            <a:ext cx="2697480" cy="1005840"/>
          </a:xfrm>
          <a:prstGeom prst="rect">
            <a:avLst/>
          </a:prstGeom>
          <a:noFill/>
          <a:ln/>
        </p:spPr>
        <p:txBody>
          <a:bodyPr wrap="square" lIns="0" tIns="0" rIns="0" bIns="0" rtlCol="0" anchor="t"/>
          <a:lstStyle/>
          <a:p>
            <a:pPr indent="0" marL="0">
              <a:buNone/>
            </a:pPr>
            <a:r>
              <a:rPr lang="en-US" sz="1400" dirty="0">
                <a:solidFill>
                  <a:schemeClr val="bg2"/>
                </a:solidFill>
              </a:rPr>
              <a:t>Player counts over time, post-launch update data, and a two-stage hit-then-last model.</a:t>
            </a:r>
            <a:endParaRPr lang="en-US" sz="1400" dirty="0"/>
          </a:p>
        </p:txBody>
      </p:sp>
      <p:sp>
        <p:nvSpPr>
          <p:cNvPr id="16" name="Repo link"/>
          <p:cNvSpPr txBox="1"/>
          <p:nvPr/>
        </p:nvSpPr>
        <p:spPr>
          <a:xfrm>
            <a:off x="548640" y="6035040"/>
            <a:ext cx="8229600" cy="320040"/>
          </a:xfrm>
          <a:prstGeom prst="rect">
            <a:avLst/>
          </a:prstGeom>
          <a:noFill/>
          <a:ln/>
        </p:spPr>
        <p:txBody>
          <a:bodyPr wrap="square" lIns="0" tIns="0" rIns="0" bIns="0" rtlCol="0" anchor="t"/>
          <a:lstStyle/>
          <a:p>
            <a:pPr indent="0" marL="0">
              <a:buNone/>
            </a:pPr>
            <a:r>
              <a:rPr lang="en-US" sz="1200" dirty="0">
                <a:solidFill>
                  <a:schemeClr val="accent6"/>
                </a:solidFill>
              </a:rPr>
              <a:t>Code and documentation: github.com/rl-ma/steamdb-game-analytics</a:t>
            </a:r>
            <a:endParaRPr lang="en-US" sz="1200" dirty="0"/>
          </a:p>
        </p:txBody>
      </p:sp>
    </p:spTree>
  </p:cSld>
  <p:clrMapOvr>
    <a:masterClrMapping/>
  </p:clrMapOvr>
</p:sld>
</file>

<file path=ppt/theme/theme1.xml><?xml version="1.0" encoding="utf-8"?>
<a:theme xmlns:a="http://schemas.openxmlformats.org/drawingml/2006/main" name="Steam Night">
  <a:themeElements>
    <a:clrScheme name="Steam Night">
      <a:dk1>
        <a:srgbClr val="171A21"/>
      </a:dk1>
      <a:lt1>
        <a:srgbClr val="FFFFFF"/>
      </a:lt1>
      <a:dk2>
        <a:srgbClr val="1B2838"/>
      </a:dk2>
      <a:lt2>
        <a:srgbClr val="C7D5E0"/>
      </a:lt2>
      <a:accent1>
        <a:srgbClr val="66C0F4"/>
      </a:accent1>
      <a:accent2>
        <a:srgbClr val="A4D007"/>
      </a:accent2>
      <a:accent3>
        <a:srgbClr val="2A475E"/>
      </a:accent3>
      <a:accent4>
        <a:srgbClr val="3B8FC9"/>
      </a:accent4>
      <a:accent5>
        <a:srgbClr val="76A000"/>
      </a:accent5>
      <a:accent6>
        <a:srgbClr val="8F98A0"/>
      </a:accent6>
      <a:hlink>
        <a:srgbClr val="66C0F4"/>
      </a:hlink>
      <a:folHlink>
        <a:srgbClr val="8F98A0"/>
      </a:folHlink>
    </a:clrScheme>
    <a:fontScheme name="Steam 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Steam Hits Keep Their Players?</dc:title>
  <dc:subject>INSY 674 final group project</dc:subject>
  <dc:creator>PptxGenJS</dc:creator>
  <cp:lastModifiedBy>PptxGenJS</cp:lastModifiedBy>
  <cp:revision>1</cp:revision>
  <dcterms:created xsi:type="dcterms:W3CDTF">2026-10-30T00:56:24Z</dcterms:created>
  <dcterms:modified xsi:type="dcterms:W3CDTF">2026-10-30T00:56:24Z</dcterms:modified>
</cp:coreProperties>
</file>